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40656b3b16d4aef" /><Relationship Type="http://schemas.openxmlformats.org/officeDocument/2006/relationships/extended-properties" Target="/docProps/app.xml" Id="R17e18f29e31e4c8d" /><Relationship Type="http://schemas.openxmlformats.org/officeDocument/2006/relationships/officeDocument" Target="/ppt/presentation.xml" Id="Rba3702867acc47da" /></Relationships>
</file>

<file path=ppt/presentation.xml><?xml version="1.0" encoding="utf-8"?>
<p:presentation xmlns:p="http://schemas.openxmlformats.org/presentationml/2006/main">
  <p:sldMasterIdLst>
    <p:sldMasterId xmlns:r="http://schemas.openxmlformats.org/officeDocument/2006/relationships" id="2147483648" r:id="R64ebd95b0ccf4206"/>
  </p:sldMasterIdLst>
  <p:notesMasterIdLst>
    <p:notesMasterId xmlns:r="http://schemas.openxmlformats.org/officeDocument/2006/relationships" r:id="Rdf49d2b3d0874564"/>
  </p:notesMasterIdLst>
  <p:sldIdLst>
    <p:sldId xmlns:r="http://schemas.openxmlformats.org/officeDocument/2006/relationships" id="256" r:id="Rb157026dbfa6443e"/>
    <p:sldId xmlns:r="http://schemas.openxmlformats.org/officeDocument/2006/relationships" id="257" r:id="Rf7aae3f9b8424a42"/>
    <p:sldId xmlns:r="http://schemas.openxmlformats.org/officeDocument/2006/relationships" id="258" r:id="R71d1debc269e43a3"/>
    <p:sldId xmlns:r="http://schemas.openxmlformats.org/officeDocument/2006/relationships" id="259" r:id="R308daa9f99e146b7"/>
    <p:sldId xmlns:r="http://schemas.openxmlformats.org/officeDocument/2006/relationships" id="260" r:id="Rf6193bb9262b4fcd"/>
    <p:sldId xmlns:r="http://schemas.openxmlformats.org/officeDocument/2006/relationships" id="261" r:id="Ra24876d423994660"/>
    <p:sldId xmlns:r="http://schemas.openxmlformats.org/officeDocument/2006/relationships" id="262" r:id="R255c233e61cd4cd0"/>
    <p:sldId xmlns:r="http://schemas.openxmlformats.org/officeDocument/2006/relationships" id="263" r:id="R2b569d351c7e49af"/>
    <p:sldId xmlns:r="http://schemas.openxmlformats.org/officeDocument/2006/relationships" id="264" r:id="R108af5118d3d4a48"/>
    <p:sldId xmlns:r="http://schemas.openxmlformats.org/officeDocument/2006/relationships" id="265" r:id="R3149779c9cda4fe8"/>
    <p:sldId xmlns:r="http://schemas.openxmlformats.org/officeDocument/2006/relationships" id="266" r:id="Rbb45abe133024443"/>
    <p:sldId xmlns:r="http://schemas.openxmlformats.org/officeDocument/2006/relationships" id="267" r:id="Rec5e8541b1a54619"/>
    <p:sldId xmlns:r="http://schemas.openxmlformats.org/officeDocument/2006/relationships" id="268" r:id="R11e250ce95e846ba"/>
    <p:sldId xmlns:r="http://schemas.openxmlformats.org/officeDocument/2006/relationships" id="269" r:id="Rd7204820861d4a5b"/>
    <p:sldId xmlns:r="http://schemas.openxmlformats.org/officeDocument/2006/relationships" id="270" r:id="R871fa1078578456a"/>
    <p:sldId xmlns:r="http://schemas.openxmlformats.org/officeDocument/2006/relationships" id="271" r:id="R8bb44a021d2d4375"/>
    <p:sldId xmlns:r="http://schemas.openxmlformats.org/officeDocument/2006/relationships" id="272" r:id="Ra1db917a87924040"/>
    <p:sldId xmlns:r="http://schemas.openxmlformats.org/officeDocument/2006/relationships" id="273" r:id="Rce702929a5984b5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7dcf7b5ba9f4a52" /><Relationship Type="http://schemas.openxmlformats.org/officeDocument/2006/relationships/slideMaster" Target="/ppt/slideMasters/slideMaster1.xml" Id="R64ebd95b0ccf4206" /><Relationship Type="http://schemas.openxmlformats.org/officeDocument/2006/relationships/notesMaster" Target="/ppt/notesMasters/notesMaster1.xml" Id="Rdf49d2b3d0874564" /><Relationship Type="http://schemas.openxmlformats.org/officeDocument/2006/relationships/presProps" Target="/ppt/presProps.xml" Id="R1f0a49a3e156487d" /><Relationship Type="http://schemas.openxmlformats.org/officeDocument/2006/relationships/tableStyles" Target="/ppt/tableStyles.xml" Id="R6d0c519e47174bc2" /><Relationship Type="http://schemas.openxmlformats.org/officeDocument/2006/relationships/slide" Target="/ppt/slides/slide1.xml" Id="Rb157026dbfa6443e" /><Relationship Type="http://schemas.openxmlformats.org/officeDocument/2006/relationships/slide" Target="/ppt/slides/slide2.xml" Id="Rf7aae3f9b8424a42" /><Relationship Type="http://schemas.openxmlformats.org/officeDocument/2006/relationships/slide" Target="/ppt/slides/slide3.xml" Id="R71d1debc269e43a3" /><Relationship Type="http://schemas.openxmlformats.org/officeDocument/2006/relationships/slide" Target="/ppt/slides/slide4.xml" Id="R308daa9f99e146b7" /><Relationship Type="http://schemas.openxmlformats.org/officeDocument/2006/relationships/slide" Target="/ppt/slides/slide5.xml" Id="Rf6193bb9262b4fcd" /><Relationship Type="http://schemas.openxmlformats.org/officeDocument/2006/relationships/slide" Target="/ppt/slides/slide6.xml" Id="Ra24876d423994660" /><Relationship Type="http://schemas.openxmlformats.org/officeDocument/2006/relationships/slide" Target="/ppt/slides/slide7.xml" Id="R255c233e61cd4cd0" /><Relationship Type="http://schemas.openxmlformats.org/officeDocument/2006/relationships/slide" Target="/ppt/slides/slide8.xml" Id="R2b569d351c7e49af" /><Relationship Type="http://schemas.openxmlformats.org/officeDocument/2006/relationships/slide" Target="/ppt/slides/slide9.xml" Id="R108af5118d3d4a48" /><Relationship Type="http://schemas.openxmlformats.org/officeDocument/2006/relationships/slide" Target="/ppt/slides/slide10.xml" Id="R3149779c9cda4fe8" /><Relationship Type="http://schemas.openxmlformats.org/officeDocument/2006/relationships/slide" Target="/ppt/slides/slide11.xml" Id="Rbb45abe133024443" /><Relationship Type="http://schemas.openxmlformats.org/officeDocument/2006/relationships/slide" Target="/ppt/slides/slide12.xml" Id="Rec5e8541b1a54619" /><Relationship Type="http://schemas.openxmlformats.org/officeDocument/2006/relationships/slide" Target="/ppt/slides/slide13.xml" Id="R11e250ce95e846ba" /><Relationship Type="http://schemas.openxmlformats.org/officeDocument/2006/relationships/slide" Target="/ppt/slides/slide14.xml" Id="Rd7204820861d4a5b" /><Relationship Type="http://schemas.openxmlformats.org/officeDocument/2006/relationships/slide" Target="/ppt/slides/slide15.xml" Id="R871fa1078578456a" /><Relationship Type="http://schemas.openxmlformats.org/officeDocument/2006/relationships/slide" Target="/ppt/slides/slide16.xml" Id="R8bb44a021d2d4375" /><Relationship Type="http://schemas.openxmlformats.org/officeDocument/2006/relationships/slide" Target="/ppt/slides/slide17.xml" Id="Ra1db917a87924040" /><Relationship Type="http://schemas.openxmlformats.org/officeDocument/2006/relationships/slide" Target="/ppt/slides/slide18.xml" Id="Rce702929a5984b5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62d1ecd5750451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0fee401f5034fb1" /><Relationship Type="http://schemas.openxmlformats.org/officeDocument/2006/relationships/notesMaster" Target="/ppt/notesMasters/notesMaster1.xml" Id="Rbd69e40bc7eb4405" /></Relationships>
</file>

<file path=ppt/notesSlides/_rels/notesSlide2.xml.rels>&#65279;<?xml version="1.0" encoding="utf-8"?><Relationships xmlns="http://schemas.openxmlformats.org/package/2006/relationships"><Relationship Type="http://schemas.openxmlformats.org/officeDocument/2006/relationships/slide" Target="/ppt/slides/slide2.xml" Id="Rb09a8d6cc64c428e" /><Relationship Type="http://schemas.openxmlformats.org/officeDocument/2006/relationships/notesMaster" Target="/ppt/notesMasters/notesMaster1.xml" Id="Rb7d3c772952e4760" /></Relationships>
</file>

<file path=ppt/notesSlides/_rels/notesSlide3.xml.rels>&#65279;<?xml version="1.0" encoding="utf-8"?><Relationships xmlns="http://schemas.openxmlformats.org/package/2006/relationships"><Relationship Type="http://schemas.openxmlformats.org/officeDocument/2006/relationships/slide" Target="/ppt/slides/slide3.xml" Id="Rc816e7a9b6384875" /><Relationship Type="http://schemas.openxmlformats.org/officeDocument/2006/relationships/notesMaster" Target="/ppt/notesMasters/notesMaster1.xml" Id="Rcae87ee300b94fb1" /></Relationships>
</file>

<file path=ppt/notesSlides/_rels/notesSlide4.xml.rels>&#65279;<?xml version="1.0" encoding="utf-8"?><Relationships xmlns="http://schemas.openxmlformats.org/package/2006/relationships"><Relationship Type="http://schemas.openxmlformats.org/officeDocument/2006/relationships/slide" Target="/ppt/slides/slide4.xml" Id="Rad9b6137305e4180" /><Relationship Type="http://schemas.openxmlformats.org/officeDocument/2006/relationships/notesMaster" Target="/ppt/notesMasters/notesMaster1.xml" Id="R1d32dd95e5e647f0" /></Relationships>
</file>

<file path=ppt/notesSlides/_rels/notesSlide5.xml.rels>&#65279;<?xml version="1.0" encoding="utf-8"?><Relationships xmlns="http://schemas.openxmlformats.org/package/2006/relationships"><Relationship Type="http://schemas.openxmlformats.org/officeDocument/2006/relationships/slide" Target="/ppt/slides/slide5.xml" Id="R6f4c3d6c565b47bc" /><Relationship Type="http://schemas.openxmlformats.org/officeDocument/2006/relationships/notesMaster" Target="/ppt/notesMasters/notesMaster1.xml" Id="R2e65a8dcc1494175" /></Relationships>
</file>

<file path=ppt/notesSlides/_rels/notesSlide6.xml.rels>&#65279;<?xml version="1.0" encoding="utf-8"?><Relationships xmlns="http://schemas.openxmlformats.org/package/2006/relationships"><Relationship Type="http://schemas.openxmlformats.org/officeDocument/2006/relationships/slide" Target="/ppt/slides/slide6.xml" Id="R68cc281ddf8f4966" /><Relationship Type="http://schemas.openxmlformats.org/officeDocument/2006/relationships/notesMaster" Target="/ppt/notesMasters/notesMaster1.xml" Id="Recf145f1e7524ada" /></Relationships>
</file>

<file path=ppt/notesSlides/_rels/notesSlide7.xml.rels>&#65279;<?xml version="1.0" encoding="utf-8"?><Relationships xmlns="http://schemas.openxmlformats.org/package/2006/relationships"><Relationship Type="http://schemas.openxmlformats.org/officeDocument/2006/relationships/slide" Target="/ppt/slides/slide7.xml" Id="R0455266d69e444a7" /><Relationship Type="http://schemas.openxmlformats.org/officeDocument/2006/relationships/notesMaster" Target="/ppt/notesMasters/notesMaster1.xml" Id="Rdd68811c670e4a9c" /></Relationships>
</file>

<file path=ppt/notesSlides/_rels/notesSlide8.xml.rels>&#65279;<?xml version="1.0" encoding="utf-8"?><Relationships xmlns="http://schemas.openxmlformats.org/package/2006/relationships"><Relationship Type="http://schemas.openxmlformats.org/officeDocument/2006/relationships/slide" Target="/ppt/slides/slide8.xml" Id="Rc2bd5ba55369496c" /><Relationship Type="http://schemas.openxmlformats.org/officeDocument/2006/relationships/notesMaster" Target="/ppt/notesMasters/notesMaster1.xml" Id="R4d2b45d053e6432b" /></Relationships>
</file>

<file path=ppt/notesSlides/_rels/notesSlide9.xml.rels>&#65279;<?xml version="1.0" encoding="utf-8"?><Relationships xmlns="http://schemas.openxmlformats.org/package/2006/relationships"><Relationship Type="http://schemas.openxmlformats.org/officeDocument/2006/relationships/slide" Target="/ppt/slides/slide9.xml" Id="R8a389a1fa79b4603" /><Relationship Type="http://schemas.openxmlformats.org/officeDocument/2006/relationships/notesMaster" Target="/ppt/notesMasters/notesMaster1.xml" Id="Re46975db540d455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5f4d39a46164a40" /><Relationship Type="http://schemas.openxmlformats.org/officeDocument/2006/relationships/notesMaster" Target="/ppt/notesMasters/notesMaster1.xml" Id="R09123955be8943c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6c94026165344b4" /><Relationship Type="http://schemas.openxmlformats.org/officeDocument/2006/relationships/notesMaster" Target="/ppt/notesMasters/notesMaster1.xml" Id="R69b2260dbdac49b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eb91247e1d24404" /><Relationship Type="http://schemas.openxmlformats.org/officeDocument/2006/relationships/notesMaster" Target="/ppt/notesMasters/notesMaster1.xml" Id="R9a0a557290d4402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541161dac3e41a4" /><Relationship Type="http://schemas.openxmlformats.org/officeDocument/2006/relationships/notesMaster" Target="/ppt/notesMasters/notesMaster1.xml" Id="Rae0fe46c21834c3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f33d46879034393" /><Relationship Type="http://schemas.openxmlformats.org/officeDocument/2006/relationships/notesMaster" Target="/ppt/notesMasters/notesMaster1.xml" Id="Ra31747ee752b4ce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d68e9cca364425c" /><Relationship Type="http://schemas.openxmlformats.org/officeDocument/2006/relationships/notesMaster" Target="/ppt/notesMasters/notesMaster1.xml" Id="R7eb12f5e21bc4e7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e37ace267274277" /><Relationship Type="http://schemas.openxmlformats.org/officeDocument/2006/relationships/notesMaster" Target="/ppt/notesMasters/notesMaster1.xml" Id="Racfe1755af9441d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083bb6774b84460" /><Relationship Type="http://schemas.openxmlformats.org/officeDocument/2006/relationships/notesMaster" Target="/ppt/notesMasters/notesMaster1.xml" Id="R645017c13c99443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e1d462f271647fe" /><Relationship Type="http://schemas.openxmlformats.org/officeDocument/2006/relationships/notesMaster" Target="/ppt/notesMasters/notesMaster1.xml" Id="R5abe1457aa17454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presentation answers four questions in order. First, what does the robot do? Second, what are its major subsystems? Third, how does the hardware work? Fourth, how does the software identify and control each piece? The last section includes the WPILib runtime and two complete code traces because they show the software control path in operation.</a:t>
            </a:r>
          </a:p>
          <a:p xmlns:a="http://schemas.openxmlformats.org/drawingml/2006/main">
            <a:r>
              <a:t/>
            </a:r>
          </a:p>
          <a:p xmlns:a="http://schemas.openxmlformats.org/drawingml/2006/main">
            <a:r>
              <a:t>[Sources]</a:t>
            </a:r>
          </a:p>
          <a:p xmlns:a="http://schemas.openxmlformats.org/drawingml/2006/main">
            <a:r>
              <a:t>- C:/Users/dmona/2020FrcRobotCode/2020v2/2020/docs/final-implementation-presentation-architecture.md</a:t>
            </a:r>
          </a:p>
          <a:p xmlns:a="http://schemas.openxmlformats.org/drawingml/2006/main">
            <a:r>
              <a:t>- C:/Users/dmona/2020FrcRobotCode/2020v2/2020/src/main/java/frc/robot/RobotContainer.java</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drivetrain moves and steers the robot with tank drive.</a:t>
            </a:r>
          </a:p>
          <a:p xmlns:a="http://schemas.openxmlformats.org/drawingml/2006/main">
            <a:r>
              <a:t>- The ball belt moves game pieces forward or backward inside the robot.</a:t>
            </a:r>
          </a:p>
          <a:p xmlns:a="http://schemas.openxmlformats.org/drawingml/2006/main">
            <a:r>
              <a:t>- The scoring roller pushes game pieces out toward the goal.</a:t>
            </a:r>
          </a:p>
          <a:p xmlns:a="http://schemas.openxmlformats.org/drawingml/2006/main">
            <a:r>
              <a:t>- The climber changes the position of two pneumatic arms.</a:t>
            </a:r>
          </a:p>
          <a:p xmlns:a="http://schemas.openxmlformats.org/drawingml/2006/main">
            <a:r>
              <a:t>- The driver owns robot motion; the operator owns the three mechanisms.</a:t>
            </a:r>
          </a:p>
          <a:p xmlns:a="http://schemas.openxmlformats.org/drawingml/2006/main">
            <a:r>
              <a:t/>
            </a:r>
          </a:p>
          <a:p xmlns:a="http://schemas.openxmlformats.org/drawingml/2006/main">
            <a:r>
              <a:t>[Sources]</a:t>
            </a:r>
          </a:p>
          <a:p xmlns:a="http://schemas.openxmlformats.org/drawingml/2006/main">
            <a:r>
              <a:t>- C:/Users/dmona/2020FrcRobotCode/2020v2/2020/src/main/java/frc/robot/RobotContainer.java</a:t>
            </a:r>
          </a:p>
          <a:p xmlns:a="http://schemas.openxmlformats.org/drawingml/2006/main">
            <a:r>
              <a:t>- C:/Users/dmona/2020FrcRobotCode/2020v2/2020/src/main/java/frc/robot/subsystems/DriveSubsystem.java</a:t>
            </a:r>
          </a:p>
          <a:p xmlns:a="http://schemas.openxmlformats.org/drawingml/2006/main">
            <a:r>
              <a:t>- C:/Users/dmona/2020FrcRobotCode/2020v2/2020/src/main/java/frc/robot/subsystems/BeltSubsystem.java</a:t>
            </a:r>
          </a:p>
          <a:p xmlns:a="http://schemas.openxmlformats.org/drawingml/2006/main">
            <a:r>
              <a:t>- C:/Users/dmona/2020FrcRobotCode/2020v2/2020/src/main/java/frc/robot/subsystems/RollerSubsystem.java</a:t>
            </a:r>
          </a:p>
          <a:p xmlns:a="http://schemas.openxmlformats.org/drawingml/2006/main">
            <a:r>
              <a:t>- C:/Users/dmona/2020FrcRobotCode/2020v2/2020/src/main/java/frc/robot/subsystems/ClimberSubsystem.java</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driver CommandXboxController is on USB 0 and supplies both tank-drive Y axes plus the right-bumper slow mode. The operator CommandXboxController is on USB 1: A runs the belt inward, B runs it outward, X runs the roller, and Y schedules the climber command.</a:t>
            </a:r>
          </a:p>
          <a:p xmlns:a="http://schemas.openxmlformats.org/drawingml/2006/main">
            <a:r>
              <a:t/>
            </a:r>
          </a:p>
          <a:p xmlns:a="http://schemas.openxmlformats.org/drawingml/2006/main">
            <a:r>
              <a:t>[Sources]</a:t>
            </a:r>
          </a:p>
          <a:p xmlns:a="http://schemas.openxmlformats.org/drawingml/2006/main">
            <a:r>
              <a:t>- C:/Users/dmona/2020FrcRobotCode/2020v2/2020/src/main/java/frc/robot/Constants.java</a:t>
            </a:r>
          </a:p>
          <a:p xmlns:a="http://schemas.openxmlformats.org/drawingml/2006/main">
            <a:r>
              <a:t>- C:/Users/dmona/2020FrcRobotCode/2020v2/2020/src/main/java/frc/robot/RobotContainer.java</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DriveSubsystem owns the four drivetrain Talon motor-controller objects.</a:t>
            </a:r>
          </a:p>
          <a:p xmlns:a="http://schemas.openxmlformats.org/drawingml/2006/main">
            <a:r>
              <a:t>- BeltSubsystem owns the Talon on PWM 5 and provides run and stop methods.</a:t>
            </a:r>
          </a:p>
          <a:p xmlns:a="http://schemas.openxmlformats.org/drawingml/2006/main">
            <a:r>
              <a:t>- RollerSubsystem owns the Talon on PWM 4 and provides run and stop methods.</a:t>
            </a:r>
          </a:p>
          <a:p xmlns:a="http://schemas.openxmlformats.org/drawingml/2006/main">
            <a:r>
              <a:t>- ClimberSubsystem owns the two DoubleSolenoid objects connected through PCM 0.</a:t>
            </a:r>
          </a:p>
          <a:p xmlns:a="http://schemas.openxmlformats.org/drawingml/2006/main">
            <a:r>
              <a:t>- Commands do not control these hardware objects directly; they call the owning subsystem's methods.</a:t>
            </a:r>
          </a:p>
          <a:p xmlns:a="http://schemas.openxmlformats.org/drawingml/2006/main">
            <a:r>
              <a:t/>
            </a:r>
          </a:p>
          <a:p xmlns:a="http://schemas.openxmlformats.org/drawingml/2006/main">
            <a:r>
              <a:t>[Sources]</a:t>
            </a:r>
          </a:p>
          <a:p xmlns:a="http://schemas.openxmlformats.org/drawingml/2006/main">
            <a:r>
              <a:t>- C:/Users/dmona/2020FrcRobotCode/2020v2/2020/src/main/java/frc/robot/subsystems/DriveSubsystem.java</a:t>
            </a:r>
          </a:p>
          <a:p xmlns:a="http://schemas.openxmlformats.org/drawingml/2006/main">
            <a:r>
              <a:t>- C:/Users/dmona/2020FrcRobotCode/2020v2/2020/src/main/java/frc/robot/subsystems/BeltSubsystem.java</a:t>
            </a:r>
          </a:p>
          <a:p xmlns:a="http://schemas.openxmlformats.org/drawingml/2006/main">
            <a:r>
              <a:t>- C:/Users/dmona/2020FrcRobotCode/2020v2/2020/src/main/java/frc/robot/subsystems/RollerSubsystem.java</a:t>
            </a:r>
          </a:p>
          <a:p xmlns:a="http://schemas.openxmlformats.org/drawingml/2006/main">
            <a:r>
              <a:t>- C:/Users/dmona/2020FrcRobotCode/2020v2/2020/src/main/java/frc/robot/subsystems/ClimberSubsystem.java</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roboRIO is the robot controller that runs this Java program.</a:t>
            </a:r>
          </a:p>
          <a:p xmlns:a="http://schemas.openxmlformats.org/drawingml/2006/main">
            <a:r>
              <a:t>- PWM channels 0 through 3 connect the roboRIO to the four drivetrain Talon motor controllers.</a:t>
            </a:r>
          </a:p>
          <a:p xmlns:a="http://schemas.openxmlformats.org/drawingml/2006/main">
            <a:r>
              <a:t>- PWM 5 connects to the belt Talon, while PWM 4 connects to the roller Talon.</a:t>
            </a:r>
          </a:p>
          <a:p xmlns:a="http://schemas.openxmlformats.org/drawingml/2006/main">
            <a:r>
              <a:t>- The motor controllers convert each PWM command into power for the connected motor.</a:t>
            </a:r>
          </a:p>
          <a:p xmlns:a="http://schemas.openxmlformats.org/drawingml/2006/main">
            <a:r>
              <a:t>- The roboRIO communicates with CTRE PCM 0 over the CAN bus.</a:t>
            </a:r>
          </a:p>
          <a:p xmlns:a="http://schemas.openxmlformats.org/drawingml/2006/main">
            <a:r>
              <a:t>- PCM solenoid channels 0/1 and 2/3 control the two climber DoubleSolenoids.</a:t>
            </a:r>
          </a:p>
          <a:p xmlns:a="http://schemas.openxmlformats.org/drawingml/2006/main">
            <a:r>
              <a:t/>
            </a:r>
          </a:p>
          <a:p xmlns:a="http://schemas.openxmlformats.org/drawingml/2006/main">
            <a:r>
              <a:t>[Sources]</a:t>
            </a:r>
          </a:p>
          <a:p xmlns:a="http://schemas.openxmlformats.org/drawingml/2006/main">
            <a:r>
              <a:t>- C:/Users/dmona/2020FrcRobotCode/2020v2/2020/src/main/java/frc/robot/Constants.java</a:t>
            </a:r>
          </a:p>
          <a:p xmlns:a="http://schemas.openxmlformats.org/drawingml/2006/main">
            <a:r>
              <a:t>- C:/Users/dmona/2020FrcRobotCode/2020v2/2020/src/main/java/frc/robot/subsystems/DriveSubsystem.java</a:t>
            </a:r>
          </a:p>
          <a:p xmlns:a="http://schemas.openxmlformats.org/drawingml/2006/main">
            <a:r>
              <a:t>- C:/Users/dmona/2020FrcRobotCode/2020v2/2020/src/main/java/frc/robot/subsystems/BeltSubsystem.java</a:t>
            </a:r>
          </a:p>
          <a:p xmlns:a="http://schemas.openxmlformats.org/drawingml/2006/main">
            <a:r>
              <a:t>- C:/Users/dmona/2020FrcRobotCode/2020v2/2020/src/main/java/frc/robot/subsystems/RollerSubsystem.java</a:t>
            </a:r>
          </a:p>
          <a:p xmlns:a="http://schemas.openxmlformats.org/drawingml/2006/main">
            <a:r>
              <a:t>- C:/Users/dmona/2020FrcRobotCode/2020v2/2020/src/main/java/frc/robot/subsystems/ClimberSubsystem.java</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driver supplies one signed value for the left side and one for the right side.</a:t>
            </a:r>
          </a:p>
          <a:p xmlns:a="http://schemas.openxmlformats.org/drawingml/2006/main">
            <a:r>
              <a:t>- DriveSubsystem sends the left value to the two left Talons on PWM 0 and 1.</a:t>
            </a:r>
          </a:p>
          <a:p xmlns:a="http://schemas.openxmlformats.org/drawingml/2006/main">
            <a:r>
              <a:t>- It sends the right value to the two right Talons on PWM 3 and 2.</a:t>
            </a:r>
          </a:p>
          <a:p xmlns:a="http://schemas.openxmlformats.org/drawingml/2006/main">
            <a:r>
              <a:t>- The right motor pair is inverted in software so matching commands move both sides forward.</a:t>
            </a:r>
          </a:p>
          <a:p xmlns:a="http://schemas.openxmlformats.org/drawingml/2006/main">
            <a:r>
              <a:t>- The Talon motor controllers regulate electrical power to the four drivetrain motors.</a:t>
            </a:r>
          </a:p>
          <a:p xmlns:a="http://schemas.openxmlformats.org/drawingml/2006/main">
            <a:r>
              <a:t/>
            </a:r>
          </a:p>
          <a:p xmlns:a="http://schemas.openxmlformats.org/drawingml/2006/main">
            <a:r>
              <a:t>[Sources]</a:t>
            </a:r>
          </a:p>
          <a:p xmlns:a="http://schemas.openxmlformats.org/drawingml/2006/main">
            <a:r>
              <a:t>- C:/Users/dmona/2020FrcRobotCode/2020v2/2020/src/main/java/frc/robot/commands/DriveTeleopCommand.java</a:t>
            </a:r>
          </a:p>
          <a:p xmlns:a="http://schemas.openxmlformats.org/drawingml/2006/main">
            <a:r>
              <a:t>- C:/Users/dmona/2020FrcRobotCode/2020v2/2020/src/main/java/frc/robot/subsystems/DriveSubsystem.java</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belt and roller use separate motors, Talon controllers, PWM channels, and subsystems.</a:t>
            </a:r>
          </a:p>
          <a:p xmlns:a="http://schemas.openxmlformats.org/drawingml/2006/main">
            <a:r>
              <a:t>- A runs the belt forward through PWM 5; B runs the same belt backward.</a:t>
            </a:r>
          </a:p>
          <a:p xmlns:a="http://schemas.openxmlformats.org/drawingml/2006/main">
            <a:r>
              <a:t>- X runs the scoring roller through PWM 4.</a:t>
            </a:r>
          </a:p>
          <a:p xmlns:a="http://schemas.openxmlformats.org/drawingml/2006/main">
            <a:r>
              <a:t>- Each action continues only while its button remains held.</a:t>
            </a:r>
          </a:p>
          <a:p xmlns:a="http://schemas.openxmlformats.org/drawingml/2006/main">
            <a:r>
              <a:t>- Releasing the button cancels the command, and end() calls the subsystem's stop method.</a:t>
            </a:r>
          </a:p>
          <a:p xmlns:a="http://schemas.openxmlformats.org/drawingml/2006/main">
            <a:r>
              <a:t/>
            </a:r>
          </a:p>
          <a:p xmlns:a="http://schemas.openxmlformats.org/drawingml/2006/main">
            <a:r>
              <a:t>[Sources]</a:t>
            </a:r>
          </a:p>
          <a:p xmlns:a="http://schemas.openxmlformats.org/drawingml/2006/main">
            <a:r>
              <a:t>- C:/Users/dmona/2020FrcRobotCode/2020v2/2020/src/main/java/frc/robot/RobotContainer.java</a:t>
            </a:r>
          </a:p>
          <a:p xmlns:a="http://schemas.openxmlformats.org/drawingml/2006/main">
            <a:r>
              <a:t>- C:/Users/dmona/2020FrcRobotCode/2020v2/2020/src/main/java/frc/robot/commands/BeltInCommand.java</a:t>
            </a:r>
          </a:p>
          <a:p xmlns:a="http://schemas.openxmlformats.org/drawingml/2006/main">
            <a:r>
              <a:t>- C:/Users/dmona/2020FrcRobotCode/2020v2/2020/src/main/java/frc/robot/commands/BeltOutCommand.java</a:t>
            </a:r>
          </a:p>
          <a:p xmlns:a="http://schemas.openxmlformats.org/drawingml/2006/main">
            <a:r>
              <a:t>- C:/Users/dmona/2020FrcRobotCode/2020v2/2020/src/main/java/frc/robot/commands/RollerCommand.java</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climber uses two DoubleSolenoid objects rather than motor controllers.</a:t>
            </a:r>
          </a:p>
          <a:p xmlns:a="http://schemas.openxmlformats.org/drawingml/2006/main">
            <a:r>
              <a:t>- The roboRIO sends the pneumatic command to CTRE PCM module 0 over CAN.</a:t>
            </a:r>
          </a:p>
          <a:p xmlns:a="http://schemas.openxmlformats.org/drawingml/2006/main">
            <a:r>
              <a:t>- The PCM switches solenoid channel pairs 0/1 and 2/3.</a:t>
            </a:r>
          </a:p>
          <a:p xmlns:a="http://schemas.openxmlformats.org/drawingml/2006/main">
            <a:r>
              <a:t>- Each channel pair drives one climber pneumatic valve between forward and reverse states.</a:t>
            </a:r>
          </a:p>
          <a:p xmlns:a="http://schemas.openxmlformats.org/drawingml/2006/main">
            <a:r>
              <a:t>- Pressing Y schedules one toggle; the command finishes after changing the state once.</a:t>
            </a:r>
          </a:p>
          <a:p xmlns:a="http://schemas.openxmlformats.org/drawingml/2006/main">
            <a:r>
              <a:t/>
            </a:r>
          </a:p>
          <a:p xmlns:a="http://schemas.openxmlformats.org/drawingml/2006/main">
            <a:r>
              <a:t>[Sources]</a:t>
            </a:r>
          </a:p>
          <a:p xmlns:a="http://schemas.openxmlformats.org/drawingml/2006/main">
            <a:r>
              <a:t>- C:/Users/dmona/2020FrcRobotCode/2020v2/2020/src/main/java/frc/robot/RobotContainer.java</a:t>
            </a:r>
          </a:p>
          <a:p xmlns:a="http://schemas.openxmlformats.org/drawingml/2006/main">
            <a:r>
              <a:t>- C:/Users/dmona/2020FrcRobotCode/2020v2/2020/src/main/java/frc/robot/commands/ToggleClimberArmsCommand.java</a:t>
            </a:r>
          </a:p>
          <a:p xmlns:a="http://schemas.openxmlformats.org/drawingml/2006/main">
            <a:r>
              <a:t>- C:/Users/dmona/2020FrcRobotCode/2020v2/2020/src/main/java/frc/robot/subsystems/ClimberSubsystem.java</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RobotContainer creates the Xbox controllers, subsystems, default drive command, and controller bindings.</a:t>
            </a:r>
          </a:p>
          <a:p xmlns:a="http://schemas.openxmlformats.org/drawingml/2006/main">
            <a:r>
              <a:t>- The controllers provide driver axes and button states. RobotContainer connects those inputs to commands.</a:t>
            </a:r>
          </a:p>
          <a:p xmlns:a="http://schemas.openxmlformats.org/drawingml/2006/main">
            <a:r>
              <a:t>- CommandScheduler polls the Trigger bindings, schedules or cancels commands, and enforces subsystem requirements.</a:t>
            </a:r>
          </a:p>
          <a:p xmlns:a="http://schemas.openxmlformats.org/drawingml/2006/main">
            <a:r>
              <a:t>- Commands define when an action runs. They call methods on the subsystem they require.</a:t>
            </a:r>
          </a:p>
          <a:p xmlns:a="http://schemas.openxmlformats.org/drawingml/2006/main">
            <a:r>
              <a:t>- Subsystems encapsulate the robot hardware and define how each mechanism operates.</a:t>
            </a:r>
          </a:p>
          <a:p xmlns:a="http://schemas.openxmlformats.org/drawingml/2006/main">
            <a:r>
              <a:t>- WPILib hardware classes produce the final outputs: Talon objects use roboRIO PWM channels, while DoubleSolenoid objects communicate through the CAN-connected PCM.</a:t>
            </a:r>
          </a:p>
          <a:p xmlns:a="http://schemas.openxmlformats.org/drawingml/2006/main">
            <a:r>
              <a:t/>
            </a:r>
          </a:p>
          <a:p xmlns:a="http://schemas.openxmlformats.org/drawingml/2006/main">
            <a:r>
              <a:t>[Sources]</a:t>
            </a:r>
          </a:p>
          <a:p xmlns:a="http://schemas.openxmlformats.org/drawingml/2006/main">
            <a:r>
              <a:t>- C:/Users/dmona/2020FrcRobotCode/2020v2/2020/src/main/java/frc/robot/RobotContainer.java</a:t>
            </a:r>
          </a:p>
          <a:p xmlns:a="http://schemas.openxmlformats.org/drawingml/2006/main">
            <a:r>
              <a:t>- C:/Users/dmona/2020FrcRobotCode/2020v2/2020/src/main/java/frc/robot/commands/</a:t>
            </a:r>
          </a:p>
          <a:p xmlns:a="http://schemas.openxmlformats.org/drawingml/2006/main">
            <a:r>
              <a:t>- C:/Users/dmona/2020FrcRobotCode/2020v2/2020/src/main/java/frc/robot/subsystems/</a:t>
            </a:r>
          </a:p>
          <a:p xmlns:a="http://schemas.openxmlformats.org/drawingml/2006/main">
            <a:r>
              <a:t>- https://github.wpilib.org/allwpilib/docs/release/java/edu/wpi/first/wpilibj2/command/CommandScheduler.html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robotInit() runs once when the robot program starts and creates the single RobotContainer.</a:t>
            </a:r>
          </a:p>
          <a:p xmlns:a="http://schemas.openxmlformats.org/drawingml/2006/main">
            <a:r>
              <a:t>- RobotContainer creates the two CommandXboxController objects, four subsystem objects, drive-speed state, and camera connection.</a:t>
            </a:r>
          </a:p>
          <a:p xmlns:a="http://schemas.openxmlformats.org/drawingml/2006/main">
            <a:r>
              <a:t>- Each subsystem constructor creates the WPILib objects that represent the physical hardware, using the PWM channels, PCM module, and solenoid channels defined in Constants.</a:t>
            </a:r>
          </a:p>
          <a:p xmlns:a="http://schemas.openxmlformats.org/drawingml/2006/main">
            <a:r>
              <a:t>- The subsystem keeps those hardware objects private. Commands operate the robot by calling subsystem methods rather than accessing motors or solenoids directly.</a:t>
            </a:r>
          </a:p>
          <a:p xmlns:a="http://schemas.openxmlformats.org/drawingml/2006/main">
            <a:r>
              <a:t>- configureDefaultCommands() creates the continuous drive command and connects it to the driver-controller axis suppliers.</a:t>
            </a:r>
          </a:p>
          <a:p xmlns:a="http://schemas.openxmlformats.org/drawingml/2006/main">
            <a:r>
              <a:t>- configureBindings() creates the remaining command objects and connects them to the appropriate Xbox controller Trigger bindings.</a:t>
            </a:r>
          </a:p>
          <a:p xmlns:a="http://schemas.openxmlformats.org/drawingml/2006/main">
            <a:r>
              <a:t/>
            </a:r>
          </a:p>
          <a:p xmlns:a="http://schemas.openxmlformats.org/drawingml/2006/main">
            <a:r>
              <a:t>[Sources]</a:t>
            </a:r>
          </a:p>
          <a:p xmlns:a="http://schemas.openxmlformats.org/drawingml/2006/main">
            <a:r>
              <a:t>- C:/Users/dmona/2020FrcRobotCode/2020v2/2020/src/main/java/frc/robot/Robot.java</a:t>
            </a:r>
          </a:p>
          <a:p xmlns:a="http://schemas.openxmlformats.org/drawingml/2006/main">
            <a:r>
              <a:t>- C:/Users/dmona/2020FrcRobotCode/2020v2/2020/src/main/java/frc/robot/RobotContainer.java</a:t>
            </a:r>
          </a:p>
          <a:p xmlns:a="http://schemas.openxmlformats.org/drawingml/2006/main">
            <a:r>
              <a:t>- C:/Users/dmona/2020FrcRobotCode/2020v2/2020/src/main/java/frc/robot/subsystems/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5 established that each subsystem encapsulates hardware and provides methods for operating one mechanism.</a:t>
            </a:r>
          </a:p>
          <a:p xmlns:a="http://schemas.openxmlformats.org/drawingml/2006/main">
            <a:r>
              <a:t>- A command packages calls to those subsystem methods into a schedulable robot action.</a:t>
            </a:r>
          </a:p>
          <a:p xmlns:a="http://schemas.openxmlformats.org/drawingml/2006/main">
            <a:r>
              <a:t>- This project creates commands for driving, moving the belt, running the roller, toggling the climber, and selecting slow-drive mode.</a:t>
            </a:r>
          </a:p>
          <a:p xmlns:a="http://schemas.openxmlformats.org/drawingml/2006/main">
            <a:r>
              <a:t>- Commands keep controller bindings separate from hardware-control details.</a:t>
            </a:r>
          </a:p>
          <a:p xmlns:a="http://schemas.openxmlformats.org/drawingml/2006/main">
            <a:r>
              <a:t>- Each command declares the subsystem it requires, allowing CommandScheduler to prevent conflicting actions.</a:t>
            </a:r>
          </a:p>
          <a:p xmlns:a="http://schemas.openxmlformats.org/drawingml/2006/main">
            <a:r>
              <a:t>- The same command can be scheduled by a controller Trigger or used later as part of an autonomous routine.</a:t>
            </a:r>
          </a:p>
          <a:p xmlns:a="http://schemas.openxmlformats.org/drawingml/2006/main">
            <a:r>
              <a:t/>
            </a:r>
          </a:p>
          <a:p xmlns:a="http://schemas.openxmlformats.org/drawingml/2006/main">
            <a:r>
              <a:t>[Sources]</a:t>
            </a:r>
          </a:p>
          <a:p xmlns:a="http://schemas.openxmlformats.org/drawingml/2006/main">
            <a:r>
              <a:t>- C:/Users/dmona/2020FrcRobotCode/2020v2/2020/src/main/java/frc/robot/RobotContainer.java</a:t>
            </a:r>
          </a:p>
          <a:p xmlns:a="http://schemas.openxmlformats.org/drawingml/2006/main">
            <a:r>
              <a:t>- C:/Users/dmona/2020FrcRobotCode/2020v2/2020/src/main/java/frc/robot/commands/</a:t>
            </a:r>
          </a:p>
          <a:p xmlns:a="http://schemas.openxmlformats.org/drawingml/2006/main">
            <a:r>
              <a:t>- C:/Users/dmona/2020FrcRobotCode/2020v2/2020/src/main/java/frc/robot/subsystems/</a:t>
            </a:r>
          </a:p>
          <a:p xmlns:a="http://schemas.openxmlformats.org/drawingml/2006/main">
            <a:r>
              <a:t>- https://github.wpilib.org/allwpilib/docs/release/java/edu/wpi/first/wpilibj2/command/Command.html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CommandXboxController button methods return Trigger objects. RobotContainer binds operator A, B, X, and Y and driver rightBumper() directly to commands with Trigger.whileTrue or Trigger.onTrue.</a:t>
            </a:r>
          </a:p>
          <a:p xmlns:a="http://schemas.openxmlformats.org/drawingml/2006/main">
            <a:r>
              <a:t/>
            </a:r>
          </a:p>
          <a:p xmlns:a="http://schemas.openxmlformats.org/drawingml/2006/main">
            <a:r>
              <a:t>[Sources]</a:t>
            </a:r>
          </a:p>
          <a:p xmlns:a="http://schemas.openxmlformats.org/drawingml/2006/main">
            <a:r>
              <a:t>- https://github.wpilib.org/allwpilib/docs/release/java/edu/wpi/first/wpilibj2/command/button/Trigger.html</a:t>
            </a:r>
          </a:p>
          <a:p xmlns:a="http://schemas.openxmlformats.org/drawingml/2006/main">
            <a:r>
              <a:t>- C:/Users/dmona/2020FrcRobotCode/2020v2/2020/src/main/java/frc/robot/RobotContainer.java</a:t>
            </a:r>
          </a:p>
          <a:p xmlns:a="http://schemas.openxmlformats.org/drawingml/2006/main">
            <a:r>
              <a:t>- C:/Users/dmona/2020FrcRobotCode/2020v2/2020/src/main/java/frc/robot/Constants.java</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This project follows the standard WPILib Java structure: Robot extends TimedRobot, which provides the robot's periodic execution loop.</a:t>
            </a:r>
          </a:p>
          <a:p xmlns:a="http://schemas.openxmlformats.org/drawingml/2006/main">
            <a:r>
              <a:t>- By default, the WPILib robot library calls robotPeriodic() every 20 milliseconds, or about 50 times per second.</a:t>
            </a:r>
          </a:p>
          <a:p xmlns:a="http://schemas.openxmlformats.org/drawingml/2006/main">
            <a:r>
              <a:t>- Each call to robotPeriodic() calls CommandScheduler.run(), producing one scheduler iteration.</a:t>
            </a:r>
          </a:p>
          <a:p xmlns:a="http://schemas.openxmlformats.org/drawingml/2006/main">
            <a:r>
              <a:t>- During an iteration, the scheduler runs subsystem periodic methods, polls Trigger bindings, and schedules or cancels commands.</a:t>
            </a:r>
          </a:p>
          <a:p xmlns:a="http://schemas.openxmlformats.org/drawingml/2006/main">
            <a:r>
              <a:t>- It then executes scheduled commands, ends commands that have finished or were canceled, and schedules default commands for available subsystems.</a:t>
            </a:r>
          </a:p>
          <a:p xmlns:a="http://schemas.openxmlformats.org/drawingml/2006/main">
            <a:r>
              <a:t>- Command methods must return promptly. A blocking method prevents the scheduler from completing that robot-loop iteration.</a:t>
            </a:r>
          </a:p>
          <a:p xmlns:a="http://schemas.openxmlformats.org/drawingml/2006/main">
            <a:r>
              <a:t/>
            </a:r>
          </a:p>
          <a:p xmlns:a="http://schemas.openxmlformats.org/drawingml/2006/main">
            <a:r>
              <a:t>[Sources]</a:t>
            </a:r>
          </a:p>
          <a:p xmlns:a="http://schemas.openxmlformats.org/drawingml/2006/main">
            <a:r>
              <a:t>- C:/Users/dmona/2020FrcRobotCode/2020v2/2020/src/main/java/frc/robot/Robot.java</a:t>
            </a:r>
          </a:p>
          <a:p xmlns:a="http://schemas.openxmlformats.org/drawingml/2006/main">
            <a:r>
              <a:t>- https://github.wpilib.org/allwpilib/docs/release/java/edu/wpi/first/wpilibj/TimedRobot.html</a:t>
            </a:r>
          </a:p>
          <a:p xmlns:a="http://schemas.openxmlformats.org/drawingml/2006/main">
            <a:r>
              <a:t>- https://github.wpilib.org/allwpilib/docs/release/java/edu/wpi/first/wpilibj2/command/CommandScheduler.html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initialize() runs once when the scheduler starts the command.</a:t>
            </a:r>
          </a:p>
          <a:p xmlns:a="http://schemas.openxmlformats.org/drawingml/2006/main">
            <a:r>
              <a:t>- execute() runs once during each scheduler iteration and calls the required subsystem methods.</a:t>
            </a:r>
          </a:p>
          <a:p xmlns:a="http://schemas.openxmlformats.org/drawingml/2006/main">
            <a:r>
              <a:t>- isFinished() tells the scheduler whether the command has completed.</a:t>
            </a:r>
          </a:p>
          <a:p xmlns:a="http://schemas.openxmlformats.org/drawingml/2006/main">
            <a:r>
              <a:t>- If isFinished() returns false, the command remains scheduled and executes again during the next iteration.</a:t>
            </a:r>
          </a:p>
          <a:p xmlns:a="http://schemas.openxmlformats.org/drawingml/2006/main">
            <a:r>
              <a:t>- end(false) runs after normal completion, while end(true) runs after cancellation or interruption.</a:t>
            </a:r>
          </a:p>
          <a:p xmlns:a="http://schemas.openxmlformats.org/drawingml/2006/main">
            <a:r>
              <a:t>- Cleanup belongs in end(). The belt and roller commands stop their motors there.</a:t>
            </a:r>
          </a:p>
          <a:p xmlns:a="http://schemas.openxmlformats.org/drawingml/2006/main">
            <a:r>
              <a:t/>
            </a:r>
          </a:p>
          <a:p xmlns:a="http://schemas.openxmlformats.org/drawingml/2006/main">
            <a:r>
              <a:t>[Sources]</a:t>
            </a:r>
          </a:p>
          <a:p xmlns:a="http://schemas.openxmlformats.org/drawingml/2006/main">
            <a:r>
              <a:t>- C:/Users/dmona/2020FrcRobotCode/2020v2/2020/src/main/java/frc/robot/commands/</a:t>
            </a:r>
          </a:p>
          <a:p xmlns:a="http://schemas.openxmlformats.org/drawingml/2006/main">
            <a:r>
              <a:t>- https://github.wpilib.org/allwpilib/docs/release/java/edu/wpi/first/wpilibj2/command/Command.html</a:t>
            </a:r>
          </a:p>
          <a:p xmlns:a="http://schemas.openxmlformats.org/drawingml/2006/main">
            <a:r>
              <a:t>- https://github.wpilib.org/allwpilib/docs/release/java/edu/wpi/first/wpilibj2/command/button/Trigger.html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Belt commands require BeltSubsystem. RollerCommand requires RollerSubsystem, so the scheduler may run a belt command and RollerCommand concurrently. It will not schedule two commands that require BeltSubsystem at the same time.</a:t>
            </a:r>
          </a:p>
          <a:p xmlns:a="http://schemas.openxmlformats.org/drawingml/2006/main">
            <a:r>
              <a:t/>
            </a:r>
          </a:p>
          <a:p xmlns:a="http://schemas.openxmlformats.org/drawingml/2006/main">
            <a:r>
              <a:t>[Sources]</a:t>
            </a:r>
          </a:p>
          <a:p xmlns:a="http://schemas.openxmlformats.org/drawingml/2006/main">
            <a:r>
              <a:t>- https://github.wpilib.org/allwpilib/docs/release/java/edu/wpi/first/wpilibj2/command/Command.html</a:t>
            </a:r>
          </a:p>
          <a:p xmlns:a="http://schemas.openxmlformats.org/drawingml/2006/main">
            <a:r>
              <a:t>- C:/Users/dmona/2020FrcRobotCode/2020v2/2020/src/main/java/frc/robot/commands/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driver Xbox controller supplies the left-stick and right-stick Y-axis values.</a:t>
            </a:r>
          </a:p>
          <a:p xmlns:a="http://schemas.openxmlformats.org/drawingml/2006/main">
            <a:r>
              <a:t>- DriveTeleopCommand is the default command for DriveSubsystem, so CommandScheduler schedules it whenever the subsystem is available.</a:t>
            </a:r>
          </a:p>
          <a:p xmlns:a="http://schemas.openxmlformats.org/drawingml/2006/main">
            <a:r>
              <a:t>- On each scheduler iteration, execute() reads both axis suppliers and applies the active normal or slow scale.</a:t>
            </a:r>
          </a:p>
          <a:p xmlns:a="http://schemas.openxmlformats.org/drawingml/2006/main">
            <a:r>
              <a:t>- DriveTeleopCommand calls DriveSubsystem.drive(left, right).</a:t>
            </a:r>
          </a:p>
          <a:p xmlns:a="http://schemas.openxmlformats.org/drawingml/2006/main">
            <a:r>
              <a:t>- DriveSubsystem sends the two values to four Talon objects on PWM channels 0 through 3.</a:t>
            </a:r>
          </a:p>
          <a:p xmlns:a="http://schemas.openxmlformats.org/drawingml/2006/main">
            <a:r>
              <a:t>- The right motor pair is inverted once inside DriveSubsystem so positive input drives both sides forward.</a:t>
            </a:r>
          </a:p>
          <a:p xmlns:a="http://schemas.openxmlformats.org/drawingml/2006/main">
            <a:r>
              <a:t/>
            </a:r>
          </a:p>
          <a:p xmlns:a="http://schemas.openxmlformats.org/drawingml/2006/main">
            <a:r>
              <a:t>[Sources]</a:t>
            </a:r>
          </a:p>
          <a:p xmlns:a="http://schemas.openxmlformats.org/drawingml/2006/main">
            <a:r>
              <a:t>- C:/Users/dmona/2020FrcRobotCode/2020v2/2020/src/main/java/frc/robot/RobotContainer.java</a:t>
            </a:r>
          </a:p>
          <a:p xmlns:a="http://schemas.openxmlformats.org/drawingml/2006/main">
            <a:r>
              <a:t>- C:/Users/dmona/2020FrcRobotCode/2020v2/2020/src/main/java/frc/robot/commands/DriveTeleopCommand.java</a:t>
            </a:r>
          </a:p>
          <a:p xmlns:a="http://schemas.openxmlformats.org/drawingml/2006/main">
            <a:r>
              <a:t>- C:/Users/dmona/2020FrcRobotCode/2020v2/2020/src/main/java/frc/robot/subsystems/DriveSubsystem.java</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operator A Trigger schedules BeltInCommand through whileTrue. BeltInCommand remains scheduled because isFinished() returns false. When A becomes false, the Trigger cancels the command and CommandScheduler calls end(true), which stops BeltSubsystem.</a:t>
            </a:r>
          </a:p>
          <a:p xmlns:a="http://schemas.openxmlformats.org/drawingml/2006/main">
            <a:r>
              <a:t/>
            </a:r>
          </a:p>
          <a:p xmlns:a="http://schemas.openxmlformats.org/drawingml/2006/main">
            <a:r>
              <a:t>[Sources]</a:t>
            </a:r>
          </a:p>
          <a:p xmlns:a="http://schemas.openxmlformats.org/drawingml/2006/main">
            <a:r>
              <a:t>- https://github.wpilib.org/allwpilib/docs/release/java/edu/wpi/first/wpilibj2/command/button/Trigger.html</a:t>
            </a:r>
          </a:p>
          <a:p xmlns:a="http://schemas.openxmlformats.org/drawingml/2006/main">
            <a:r>
              <a:t>- C:/Users/dmona/2020FrcRobotCode/2020v2/2020/src/main/java/frc/robot/RobotContainer.java</a:t>
            </a:r>
          </a:p>
          <a:p xmlns:a="http://schemas.openxmlformats.org/drawingml/2006/main">
            <a:r>
              <a:t>- C:/Users/dmona/2020FrcRobotCode/2020v2/2020/src/main/java/frc/robot/commands/BeltInCommand.java</a:t>
            </a:r>
          </a:p>
          <a:p xmlns:a="http://schemas.openxmlformats.org/drawingml/2006/main">
            <a:r>
              <a:t>- C:/Users/dmona/2020FrcRobotCode/2020v2/2020/src/main/java/frc/robot/subsystems/BeltSubsystem.java</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repeating the concrete reading path rather than summarizing the development process.</a:t>
            </a:r>
          </a:p>
          <a:p xmlns:a="http://schemas.openxmlformats.org/drawingml/2006/main">
            <a:r>
              <a:t/>
            </a:r>
          </a:p>
          <a:p xmlns:a="http://schemas.openxmlformats.org/drawingml/2006/main">
            <a:r>
              <a:t>[Sources]</a:t>
            </a:r>
          </a:p>
          <a:p xmlns:a="http://schemas.openxmlformats.org/drawingml/2006/main">
            <a:r>
              <a:t>- C:/Users/dmona/2020FrcRobotCode/2020v2/2020/src/main/java/frc/robot/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b25fc6b176740e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c6a19b62de34299" /><Relationship Type="http://schemas.openxmlformats.org/officeDocument/2006/relationships/slideLayout" Target="/ppt/slideLayouts/slideLayout1.xml" Id="R9133b666e8834d5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133b666e8834d5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c4cbe2f06ae4321" /><Relationship Type="http://schemas.openxmlformats.org/officeDocument/2006/relationships/notesSlide" Target="/ppt/notesSlides/notesSlide1.xml" Id="R60369a5d9a66449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e45d4e78d004072" /><Relationship Type="http://schemas.openxmlformats.org/officeDocument/2006/relationships/notesSlide" Target="/ppt/notesSlides/notesSlide2.xml" Id="Rb52a703188e64c6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70485040776449e" /><Relationship Type="http://schemas.openxmlformats.org/officeDocument/2006/relationships/notesSlide" Target="/ppt/notesSlides/notesSlide3.xml" Id="Rb5f32945bc3a4a1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dfa4d9a078d4762" /><Relationship Type="http://schemas.openxmlformats.org/officeDocument/2006/relationships/notesSlide" Target="/ppt/notesSlides/notesSlide4.xml" Id="R5378f6892be1476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c3d5d4789104354" /><Relationship Type="http://schemas.openxmlformats.org/officeDocument/2006/relationships/image" Target="/ppt/media/image.png" Id="R5cf8e27e84414764" /><Relationship Type="http://schemas.openxmlformats.org/officeDocument/2006/relationships/notesSlide" Target="/ppt/notesSlides/notesSlide5.xml" Id="R4c513f439500406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46cace28bb84a5c" /><Relationship Type="http://schemas.openxmlformats.org/officeDocument/2006/relationships/notesSlide" Target="/ppt/notesSlides/notesSlide6.xml" Id="Rec20805e2dab4be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ba31dfffe2742fc" /><Relationship Type="http://schemas.openxmlformats.org/officeDocument/2006/relationships/notesSlide" Target="/ppt/notesSlides/notesSlide7.xml" Id="R056893cb416f406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f32c5db856f43b3" /><Relationship Type="http://schemas.openxmlformats.org/officeDocument/2006/relationships/notesSlide" Target="/ppt/notesSlides/notesSlide8.xml" Id="R62fe472959ab493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a496c91ff314edc" /><Relationship Type="http://schemas.openxmlformats.org/officeDocument/2006/relationships/notesSlide" Target="/ppt/notesSlides/notesSlide9.xml" Id="R338a8d1fb2b84b2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7b75cc738a24747" /><Relationship Type="http://schemas.openxmlformats.org/officeDocument/2006/relationships/notesSlide" Target="/ppt/notesSlides/notesSlide10.xml" Id="R9c3af07511d043f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966cc80f11644de" /><Relationship Type="http://schemas.openxmlformats.org/officeDocument/2006/relationships/notesSlide" Target="/ppt/notesSlides/notesSlide11.xml" Id="R5412e779d1bf42f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70eb4baeea04479" /><Relationship Type="http://schemas.openxmlformats.org/officeDocument/2006/relationships/notesSlide" Target="/ppt/notesSlides/notesSlide12.xml" Id="Rb309273e3e854f1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ac56967ff1d4d06" /><Relationship Type="http://schemas.openxmlformats.org/officeDocument/2006/relationships/notesSlide" Target="/ppt/notesSlides/notesSlide13.xml" Id="Rb303981b589d463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bb3509ac8b941cc" /><Relationship Type="http://schemas.openxmlformats.org/officeDocument/2006/relationships/notesSlide" Target="/ppt/notesSlides/notesSlide14.xml" Id="R1265e06c0ed74f7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2aa4211be6d4284" /><Relationship Type="http://schemas.openxmlformats.org/officeDocument/2006/relationships/notesSlide" Target="/ppt/notesSlides/notesSlide15.xml" Id="R94a27424cfb948b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faef6bb70f04cf6" /><Relationship Type="http://schemas.openxmlformats.org/officeDocument/2006/relationships/notesSlide" Target="/ppt/notesSlides/notesSlide16.xml" Id="Rc15bcbe49f0541a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3be14d016934deb" /><Relationship Type="http://schemas.openxmlformats.org/officeDocument/2006/relationships/notesSlide" Target="/ppt/notesSlides/notesSlide17.xml" Id="Rf4b3b1778c8a45f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5f56c0f69d7461e" /><Relationship Type="http://schemas.openxmlformats.org/officeDocument/2006/relationships/notesSlide" Target="/ppt/notesSlides/notesSlide18.xml" Id="R7c547294cf9946ae" /></Relationships>
</file>

<file path=ppt/slides/slide1.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F38A124-D1EA-4DE7-A661-E5756A5CE10B}"/>
              </a:ext>
            </a:extLst>
          </p:cNvPr>
          <p:cNvSpPr>
            <a:spLocks xmlns:a="http://schemas.openxmlformats.org/drawingml/2006/main" noGrp="1"/>
          </p:cNvSpPr>
          <p:nvPr/>
        </p:nvSpPr>
        <p:spPr>
          <a:xfrm xmlns:a="http://schemas.openxmlformats.org/drawingml/2006/main">
            <a:off x="609600" y="7810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1">
                <a:solidFill>
                  <a:srgbClr val="42C6FF"/>
                </a:solidFill>
                <a:latin typeface="Aptos"/>
                <a:ea typeface="Aptos"/>
                <a:cs typeface="Aptos"/>
              </a:defRPr>
            </a:pPr>
            <a:r>
              <a:rPr sz="1200" b="1">
                <a:solidFill>
                  <a:srgbClr val="42C6FF"/>
                </a:solidFill>
                <a:latin typeface="Aptos"/>
                <a:ea typeface="Aptos"/>
                <a:cs typeface="Aptos"/>
              </a:rPr>
              <a:t>FRC ROBOT SOFTWARE</a:t>
            </a:r>
          </a:p>
        </p:txBody>
      </p:sp>
      <p:sp>
        <p:nvSpPr>
          <p:cNvPr id="2" name="">
            <a:extLst xmlns:a="http://schemas.openxmlformats.org/drawingml/2006/main">
              <a:ext uri="{FF2B5EF4-FFF2-40B4-BE49-F238E27FC236}">
                <a16:creationId xmlns:a16="http://schemas.microsoft.com/office/drawing/2014/main" id="{64F6DE1D-E2E0-4270-8D35-B58DE85E25E9}"/>
              </a:ext>
            </a:extLst>
          </p:cNvPr>
          <p:cNvSpPr>
            <a:spLocks xmlns:a="http://schemas.openxmlformats.org/drawingml/2006/main" noGrp="1"/>
          </p:cNvSpPr>
          <p:nvPr/>
        </p:nvSpPr>
        <p:spPr>
          <a:xfrm xmlns:a="http://schemas.openxmlformats.org/drawingml/2006/main">
            <a:off x="609600" y="1352550"/>
            <a:ext cx="72390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4000"/>
              </a:lnSpc>
              <a:buNone/>
              <a:defRPr sz="3900" b="1">
                <a:solidFill>
                  <a:srgbClr val="F4F7FB"/>
                </a:solidFill>
                <a:latin typeface="Aptos"/>
                <a:ea typeface="Aptos"/>
                <a:cs typeface="Aptos"/>
              </a:defRPr>
            </a:pPr>
            <a:r>
              <a:rPr sz="3900" b="1">
                <a:solidFill>
                  <a:srgbClr val="F4F7FB"/>
                </a:solidFill>
                <a:latin typeface="Aptos"/>
                <a:ea typeface="Aptos"/>
                <a:cs typeface="Aptos"/>
              </a:rPr>
              <a:t>The finished command-based</a:t>
            </a:r>
          </a:p>
          <a:p xmlns:a="http://schemas.openxmlformats.org/drawingml/2006/main">
            <a:pPr algn="l">
              <a:lnSpc>
                <a:spcPct val="94000"/>
              </a:lnSpc>
              <a:buNone/>
              <a:defRPr sz="3900" b="1">
                <a:solidFill>
                  <a:srgbClr val="F4F7FB"/>
                </a:solidFill>
                <a:latin typeface="Aptos"/>
                <a:ea typeface="Aptos"/>
                <a:cs typeface="Aptos"/>
              </a:defRPr>
            </a:pPr>
            <a:r>
              <a:rPr sz="3900" b="1">
                <a:solidFill>
                  <a:srgbClr val="F4F7FB"/>
                </a:solidFill>
                <a:latin typeface="Aptos"/>
                <a:ea typeface="Aptos"/>
                <a:cs typeface="Aptos"/>
              </a:rPr>
              <a:t>robot implementation</a:t>
            </a:r>
          </a:p>
        </p:txBody>
      </p:sp>
      <p:sp>
        <p:nvSpPr>
          <p:cNvPr id="3" name="">
            <a:extLst xmlns:a="http://schemas.openxmlformats.org/drawingml/2006/main">
              <a:ext uri="{FF2B5EF4-FFF2-40B4-BE49-F238E27FC236}">
                <a16:creationId xmlns:a16="http://schemas.microsoft.com/office/drawing/2014/main" id="{B1D5F32E-A4DF-4A94-8E76-A9060344D11C}"/>
              </a:ext>
            </a:extLst>
          </p:cNvPr>
          <p:cNvSpPr>
            <a:spLocks xmlns:a="http://schemas.openxmlformats.org/drawingml/2006/main" noGrp="1"/>
          </p:cNvSpPr>
          <p:nvPr/>
        </p:nvSpPr>
        <p:spPr>
          <a:xfrm xmlns:a="http://schemas.openxmlformats.org/drawingml/2006/main">
            <a:off x="609600" y="3048000"/>
            <a:ext cx="6667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725" b="0">
                <a:solidFill>
                  <a:srgbClr val="A9B8CA"/>
                </a:solidFill>
                <a:latin typeface="Aptos"/>
                <a:ea typeface="Aptos"/>
                <a:cs typeface="Aptos"/>
              </a:defRPr>
            </a:pPr>
            <a:r>
              <a:rPr sz="1725" b="0">
                <a:solidFill>
                  <a:srgbClr val="A9B8CA"/>
                </a:solidFill>
                <a:latin typeface="Aptos"/>
                <a:ea typeface="Aptos"/>
                <a:cs typeface="Aptos"/>
              </a:rPr>
              <a:t>Four questions connect the robot's jobs, subsystems, hardware, and software</a:t>
            </a:r>
          </a:p>
        </p:txBody>
      </p:sp>
      <p:sp>
        <p:nvSpPr>
          <p:cNvPr id="4" name="architecture-panel">
            <a:extLst xmlns:a="http://schemas.openxmlformats.org/drawingml/2006/main">
              <a:ext uri="{FF2B5EF4-FFF2-40B4-BE49-F238E27FC236}">
                <a16:creationId xmlns:a16="http://schemas.microsoft.com/office/drawing/2014/main" id="{7183396E-3FF3-4395-8840-D2A05F51149F}"/>
              </a:ext>
            </a:extLst>
          </p:cNvPr>
          <p:cNvSpPr>
            <a:spLocks xmlns:a="http://schemas.openxmlformats.org/drawingml/2006/main" noGrp="1"/>
          </p:cNvSpPr>
          <p:nvPr/>
        </p:nvSpPr>
        <p:spPr>
          <a:xfrm xmlns:a="http://schemas.openxmlformats.org/drawingml/2006/main">
            <a:off x="8248650" y="1066800"/>
            <a:ext cx="2952750" cy="4000500"/>
          </a:xfrm>
          <a:prstGeom xmlns:a="http://schemas.openxmlformats.org/drawingml/2006/main" prst="roundRect">
            <a:avLst>
              <a:gd name="adj" fmla="val 5806"/>
            </a:avLst>
          </a:prstGeom>
          <a:solidFill xmlns:a="http://schemas.openxmlformats.org/drawingml/2006/main">
            <a:srgbClr val="101E31"/>
          </a:solidFill>
          <a:ln xmlns:a="http://schemas.openxmlformats.org/drawingml/2006/main" w="9525">
            <a:solidFill>
              <a:srgbClr val="2D425B"/>
            </a:solidFill>
            <a:prstDash val="solid"/>
          </a:ln>
        </p:spPr>
      </p:sp>
      <p:sp>
        <p:nvSpPr>
          <p:cNvPr id="5" name="">
            <a:extLst xmlns:a="http://schemas.openxmlformats.org/drawingml/2006/main">
              <a:ext uri="{FF2B5EF4-FFF2-40B4-BE49-F238E27FC236}">
                <a16:creationId xmlns:a16="http://schemas.microsoft.com/office/drawing/2014/main" id="{18A906FD-D4F0-4A99-B450-31B0079042E0}"/>
              </a:ext>
            </a:extLst>
          </p:cNvPr>
          <p:cNvSpPr>
            <a:spLocks xmlns:a="http://schemas.openxmlformats.org/drawingml/2006/main" noGrp="1"/>
          </p:cNvSpPr>
          <p:nvPr/>
        </p:nvSpPr>
        <p:spPr>
          <a:xfrm xmlns:a="http://schemas.openxmlformats.org/drawingml/2006/main">
            <a:off x="8648700" y="1466850"/>
            <a:ext cx="2133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500" b="1">
                <a:solidFill>
                  <a:srgbClr val="FFB64D"/>
                </a:solidFill>
                <a:latin typeface="Aptos"/>
                <a:ea typeface="Aptos"/>
                <a:cs typeface="Aptos"/>
              </a:defRPr>
            </a:pPr>
            <a:r>
              <a:rPr sz="1500" b="1">
                <a:solidFill>
                  <a:srgbClr val="FFB64D"/>
                </a:solidFill>
                <a:latin typeface="Aptos"/>
                <a:ea typeface="Aptos"/>
                <a:cs typeface="Aptos"/>
              </a:rPr>
              <a:t>ROBOT JOBS</a:t>
            </a:r>
          </a:p>
        </p:txBody>
      </p:sp>
      <p:sp>
        <p:nvSpPr>
          <p:cNvPr id="6" name="">
            <a:extLst xmlns:a="http://schemas.openxmlformats.org/drawingml/2006/main">
              <a:ext uri="{FF2B5EF4-FFF2-40B4-BE49-F238E27FC236}">
                <a16:creationId xmlns:a16="http://schemas.microsoft.com/office/drawing/2014/main" id="{E2D385A6-3032-4401-B6CD-B2EFB96F2027}"/>
              </a:ext>
            </a:extLst>
          </p:cNvPr>
          <p:cNvSpPr>
            <a:spLocks xmlns:a="http://schemas.openxmlformats.org/drawingml/2006/main" noGrp="1"/>
          </p:cNvSpPr>
          <p:nvPr/>
        </p:nvSpPr>
        <p:spPr>
          <a:xfrm xmlns:a="http://schemas.openxmlformats.org/drawingml/2006/main">
            <a:off x="9467850" y="1828800"/>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800" b="1">
                <a:solidFill>
                  <a:srgbClr val="5E7188"/>
                </a:solidFill>
                <a:latin typeface="Aptos"/>
                <a:ea typeface="Aptos"/>
                <a:cs typeface="Aptos"/>
              </a:defRPr>
            </a:pPr>
            <a:r>
              <a:rPr sz="1800" b="1">
                <a:solidFill>
                  <a:srgbClr val="5E7188"/>
                </a:solidFill>
                <a:latin typeface="Aptos"/>
                <a:ea typeface="Aptos"/>
                <a:cs typeface="Aptos"/>
              </a:rPr>
              <a:t>↓</a:t>
            </a:r>
          </a:p>
        </p:txBody>
      </p:sp>
      <p:sp>
        <p:nvSpPr>
          <p:cNvPr id="7" name="">
            <a:extLst xmlns:a="http://schemas.openxmlformats.org/drawingml/2006/main">
              <a:ext uri="{FF2B5EF4-FFF2-40B4-BE49-F238E27FC236}">
                <a16:creationId xmlns:a16="http://schemas.microsoft.com/office/drawing/2014/main" id="{781753BB-68E3-4475-B2E1-44FC68694DF6}"/>
              </a:ext>
            </a:extLst>
          </p:cNvPr>
          <p:cNvSpPr>
            <a:spLocks xmlns:a="http://schemas.openxmlformats.org/drawingml/2006/main" noGrp="1"/>
          </p:cNvSpPr>
          <p:nvPr/>
        </p:nvSpPr>
        <p:spPr>
          <a:xfrm xmlns:a="http://schemas.openxmlformats.org/drawingml/2006/main">
            <a:off x="8648700" y="2305050"/>
            <a:ext cx="2133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500" b="1">
                <a:solidFill>
                  <a:srgbClr val="42C6FF"/>
                </a:solidFill>
                <a:latin typeface="Aptos"/>
                <a:ea typeface="Aptos"/>
                <a:cs typeface="Aptos"/>
              </a:defRPr>
            </a:pPr>
            <a:r>
              <a:rPr sz="1500" b="1">
                <a:solidFill>
                  <a:srgbClr val="42C6FF"/>
                </a:solidFill>
                <a:latin typeface="Aptos"/>
                <a:ea typeface="Aptos"/>
                <a:cs typeface="Aptos"/>
              </a:rPr>
              <a:t>SUBSYSTEMS</a:t>
            </a:r>
          </a:p>
        </p:txBody>
      </p:sp>
      <p:sp>
        <p:nvSpPr>
          <p:cNvPr id="8" name="">
            <a:extLst xmlns:a="http://schemas.openxmlformats.org/drawingml/2006/main">
              <a:ext uri="{FF2B5EF4-FFF2-40B4-BE49-F238E27FC236}">
                <a16:creationId xmlns:a16="http://schemas.microsoft.com/office/drawing/2014/main" id="{809D31C3-E416-49C0-97F2-A9510567CA58}"/>
              </a:ext>
            </a:extLst>
          </p:cNvPr>
          <p:cNvSpPr>
            <a:spLocks xmlns:a="http://schemas.openxmlformats.org/drawingml/2006/main" noGrp="1"/>
          </p:cNvSpPr>
          <p:nvPr/>
        </p:nvSpPr>
        <p:spPr>
          <a:xfrm xmlns:a="http://schemas.openxmlformats.org/drawingml/2006/main">
            <a:off x="9467850" y="2667000"/>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800" b="1">
                <a:solidFill>
                  <a:srgbClr val="5E7188"/>
                </a:solidFill>
                <a:latin typeface="Aptos"/>
                <a:ea typeface="Aptos"/>
                <a:cs typeface="Aptos"/>
              </a:defRPr>
            </a:pPr>
            <a:r>
              <a:rPr sz="1800" b="1">
                <a:solidFill>
                  <a:srgbClr val="5E7188"/>
                </a:solidFill>
                <a:latin typeface="Aptos"/>
                <a:ea typeface="Aptos"/>
                <a:cs typeface="Aptos"/>
              </a:rPr>
              <a:t>↓</a:t>
            </a:r>
          </a:p>
        </p:txBody>
      </p:sp>
      <p:sp>
        <p:nvSpPr>
          <p:cNvPr id="9" name="">
            <a:extLst xmlns:a="http://schemas.openxmlformats.org/drawingml/2006/main">
              <a:ext uri="{FF2B5EF4-FFF2-40B4-BE49-F238E27FC236}">
                <a16:creationId xmlns:a16="http://schemas.microsoft.com/office/drawing/2014/main" id="{407B3FD6-1BB9-43CF-BA99-92AD8A0219B0}"/>
              </a:ext>
            </a:extLst>
          </p:cNvPr>
          <p:cNvSpPr>
            <a:spLocks xmlns:a="http://schemas.openxmlformats.org/drawingml/2006/main" noGrp="1"/>
          </p:cNvSpPr>
          <p:nvPr/>
        </p:nvSpPr>
        <p:spPr>
          <a:xfrm xmlns:a="http://schemas.openxmlformats.org/drawingml/2006/main">
            <a:off x="8648700" y="3143250"/>
            <a:ext cx="2133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500" b="1">
                <a:solidFill>
                  <a:srgbClr val="62D48A"/>
                </a:solidFill>
                <a:latin typeface="Aptos"/>
                <a:ea typeface="Aptos"/>
                <a:cs typeface="Aptos"/>
              </a:defRPr>
            </a:pPr>
            <a:r>
              <a:rPr sz="1500" b="1">
                <a:solidFill>
                  <a:srgbClr val="62D48A"/>
                </a:solidFill>
                <a:latin typeface="Aptos"/>
                <a:ea typeface="Aptos"/>
                <a:cs typeface="Aptos"/>
              </a:rPr>
              <a:t>HARDWARE</a:t>
            </a:r>
          </a:p>
        </p:txBody>
      </p:sp>
      <p:sp>
        <p:nvSpPr>
          <p:cNvPr id="10" name="">
            <a:extLst xmlns:a="http://schemas.openxmlformats.org/drawingml/2006/main">
              <a:ext uri="{FF2B5EF4-FFF2-40B4-BE49-F238E27FC236}">
                <a16:creationId xmlns:a16="http://schemas.microsoft.com/office/drawing/2014/main" id="{EE4E171E-1B60-4124-87AB-A5A8B7BC6BA8}"/>
              </a:ext>
            </a:extLst>
          </p:cNvPr>
          <p:cNvSpPr>
            <a:spLocks xmlns:a="http://schemas.openxmlformats.org/drawingml/2006/main" noGrp="1"/>
          </p:cNvSpPr>
          <p:nvPr/>
        </p:nvSpPr>
        <p:spPr>
          <a:xfrm xmlns:a="http://schemas.openxmlformats.org/drawingml/2006/main">
            <a:off x="9467850" y="3505200"/>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800" b="1">
                <a:solidFill>
                  <a:srgbClr val="5E7188"/>
                </a:solidFill>
                <a:latin typeface="Aptos"/>
                <a:ea typeface="Aptos"/>
                <a:cs typeface="Aptos"/>
              </a:defRPr>
            </a:pPr>
            <a:r>
              <a:rPr sz="1800" b="1">
                <a:solidFill>
                  <a:srgbClr val="5E7188"/>
                </a:solidFill>
                <a:latin typeface="Aptos"/>
                <a:ea typeface="Aptos"/>
                <a:cs typeface="Aptos"/>
              </a:rPr>
              <a:t>↓</a:t>
            </a:r>
          </a:p>
        </p:txBody>
      </p:sp>
      <p:sp>
        <p:nvSpPr>
          <p:cNvPr id="11" name="">
            <a:extLst xmlns:a="http://schemas.openxmlformats.org/drawingml/2006/main">
              <a:ext uri="{FF2B5EF4-FFF2-40B4-BE49-F238E27FC236}">
                <a16:creationId xmlns:a16="http://schemas.microsoft.com/office/drawing/2014/main" id="{4BD472FD-713A-4C23-8316-9844D67AFF67}"/>
              </a:ext>
            </a:extLst>
          </p:cNvPr>
          <p:cNvSpPr>
            <a:spLocks xmlns:a="http://schemas.openxmlformats.org/drawingml/2006/main" noGrp="1"/>
          </p:cNvSpPr>
          <p:nvPr/>
        </p:nvSpPr>
        <p:spPr>
          <a:xfrm xmlns:a="http://schemas.openxmlformats.org/drawingml/2006/main">
            <a:off x="8648700" y="3981450"/>
            <a:ext cx="2133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500" b="1">
                <a:solidFill>
                  <a:srgbClr val="F4F7FB"/>
                </a:solidFill>
                <a:latin typeface="Aptos"/>
                <a:ea typeface="Aptos"/>
                <a:cs typeface="Aptos"/>
              </a:defRPr>
            </a:pPr>
            <a:r>
              <a:rPr sz="1500" b="1">
                <a:solidFill>
                  <a:srgbClr val="F4F7FB"/>
                </a:solidFill>
                <a:latin typeface="Aptos"/>
                <a:ea typeface="Aptos"/>
                <a:cs typeface="Aptos"/>
              </a:rPr>
              <a:t>SOFTWARE</a:t>
            </a:r>
          </a:p>
        </p:txBody>
      </p:sp>
      <p:sp>
        <p:nvSpPr>
          <p:cNvPr id="12" name="">
            <a:extLst xmlns:a="http://schemas.openxmlformats.org/drawingml/2006/main">
              <a:ext uri="{FF2B5EF4-FFF2-40B4-BE49-F238E27FC236}">
                <a16:creationId xmlns:a16="http://schemas.microsoft.com/office/drawing/2014/main" id="{90C08C96-3D5E-4836-BD01-634782CE4246}"/>
              </a:ext>
            </a:extLst>
          </p:cNvPr>
          <p:cNvSpPr>
            <a:spLocks xmlns:a="http://schemas.openxmlformats.org/drawingml/2006/main" noGrp="1"/>
          </p:cNvSpPr>
          <p:nvPr/>
        </p:nvSpPr>
        <p:spPr>
          <a:xfrm xmlns:a="http://schemas.openxmlformats.org/drawingml/2006/main">
            <a:off x="609600" y="5810250"/>
            <a:ext cx="361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FFB64D"/>
                </a:solidFill>
                <a:latin typeface="Aptos"/>
                <a:ea typeface="Aptos"/>
                <a:cs typeface="Aptos"/>
              </a:defRPr>
            </a:pPr>
            <a:r>
              <a:rPr sz="1500" b="1">
                <a:solidFill>
                  <a:srgbClr val="FFB64D"/>
                </a:solidFill>
                <a:latin typeface="Aptos"/>
                <a:ea typeface="Aptos"/>
                <a:cs typeface="Aptos"/>
              </a:rPr>
              <a:t>WPILib 2026.2.1</a:t>
            </a:r>
          </a:p>
        </p:txBody>
      </p:sp>
      <p:sp>
        <p:nvSpPr>
          <p:cNvPr id="13" name="footer-left">
            <a:extLst xmlns:a="http://schemas.openxmlformats.org/drawingml/2006/main">
              <a:ext uri="{FF2B5EF4-FFF2-40B4-BE49-F238E27FC236}">
                <a16:creationId xmlns:a16="http://schemas.microsoft.com/office/drawing/2014/main" id="{730E9125-7A65-4727-9BFE-4D45A12CCE68}"/>
              </a:ext>
            </a:extLst>
          </p:cNvPr>
          <p:cNvSpPr>
            <a:spLocks xmlns:a="http://schemas.openxmlformats.org/drawingml/2006/main" noGrp="1"/>
          </p:cNvSpPr>
          <p:nvPr/>
        </p:nvSpPr>
        <p:spPr>
          <a:xfrm xmlns:a="http://schemas.openxmlformats.org/drawingml/2006/main">
            <a:off x="609600" y="64960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825" b="0">
                <a:solidFill>
                  <a:srgbClr val="5E7188"/>
                </a:solidFill>
                <a:latin typeface="Aptos"/>
                <a:ea typeface="Aptos"/>
                <a:cs typeface="Aptos"/>
              </a:defRPr>
            </a:pPr>
            <a:r>
              <a:rPr sz="825" b="0">
                <a:solidFill>
                  <a:srgbClr val="5E7188"/>
                </a:solidFill>
                <a:latin typeface="Aptos"/>
                <a:ea typeface="Aptos"/>
                <a:cs typeface="Aptos"/>
              </a:rPr>
              <a:t>2020 FRC robot | command-based implementation</a:t>
            </a:r>
          </a:p>
        </p:txBody>
      </p:sp>
      <p:sp>
        <p:nvSpPr>
          <p:cNvPr id="14" name="footer-number">
            <a:extLst xmlns:a="http://schemas.openxmlformats.org/drawingml/2006/main">
              <a:ext uri="{FF2B5EF4-FFF2-40B4-BE49-F238E27FC236}">
                <a16:creationId xmlns:a16="http://schemas.microsoft.com/office/drawing/2014/main" id="{681E125B-081A-4A64-95F0-82D8AE150130}"/>
              </a:ext>
            </a:extLst>
          </p:cNvPr>
          <p:cNvSpPr>
            <a:spLocks xmlns:a="http://schemas.openxmlformats.org/drawingml/2006/main" noGrp="1"/>
          </p:cNvSpPr>
          <p:nvPr/>
        </p:nvSpPr>
        <p:spPr>
          <a:xfrm xmlns:a="http://schemas.openxmlformats.org/drawingml/2006/main">
            <a:off x="11049000" y="647700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00" b="1">
                <a:solidFill>
                  <a:srgbClr val="5E7188"/>
                </a:solidFill>
                <a:latin typeface="Aptos"/>
                <a:ea typeface="Aptos"/>
                <a:cs typeface="Aptos"/>
              </a:defRPr>
            </a:pPr>
            <a:r>
              <a:rPr sz="900" b="1">
                <a:solidFill>
                  <a:srgbClr val="5E7188"/>
                </a:solidFill>
                <a:latin typeface="Aptos"/>
                <a:ea typeface="Aptos"/>
                <a:cs typeface="Aptos"/>
              </a:rPr>
              <a:t>01</a:t>
            </a:r>
          </a:p>
        </p:txBody>
      </p:sp>
    </p:spTree>
    <p:extLst>
      <p:ext uri="{BB962C8B-B14F-4D97-AF65-F5344CB8AC3E}">
        <p14:creationId xmlns:p14="http://schemas.microsoft.com/office/powerpoint/2010/main" val="353936491"/>
      </p:ext>
    </p:extLst>
  </p:cSld>
</p:sld>
</file>

<file path=ppt/slides/slide2.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25" name="section-label">
            <a:extLst xmlns:a="http://schemas.openxmlformats.org/drawingml/2006/main">
              <a:ext uri="{FF2B5EF4-FFF2-40B4-BE49-F238E27FC236}">
                <a16:creationId xmlns:a16="http://schemas.microsoft.com/office/drawing/2014/main" id="{B920366A-E87B-4EE0-9356-6CBC40741619}"/>
              </a:ext>
            </a:extLst>
          </p:cNvPr>
          <p:cNvSpPr>
            <a:spLocks xmlns:a="http://schemas.openxmlformats.org/drawingml/2006/main" noGrp="1"/>
          </p:cNvSpPr>
          <p:nvPr/>
        </p:nvSpPr>
        <p:spPr>
          <a:xfrm xmlns:a="http://schemas.openxmlformats.org/drawingml/2006/main">
            <a:off x="609600" y="3048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 b="1">
                <a:solidFill>
                  <a:srgbClr val="42C6FF"/>
                </a:solidFill>
                <a:latin typeface="Aptos"/>
                <a:ea typeface="Aptos"/>
                <a:cs typeface="Aptos"/>
              </a:defRPr>
            </a:pPr>
            <a:r>
              <a:rPr sz="1050" b="1">
                <a:solidFill>
                  <a:srgbClr val="42C6FF"/>
                </a:solidFill>
                <a:latin typeface="Aptos"/>
                <a:ea typeface="Aptos"/>
                <a:cs typeface="Aptos"/>
              </a:rPr>
              <a:t>1 · ROBOT JOBS</a:t>
            </a:r>
          </a:p>
        </p:txBody>
      </p:sp>
      <p:sp>
        <p:nvSpPr>
          <p:cNvPr id="2" name="slide-title">
            <a:extLst xmlns:a="http://schemas.openxmlformats.org/drawingml/2006/main">
              <a:ext uri="{FF2B5EF4-FFF2-40B4-BE49-F238E27FC236}">
                <a16:creationId xmlns:a16="http://schemas.microsoft.com/office/drawing/2014/main" id="{E59923DF-0FEC-4EEC-A188-6111374A18FE}"/>
              </a:ext>
            </a:extLst>
          </p:cNvPr>
          <p:cNvSpPr>
            <a:spLocks xmlns:a="http://schemas.openxmlformats.org/drawingml/2006/main" noGrp="1"/>
          </p:cNvSpPr>
          <p:nvPr/>
        </p:nvSpPr>
        <p:spPr>
          <a:xfrm xmlns:a="http://schemas.openxmlformats.org/drawingml/2006/main">
            <a:off x="609600" y="533400"/>
            <a:ext cx="1076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2000"/>
              </a:lnSpc>
              <a:buNone/>
              <a:defRPr sz="2625" b="1">
                <a:solidFill>
                  <a:srgbClr val="F4F7FB"/>
                </a:solidFill>
                <a:latin typeface="Aptos"/>
                <a:ea typeface="Aptos"/>
                <a:cs typeface="Aptos"/>
              </a:defRPr>
            </a:pPr>
            <a:r>
              <a:rPr sz="2625" b="1">
                <a:solidFill>
                  <a:srgbClr val="F4F7FB"/>
                </a:solidFill>
                <a:latin typeface="Aptos"/>
                <a:ea typeface="Aptos"/>
                <a:cs typeface="Aptos"/>
              </a:rPr>
              <a:t>The robot drives, moves game pieces, scores, and climbs</a:t>
            </a:r>
          </a:p>
        </p:txBody>
      </p:sp>
      <p:sp>
        <p:nvSpPr>
          <p:cNvPr id="3" name="slide-subtitle">
            <a:extLst xmlns:a="http://schemas.openxmlformats.org/drawingml/2006/main">
              <a:ext uri="{FF2B5EF4-FFF2-40B4-BE49-F238E27FC236}">
                <a16:creationId xmlns:a16="http://schemas.microsoft.com/office/drawing/2014/main" id="{DFFE2078-C5DF-4DD3-9467-723396BA2C55}"/>
              </a:ext>
            </a:extLst>
          </p:cNvPr>
          <p:cNvSpPr>
            <a:spLocks xmlns:a="http://schemas.openxmlformats.org/drawingml/2006/main" noGrp="1"/>
          </p:cNvSpPr>
          <p:nvPr/>
        </p:nvSpPr>
        <p:spPr>
          <a:xfrm xmlns:a="http://schemas.openxmlformats.org/drawingml/2006/main">
            <a:off x="609600" y="13335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The finished robot gives its two operators four physical functions.</a:t>
            </a:r>
          </a:p>
        </p:txBody>
      </p:sp>
      <p:sp>
        <p:nvSpPr>
          <p:cNvPr id="4" name="title-rule">
            <a:extLst xmlns:a="http://schemas.openxmlformats.org/drawingml/2006/main">
              <a:ext uri="{FF2B5EF4-FFF2-40B4-BE49-F238E27FC236}">
                <a16:creationId xmlns:a16="http://schemas.microsoft.com/office/drawing/2014/main" id="{68D85D80-AE19-45D8-8B3A-55BA2ADD4489}"/>
              </a:ext>
            </a:extLst>
          </p:cNvPr>
          <p:cNvSpPr>
            <a:spLocks xmlns:a="http://schemas.openxmlformats.org/drawingml/2006/main" noGrp="1"/>
          </p:cNvSpPr>
          <p:nvPr/>
        </p:nvSpPr>
        <p:spPr>
          <a:xfrm xmlns:a="http://schemas.openxmlformats.org/drawingml/2006/main">
            <a:off x="609600" y="1657350"/>
            <a:ext cx="10972800" cy="19050"/>
          </a:xfrm>
          <a:prstGeom xmlns:a="http://schemas.openxmlformats.org/drawingml/2006/main" prst="rect">
            <a:avLst/>
          </a:prstGeom>
          <a:solidFill xmlns:a="http://schemas.openxmlformats.org/drawingml/2006/main">
            <a:srgbClr val="2D425B"/>
          </a:solidFill>
          <a:ln xmlns:a="http://schemas.openxmlformats.org/drawingml/2006/main" w="0">
            <a:noFill/>
            <a:prstDash val="solid"/>
          </a:ln>
        </p:spPr>
      </p:sp>
      <p:sp>
        <p:nvSpPr>
          <p:cNvPr id="5" name="domain-0">
            <a:extLst xmlns:a="http://schemas.openxmlformats.org/drawingml/2006/main">
              <a:ext uri="{FF2B5EF4-FFF2-40B4-BE49-F238E27FC236}">
                <a16:creationId xmlns:a16="http://schemas.microsoft.com/office/drawing/2014/main" id="{9E6DD2E8-DF25-415B-9AFD-86725B1045E2}"/>
              </a:ext>
            </a:extLst>
          </p:cNvPr>
          <p:cNvSpPr>
            <a:spLocks xmlns:a="http://schemas.openxmlformats.org/drawingml/2006/main" noGrp="1"/>
          </p:cNvSpPr>
          <p:nvPr/>
        </p:nvSpPr>
        <p:spPr>
          <a:xfrm xmlns:a="http://schemas.openxmlformats.org/drawingml/2006/main">
            <a:off x="609600" y="2076450"/>
            <a:ext cx="2400300" cy="2819400"/>
          </a:xfrm>
          <a:prstGeom xmlns:a="http://schemas.openxmlformats.org/drawingml/2006/main" prst="roundRect">
            <a:avLst>
              <a:gd name="adj" fmla="val 6349"/>
            </a:avLst>
          </a:prstGeom>
          <a:solidFill xmlns:a="http://schemas.openxmlformats.org/drawingml/2006/main">
            <a:srgbClr val="101E31"/>
          </a:solidFill>
          <a:ln xmlns:a="http://schemas.openxmlformats.org/drawingml/2006/main" w="9525">
            <a:solidFill>
              <a:srgbClr val="42C6FF"/>
            </a:solidFill>
            <a:prstDash val="solid"/>
          </a:ln>
        </p:spPr>
      </p:sp>
      <p:sp>
        <p:nvSpPr>
          <p:cNvPr id="6" name="">
            <a:extLst xmlns:a="http://schemas.openxmlformats.org/drawingml/2006/main">
              <a:ext uri="{FF2B5EF4-FFF2-40B4-BE49-F238E27FC236}">
                <a16:creationId xmlns:a16="http://schemas.microsoft.com/office/drawing/2014/main" id="{419B387F-8D24-4CBB-A29C-B833B1B71FC2}"/>
              </a:ext>
            </a:extLst>
          </p:cNvPr>
          <p:cNvSpPr>
            <a:spLocks xmlns:a="http://schemas.openxmlformats.org/drawingml/2006/main" noGrp="1"/>
          </p:cNvSpPr>
          <p:nvPr/>
        </p:nvSpPr>
        <p:spPr>
          <a:xfrm xmlns:a="http://schemas.openxmlformats.org/drawingml/2006/main">
            <a:off x="819150" y="2324100"/>
            <a:ext cx="1962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025" b="1">
                <a:solidFill>
                  <a:srgbClr val="42C6FF"/>
                </a:solidFill>
                <a:latin typeface="Aptos"/>
                <a:ea typeface="Aptos"/>
                <a:cs typeface="Aptos"/>
              </a:defRPr>
            </a:pPr>
            <a:r>
              <a:rPr sz="2025" b="1">
                <a:solidFill>
                  <a:srgbClr val="42C6FF"/>
                </a:solidFill>
                <a:latin typeface="Aptos"/>
                <a:ea typeface="Aptos"/>
                <a:cs typeface="Aptos"/>
              </a:rPr>
              <a:t>Drive</a:t>
            </a:r>
          </a:p>
        </p:txBody>
      </p:sp>
      <p:sp>
        <p:nvSpPr>
          <p:cNvPr id="7" name="">
            <a:extLst xmlns:a="http://schemas.openxmlformats.org/drawingml/2006/main">
              <a:ext uri="{FF2B5EF4-FFF2-40B4-BE49-F238E27FC236}">
                <a16:creationId xmlns:a16="http://schemas.microsoft.com/office/drawing/2014/main" id="{BE018474-D259-44EE-9715-94197C6F0546}"/>
              </a:ext>
            </a:extLst>
          </p:cNvPr>
          <p:cNvSpPr>
            <a:spLocks xmlns:a="http://schemas.openxmlformats.org/drawingml/2006/main" noGrp="1"/>
          </p:cNvSpPr>
          <p:nvPr/>
        </p:nvSpPr>
        <p:spPr>
          <a:xfrm xmlns:a="http://schemas.openxmlformats.org/drawingml/2006/main">
            <a:off x="819150" y="3048000"/>
            <a:ext cx="19621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75" b="1">
                <a:solidFill>
                  <a:srgbClr val="F4F7FB"/>
                </a:solidFill>
                <a:latin typeface="Aptos"/>
                <a:ea typeface="Aptos"/>
                <a:cs typeface="Aptos"/>
              </a:defRPr>
            </a:pPr>
            <a:r>
              <a:rPr sz="1575" b="1">
                <a:solidFill>
                  <a:srgbClr val="F4F7FB"/>
                </a:solidFill>
                <a:latin typeface="Aptos"/>
                <a:ea typeface="Aptos"/>
                <a:cs typeface="Aptos"/>
              </a:rPr>
              <a:t>Move and steer the robot</a:t>
            </a:r>
          </a:p>
        </p:txBody>
      </p:sp>
      <p:sp>
        <p:nvSpPr>
          <p:cNvPr id="8" name="">
            <a:extLst xmlns:a="http://schemas.openxmlformats.org/drawingml/2006/main">
              <a:ext uri="{FF2B5EF4-FFF2-40B4-BE49-F238E27FC236}">
                <a16:creationId xmlns:a16="http://schemas.microsoft.com/office/drawing/2014/main" id="{50C5241D-340E-4DDE-8AF9-AECFFC9684A3}"/>
              </a:ext>
            </a:extLst>
          </p:cNvPr>
          <p:cNvSpPr>
            <a:spLocks xmlns:a="http://schemas.openxmlformats.org/drawingml/2006/main" noGrp="1"/>
          </p:cNvSpPr>
          <p:nvPr/>
        </p:nvSpPr>
        <p:spPr>
          <a:xfrm xmlns:a="http://schemas.openxmlformats.org/drawingml/2006/main">
            <a:off x="819150" y="4095750"/>
            <a:ext cx="1962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0">
                <a:solidFill>
                  <a:srgbClr val="A9B8CA"/>
                </a:solidFill>
                <a:latin typeface="Aptos"/>
                <a:ea typeface="Aptos"/>
                <a:cs typeface="Aptos"/>
              </a:defRPr>
            </a:pPr>
            <a:r>
              <a:rPr sz="1350" b="0">
                <a:solidFill>
                  <a:srgbClr val="A9B8CA"/>
                </a:solidFill>
                <a:latin typeface="Aptos"/>
                <a:ea typeface="Aptos"/>
                <a:cs typeface="Aptos"/>
              </a:rPr>
              <a:t>Two-stick tank drive</a:t>
            </a:r>
          </a:p>
        </p:txBody>
      </p:sp>
      <p:sp>
        <p:nvSpPr>
          <p:cNvPr id="9" name="domain-1">
            <a:extLst xmlns:a="http://schemas.openxmlformats.org/drawingml/2006/main">
              <a:ext uri="{FF2B5EF4-FFF2-40B4-BE49-F238E27FC236}">
                <a16:creationId xmlns:a16="http://schemas.microsoft.com/office/drawing/2014/main" id="{48FA02EF-F5E9-4E1A-8C21-E5403B4488FB}"/>
              </a:ext>
            </a:extLst>
          </p:cNvPr>
          <p:cNvSpPr>
            <a:spLocks xmlns:a="http://schemas.openxmlformats.org/drawingml/2006/main" noGrp="1"/>
          </p:cNvSpPr>
          <p:nvPr/>
        </p:nvSpPr>
        <p:spPr>
          <a:xfrm xmlns:a="http://schemas.openxmlformats.org/drawingml/2006/main">
            <a:off x="3352800" y="2076450"/>
            <a:ext cx="2400300" cy="2819400"/>
          </a:xfrm>
          <a:prstGeom xmlns:a="http://schemas.openxmlformats.org/drawingml/2006/main" prst="roundRect">
            <a:avLst>
              <a:gd name="adj" fmla="val 6349"/>
            </a:avLst>
          </a:prstGeom>
          <a:solidFill xmlns:a="http://schemas.openxmlformats.org/drawingml/2006/main">
            <a:srgbClr val="101E31"/>
          </a:solidFill>
          <a:ln xmlns:a="http://schemas.openxmlformats.org/drawingml/2006/main" w="9525">
            <a:solidFill>
              <a:srgbClr val="FFB64D"/>
            </a:solidFill>
            <a:prstDash val="solid"/>
          </a:ln>
        </p:spPr>
      </p:sp>
      <p:sp>
        <p:nvSpPr>
          <p:cNvPr id="10" name="">
            <a:extLst xmlns:a="http://schemas.openxmlformats.org/drawingml/2006/main">
              <a:ext uri="{FF2B5EF4-FFF2-40B4-BE49-F238E27FC236}">
                <a16:creationId xmlns:a16="http://schemas.microsoft.com/office/drawing/2014/main" id="{E0FCFB05-27B0-4030-B138-50E1D81C4740}"/>
              </a:ext>
            </a:extLst>
          </p:cNvPr>
          <p:cNvSpPr>
            <a:spLocks xmlns:a="http://schemas.openxmlformats.org/drawingml/2006/main" noGrp="1"/>
          </p:cNvSpPr>
          <p:nvPr/>
        </p:nvSpPr>
        <p:spPr>
          <a:xfrm xmlns:a="http://schemas.openxmlformats.org/drawingml/2006/main">
            <a:off x="3562350" y="2324100"/>
            <a:ext cx="1962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025" b="1">
                <a:solidFill>
                  <a:srgbClr val="FFB64D"/>
                </a:solidFill>
                <a:latin typeface="Aptos"/>
                <a:ea typeface="Aptos"/>
                <a:cs typeface="Aptos"/>
              </a:defRPr>
            </a:pPr>
            <a:r>
              <a:rPr sz="2025" b="1">
                <a:solidFill>
                  <a:srgbClr val="FFB64D"/>
                </a:solidFill>
                <a:latin typeface="Aptos"/>
                <a:ea typeface="Aptos"/>
                <a:cs typeface="Aptos"/>
              </a:rPr>
              <a:t>Ball belt</a:t>
            </a:r>
          </a:p>
        </p:txBody>
      </p:sp>
      <p:sp>
        <p:nvSpPr>
          <p:cNvPr id="11" name="">
            <a:extLst xmlns:a="http://schemas.openxmlformats.org/drawingml/2006/main">
              <a:ext uri="{FF2B5EF4-FFF2-40B4-BE49-F238E27FC236}">
                <a16:creationId xmlns:a16="http://schemas.microsoft.com/office/drawing/2014/main" id="{4C8620C2-346C-4676-BDE9-8D3CFE6F92D0}"/>
              </a:ext>
            </a:extLst>
          </p:cNvPr>
          <p:cNvSpPr>
            <a:spLocks xmlns:a="http://schemas.openxmlformats.org/drawingml/2006/main" noGrp="1"/>
          </p:cNvSpPr>
          <p:nvPr/>
        </p:nvSpPr>
        <p:spPr>
          <a:xfrm xmlns:a="http://schemas.openxmlformats.org/drawingml/2006/main">
            <a:off x="3562350" y="3048000"/>
            <a:ext cx="19621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75" b="1">
                <a:solidFill>
                  <a:srgbClr val="F4F7FB"/>
                </a:solidFill>
                <a:latin typeface="Aptos"/>
                <a:ea typeface="Aptos"/>
                <a:cs typeface="Aptos"/>
              </a:defRPr>
            </a:pPr>
            <a:r>
              <a:rPr sz="1575" b="1">
                <a:solidFill>
                  <a:srgbClr val="F4F7FB"/>
                </a:solidFill>
                <a:latin typeface="Aptos"/>
                <a:ea typeface="Aptos"/>
                <a:cs typeface="Aptos"/>
              </a:rPr>
              <a:t>Move balls through the robot</a:t>
            </a:r>
          </a:p>
        </p:txBody>
      </p:sp>
      <p:sp>
        <p:nvSpPr>
          <p:cNvPr id="12" name="">
            <a:extLst xmlns:a="http://schemas.openxmlformats.org/drawingml/2006/main">
              <a:ext uri="{FF2B5EF4-FFF2-40B4-BE49-F238E27FC236}">
                <a16:creationId xmlns:a16="http://schemas.microsoft.com/office/drawing/2014/main" id="{64A912F1-6850-4B91-A49B-3381464A93D4}"/>
              </a:ext>
            </a:extLst>
          </p:cNvPr>
          <p:cNvSpPr>
            <a:spLocks xmlns:a="http://schemas.openxmlformats.org/drawingml/2006/main" noGrp="1"/>
          </p:cNvSpPr>
          <p:nvPr/>
        </p:nvSpPr>
        <p:spPr>
          <a:xfrm xmlns:a="http://schemas.openxmlformats.org/drawingml/2006/main">
            <a:off x="3562350" y="4095750"/>
            <a:ext cx="1962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0">
                <a:solidFill>
                  <a:srgbClr val="A9B8CA"/>
                </a:solidFill>
                <a:latin typeface="Aptos"/>
                <a:ea typeface="Aptos"/>
                <a:cs typeface="Aptos"/>
              </a:defRPr>
            </a:pPr>
            <a:r>
              <a:rPr sz="1350" b="0">
                <a:solidFill>
                  <a:srgbClr val="A9B8CA"/>
                </a:solidFill>
                <a:latin typeface="Aptos"/>
                <a:ea typeface="Aptos"/>
                <a:cs typeface="Aptos"/>
              </a:rPr>
              <a:t>Runs forward or backward</a:t>
            </a:r>
          </a:p>
        </p:txBody>
      </p:sp>
      <p:sp>
        <p:nvSpPr>
          <p:cNvPr id="13" name="domain-2">
            <a:extLst xmlns:a="http://schemas.openxmlformats.org/drawingml/2006/main">
              <a:ext uri="{FF2B5EF4-FFF2-40B4-BE49-F238E27FC236}">
                <a16:creationId xmlns:a16="http://schemas.microsoft.com/office/drawing/2014/main" id="{3DFF3078-97FB-4122-A512-3D3B664132FC}"/>
              </a:ext>
            </a:extLst>
          </p:cNvPr>
          <p:cNvSpPr>
            <a:spLocks xmlns:a="http://schemas.openxmlformats.org/drawingml/2006/main" noGrp="1"/>
          </p:cNvSpPr>
          <p:nvPr/>
        </p:nvSpPr>
        <p:spPr>
          <a:xfrm xmlns:a="http://schemas.openxmlformats.org/drawingml/2006/main">
            <a:off x="6096000" y="2076450"/>
            <a:ext cx="2400300" cy="2819400"/>
          </a:xfrm>
          <a:prstGeom xmlns:a="http://schemas.openxmlformats.org/drawingml/2006/main" prst="roundRect">
            <a:avLst>
              <a:gd name="adj" fmla="val 6349"/>
            </a:avLst>
          </a:prstGeom>
          <a:solidFill xmlns:a="http://schemas.openxmlformats.org/drawingml/2006/main">
            <a:srgbClr val="101E31"/>
          </a:solidFill>
          <a:ln xmlns:a="http://schemas.openxmlformats.org/drawingml/2006/main" w="9525">
            <a:solidFill>
              <a:srgbClr val="62D48A"/>
            </a:solidFill>
            <a:prstDash val="solid"/>
          </a:ln>
        </p:spPr>
      </p:sp>
      <p:sp>
        <p:nvSpPr>
          <p:cNvPr id="14" name="">
            <a:extLst xmlns:a="http://schemas.openxmlformats.org/drawingml/2006/main">
              <a:ext uri="{FF2B5EF4-FFF2-40B4-BE49-F238E27FC236}">
                <a16:creationId xmlns:a16="http://schemas.microsoft.com/office/drawing/2014/main" id="{F2EC537E-191D-429B-82E6-EE0F30E94015}"/>
              </a:ext>
            </a:extLst>
          </p:cNvPr>
          <p:cNvSpPr>
            <a:spLocks xmlns:a="http://schemas.openxmlformats.org/drawingml/2006/main" noGrp="1"/>
          </p:cNvSpPr>
          <p:nvPr/>
        </p:nvSpPr>
        <p:spPr>
          <a:xfrm xmlns:a="http://schemas.openxmlformats.org/drawingml/2006/main">
            <a:off x="6305550" y="2324100"/>
            <a:ext cx="1962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025" b="1">
                <a:solidFill>
                  <a:srgbClr val="62D48A"/>
                </a:solidFill>
                <a:latin typeface="Aptos"/>
                <a:ea typeface="Aptos"/>
                <a:cs typeface="Aptos"/>
              </a:defRPr>
            </a:pPr>
            <a:r>
              <a:rPr sz="2025" b="1">
                <a:solidFill>
                  <a:srgbClr val="62D48A"/>
                </a:solidFill>
                <a:latin typeface="Aptos"/>
                <a:ea typeface="Aptos"/>
                <a:cs typeface="Aptos"/>
              </a:rPr>
              <a:t>Scoring roller</a:t>
            </a:r>
          </a:p>
        </p:txBody>
      </p:sp>
      <p:sp>
        <p:nvSpPr>
          <p:cNvPr id="15" name="">
            <a:extLst xmlns:a="http://schemas.openxmlformats.org/drawingml/2006/main">
              <a:ext uri="{FF2B5EF4-FFF2-40B4-BE49-F238E27FC236}">
                <a16:creationId xmlns:a16="http://schemas.microsoft.com/office/drawing/2014/main" id="{A18439AC-21B0-41B6-81A3-F188D6AE7B49}"/>
              </a:ext>
            </a:extLst>
          </p:cNvPr>
          <p:cNvSpPr>
            <a:spLocks xmlns:a="http://schemas.openxmlformats.org/drawingml/2006/main" noGrp="1"/>
          </p:cNvSpPr>
          <p:nvPr/>
        </p:nvSpPr>
        <p:spPr>
          <a:xfrm xmlns:a="http://schemas.openxmlformats.org/drawingml/2006/main">
            <a:off x="6305550" y="3048000"/>
            <a:ext cx="19621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75" b="1">
                <a:solidFill>
                  <a:srgbClr val="F4F7FB"/>
                </a:solidFill>
                <a:latin typeface="Aptos"/>
                <a:ea typeface="Aptos"/>
                <a:cs typeface="Aptos"/>
              </a:defRPr>
            </a:pPr>
            <a:r>
              <a:rPr sz="1575" b="1">
                <a:solidFill>
                  <a:srgbClr val="F4F7FB"/>
                </a:solidFill>
                <a:latin typeface="Aptos"/>
                <a:ea typeface="Aptos"/>
                <a:cs typeface="Aptos"/>
              </a:rPr>
              <a:t>Push balls into the goal</a:t>
            </a:r>
          </a:p>
        </p:txBody>
      </p:sp>
      <p:sp>
        <p:nvSpPr>
          <p:cNvPr id="16" name="">
            <a:extLst xmlns:a="http://schemas.openxmlformats.org/drawingml/2006/main">
              <a:ext uri="{FF2B5EF4-FFF2-40B4-BE49-F238E27FC236}">
                <a16:creationId xmlns:a16="http://schemas.microsoft.com/office/drawing/2014/main" id="{175DAE41-8C58-4DE0-8A68-2785CFE55B43}"/>
              </a:ext>
            </a:extLst>
          </p:cNvPr>
          <p:cNvSpPr>
            <a:spLocks xmlns:a="http://schemas.openxmlformats.org/drawingml/2006/main" noGrp="1"/>
          </p:cNvSpPr>
          <p:nvPr/>
        </p:nvSpPr>
        <p:spPr>
          <a:xfrm xmlns:a="http://schemas.openxmlformats.org/drawingml/2006/main">
            <a:off x="6305550" y="4095750"/>
            <a:ext cx="1962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0">
                <a:solidFill>
                  <a:srgbClr val="A9B8CA"/>
                </a:solidFill>
                <a:latin typeface="Aptos"/>
                <a:ea typeface="Aptos"/>
                <a:cs typeface="Aptos"/>
              </a:defRPr>
            </a:pPr>
            <a:r>
              <a:rPr sz="1350" b="0">
                <a:solidFill>
                  <a:srgbClr val="A9B8CA"/>
                </a:solidFill>
                <a:latin typeface="Aptos"/>
                <a:ea typeface="Aptos"/>
                <a:cs typeface="Aptos"/>
              </a:rPr>
              <a:t>Runs while X is held</a:t>
            </a:r>
          </a:p>
        </p:txBody>
      </p:sp>
      <p:sp>
        <p:nvSpPr>
          <p:cNvPr id="17" name="domain-3">
            <a:extLst xmlns:a="http://schemas.openxmlformats.org/drawingml/2006/main">
              <a:ext uri="{FF2B5EF4-FFF2-40B4-BE49-F238E27FC236}">
                <a16:creationId xmlns:a16="http://schemas.microsoft.com/office/drawing/2014/main" id="{F127421D-DD7B-4160-BC18-9E57ED126A75}"/>
              </a:ext>
            </a:extLst>
          </p:cNvPr>
          <p:cNvSpPr>
            <a:spLocks xmlns:a="http://schemas.openxmlformats.org/drawingml/2006/main" noGrp="1"/>
          </p:cNvSpPr>
          <p:nvPr/>
        </p:nvSpPr>
        <p:spPr>
          <a:xfrm xmlns:a="http://schemas.openxmlformats.org/drawingml/2006/main">
            <a:off x="8839200" y="2076450"/>
            <a:ext cx="2400300" cy="2819400"/>
          </a:xfrm>
          <a:prstGeom xmlns:a="http://schemas.openxmlformats.org/drawingml/2006/main" prst="roundRect">
            <a:avLst>
              <a:gd name="adj" fmla="val 6349"/>
            </a:avLst>
          </a:prstGeom>
          <a:solidFill xmlns:a="http://schemas.openxmlformats.org/drawingml/2006/main">
            <a:srgbClr val="101E31"/>
          </a:solidFill>
          <a:ln xmlns:a="http://schemas.openxmlformats.org/drawingml/2006/main" w="9525">
            <a:solidFill>
              <a:srgbClr val="FF7A7A"/>
            </a:solidFill>
            <a:prstDash val="solid"/>
          </a:ln>
        </p:spPr>
      </p:sp>
      <p:sp>
        <p:nvSpPr>
          <p:cNvPr id="18" name="">
            <a:extLst xmlns:a="http://schemas.openxmlformats.org/drawingml/2006/main">
              <a:ext uri="{FF2B5EF4-FFF2-40B4-BE49-F238E27FC236}">
                <a16:creationId xmlns:a16="http://schemas.microsoft.com/office/drawing/2014/main" id="{27605E0B-4AAC-4D98-B33C-B5B38EAE2D0B}"/>
              </a:ext>
            </a:extLst>
          </p:cNvPr>
          <p:cNvSpPr>
            <a:spLocks xmlns:a="http://schemas.openxmlformats.org/drawingml/2006/main" noGrp="1"/>
          </p:cNvSpPr>
          <p:nvPr/>
        </p:nvSpPr>
        <p:spPr>
          <a:xfrm xmlns:a="http://schemas.openxmlformats.org/drawingml/2006/main">
            <a:off x="9048750" y="2324100"/>
            <a:ext cx="1962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025" b="1">
                <a:solidFill>
                  <a:srgbClr val="FF7A7A"/>
                </a:solidFill>
                <a:latin typeface="Aptos"/>
                <a:ea typeface="Aptos"/>
                <a:cs typeface="Aptos"/>
              </a:defRPr>
            </a:pPr>
            <a:r>
              <a:rPr sz="2025" b="1">
                <a:solidFill>
                  <a:srgbClr val="FF7A7A"/>
                </a:solidFill>
                <a:latin typeface="Aptos"/>
                <a:ea typeface="Aptos"/>
                <a:cs typeface="Aptos"/>
              </a:rPr>
              <a:t>Climber</a:t>
            </a:r>
          </a:p>
        </p:txBody>
      </p:sp>
      <p:sp>
        <p:nvSpPr>
          <p:cNvPr id="19" name="">
            <a:extLst xmlns:a="http://schemas.openxmlformats.org/drawingml/2006/main">
              <a:ext uri="{FF2B5EF4-FFF2-40B4-BE49-F238E27FC236}">
                <a16:creationId xmlns:a16="http://schemas.microsoft.com/office/drawing/2014/main" id="{785C76EB-9132-4548-BCD2-D1203F03A69C}"/>
              </a:ext>
            </a:extLst>
          </p:cNvPr>
          <p:cNvSpPr>
            <a:spLocks xmlns:a="http://schemas.openxmlformats.org/drawingml/2006/main" noGrp="1"/>
          </p:cNvSpPr>
          <p:nvPr/>
        </p:nvSpPr>
        <p:spPr>
          <a:xfrm xmlns:a="http://schemas.openxmlformats.org/drawingml/2006/main">
            <a:off x="9048750" y="3048000"/>
            <a:ext cx="19621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75" b="1">
                <a:solidFill>
                  <a:srgbClr val="F4F7FB"/>
                </a:solidFill>
                <a:latin typeface="Aptos"/>
                <a:ea typeface="Aptos"/>
                <a:cs typeface="Aptos"/>
              </a:defRPr>
            </a:pPr>
            <a:r>
              <a:rPr sz="1575" b="1">
                <a:solidFill>
                  <a:srgbClr val="F4F7FB"/>
                </a:solidFill>
                <a:latin typeface="Aptos"/>
                <a:ea typeface="Aptos"/>
                <a:cs typeface="Aptos"/>
              </a:rPr>
              <a:t>Raise or lower the arms</a:t>
            </a:r>
          </a:p>
        </p:txBody>
      </p:sp>
      <p:sp>
        <p:nvSpPr>
          <p:cNvPr id="20" name="">
            <a:extLst xmlns:a="http://schemas.openxmlformats.org/drawingml/2006/main">
              <a:ext uri="{FF2B5EF4-FFF2-40B4-BE49-F238E27FC236}">
                <a16:creationId xmlns:a16="http://schemas.microsoft.com/office/drawing/2014/main" id="{CE7E9AAD-F899-47AD-ACBA-54E919019F2B}"/>
              </a:ext>
            </a:extLst>
          </p:cNvPr>
          <p:cNvSpPr>
            <a:spLocks xmlns:a="http://schemas.openxmlformats.org/drawingml/2006/main" noGrp="1"/>
          </p:cNvSpPr>
          <p:nvPr/>
        </p:nvSpPr>
        <p:spPr>
          <a:xfrm xmlns:a="http://schemas.openxmlformats.org/drawingml/2006/main">
            <a:off x="9048750" y="4095750"/>
            <a:ext cx="1962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0">
                <a:solidFill>
                  <a:srgbClr val="A9B8CA"/>
                </a:solidFill>
                <a:latin typeface="Aptos"/>
                <a:ea typeface="Aptos"/>
                <a:cs typeface="Aptos"/>
              </a:defRPr>
            </a:pPr>
            <a:r>
              <a:rPr sz="1350" b="0">
                <a:solidFill>
                  <a:srgbClr val="A9B8CA"/>
                </a:solidFill>
                <a:latin typeface="Aptos"/>
                <a:ea typeface="Aptos"/>
                <a:cs typeface="Aptos"/>
              </a:rPr>
              <a:t>Y toggles the position</a:t>
            </a:r>
          </a:p>
        </p:txBody>
      </p:sp>
      <p:sp>
        <p:nvSpPr>
          <p:cNvPr id="21" name="">
            <a:extLst xmlns:a="http://schemas.openxmlformats.org/drawingml/2006/main">
              <a:ext uri="{FF2B5EF4-FFF2-40B4-BE49-F238E27FC236}">
                <a16:creationId xmlns:a16="http://schemas.microsoft.com/office/drawing/2014/main" id="{9487A41E-F3AF-4289-88C8-1E1E339D5174}"/>
              </a:ext>
            </a:extLst>
          </p:cNvPr>
          <p:cNvSpPr>
            <a:spLocks xmlns:a="http://schemas.openxmlformats.org/drawingml/2006/main" noGrp="1"/>
          </p:cNvSpPr>
          <p:nvPr/>
        </p:nvSpPr>
        <p:spPr>
          <a:xfrm xmlns:a="http://schemas.openxmlformats.org/drawingml/2006/main">
            <a:off x="1981200" y="5334000"/>
            <a:ext cx="8229600" cy="533400"/>
          </a:xfrm>
          <a:prstGeom xmlns:a="http://schemas.openxmlformats.org/drawingml/2006/main" prst="roundRect">
            <a:avLst>
              <a:gd name="adj" fmla="val 17857"/>
            </a:avLst>
          </a:prstGeom>
          <a:solidFill xmlns:a="http://schemas.openxmlformats.org/drawingml/2006/main">
            <a:srgbClr val="162941"/>
          </a:solidFill>
          <a:ln xmlns:a="http://schemas.openxmlformats.org/drawingml/2006/main" w="9525">
            <a:solidFill>
              <a:srgbClr val="2D425B"/>
            </a:solidFill>
            <a:prstDash val="solid"/>
          </a:ln>
        </p:spPr>
      </p:sp>
      <p:sp>
        <p:nvSpPr>
          <p:cNvPr id="22" name="">
            <a:extLst xmlns:a="http://schemas.openxmlformats.org/drawingml/2006/main">
              <a:ext uri="{FF2B5EF4-FFF2-40B4-BE49-F238E27FC236}">
                <a16:creationId xmlns:a16="http://schemas.microsoft.com/office/drawing/2014/main" id="{3FA2436F-5E24-489F-9173-AFE398BEB529}"/>
              </a:ext>
            </a:extLst>
          </p:cNvPr>
          <p:cNvSpPr>
            <a:spLocks xmlns:a="http://schemas.openxmlformats.org/drawingml/2006/main" noGrp="1"/>
          </p:cNvSpPr>
          <p:nvPr/>
        </p:nvSpPr>
        <p:spPr>
          <a:xfrm xmlns:a="http://schemas.openxmlformats.org/drawingml/2006/main">
            <a:off x="2247900" y="5467350"/>
            <a:ext cx="7696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575" b="1">
                <a:solidFill>
                  <a:srgbClr val="F4F7FB"/>
                </a:solidFill>
                <a:latin typeface="Aptos"/>
                <a:ea typeface="Aptos"/>
                <a:cs typeface="Aptos"/>
              </a:defRPr>
            </a:pPr>
            <a:r>
              <a:rPr sz="1575" b="1">
                <a:solidFill>
                  <a:srgbClr val="F4F7FB"/>
                </a:solidFill>
                <a:latin typeface="Aptos"/>
                <a:ea typeface="Aptos"/>
                <a:cs typeface="Aptos"/>
              </a:rPr>
              <a:t>The driver controls motion. The operator controls the belt, roller, and climber.</a:t>
            </a:r>
          </a:p>
        </p:txBody>
      </p:sp>
      <p:sp>
        <p:nvSpPr>
          <p:cNvPr id="23" name="footer-left">
            <a:extLst xmlns:a="http://schemas.openxmlformats.org/drawingml/2006/main">
              <a:ext uri="{FF2B5EF4-FFF2-40B4-BE49-F238E27FC236}">
                <a16:creationId xmlns:a16="http://schemas.microsoft.com/office/drawing/2014/main" id="{FB17E4CA-9F57-4189-BAA8-8714306BC078}"/>
              </a:ext>
            </a:extLst>
          </p:cNvPr>
          <p:cNvSpPr>
            <a:spLocks xmlns:a="http://schemas.openxmlformats.org/drawingml/2006/main" noGrp="1"/>
          </p:cNvSpPr>
          <p:nvPr/>
        </p:nvSpPr>
        <p:spPr>
          <a:xfrm xmlns:a="http://schemas.openxmlformats.org/drawingml/2006/main">
            <a:off x="609600" y="64960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825" b="0">
                <a:solidFill>
                  <a:srgbClr val="5E7188"/>
                </a:solidFill>
                <a:latin typeface="Aptos"/>
                <a:ea typeface="Aptos"/>
                <a:cs typeface="Aptos"/>
              </a:defRPr>
            </a:pPr>
            <a:r>
              <a:rPr sz="825" b="0">
                <a:solidFill>
                  <a:srgbClr val="5E7188"/>
                </a:solidFill>
                <a:latin typeface="Aptos"/>
                <a:ea typeface="Aptos"/>
                <a:cs typeface="Aptos"/>
              </a:rPr>
              <a:t>2020 FRC robot | command-based implementation</a:t>
            </a:r>
          </a:p>
        </p:txBody>
      </p:sp>
      <p:sp>
        <p:nvSpPr>
          <p:cNvPr id="24" name="footer-number">
            <a:extLst xmlns:a="http://schemas.openxmlformats.org/drawingml/2006/main">
              <a:ext uri="{FF2B5EF4-FFF2-40B4-BE49-F238E27FC236}">
                <a16:creationId xmlns:a16="http://schemas.microsoft.com/office/drawing/2014/main" id="{3E2E5D3D-D9D0-46D4-964E-46A3B713A516}"/>
              </a:ext>
            </a:extLst>
          </p:cNvPr>
          <p:cNvSpPr>
            <a:spLocks xmlns:a="http://schemas.openxmlformats.org/drawingml/2006/main" noGrp="1"/>
          </p:cNvSpPr>
          <p:nvPr/>
        </p:nvSpPr>
        <p:spPr>
          <a:xfrm xmlns:a="http://schemas.openxmlformats.org/drawingml/2006/main">
            <a:off x="11049000" y="647700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00" b="1">
                <a:solidFill>
                  <a:srgbClr val="5E7188"/>
                </a:solidFill>
                <a:latin typeface="Aptos"/>
                <a:ea typeface="Aptos"/>
                <a:cs typeface="Aptos"/>
              </a:defRPr>
            </a:pPr>
            <a:r>
              <a:rPr sz="900" b="1">
                <a:solidFill>
                  <a:srgbClr val="5E7188"/>
                </a:solidFill>
                <a:latin typeface="Aptos"/>
                <a:ea typeface="Aptos"/>
                <a:cs typeface="Aptos"/>
              </a:rPr>
              <a:t>02</a:t>
            </a:r>
          </a:p>
        </p:txBody>
      </p:sp>
    </p:spTree>
    <p:extLst>
      <p:ext uri="{BB962C8B-B14F-4D97-AF65-F5344CB8AC3E}">
        <p14:creationId xmlns:p14="http://schemas.microsoft.com/office/powerpoint/2010/main" val="343510709"/>
      </p:ext>
    </p:extLst>
  </p:cSld>
</p:sld>
</file>

<file path=ppt/slides/slide3.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29" name="section-label">
            <a:extLst xmlns:a="http://schemas.openxmlformats.org/drawingml/2006/main">
              <a:ext uri="{FF2B5EF4-FFF2-40B4-BE49-F238E27FC236}">
                <a16:creationId xmlns:a16="http://schemas.microsoft.com/office/drawing/2014/main" id="{43181964-3E45-474D-BE42-948B7E36CC2C}"/>
              </a:ext>
            </a:extLst>
          </p:cNvPr>
          <p:cNvSpPr>
            <a:spLocks xmlns:a="http://schemas.openxmlformats.org/drawingml/2006/main" noGrp="1"/>
          </p:cNvSpPr>
          <p:nvPr/>
        </p:nvSpPr>
        <p:spPr>
          <a:xfrm xmlns:a="http://schemas.openxmlformats.org/drawingml/2006/main">
            <a:off x="609600" y="3048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 b="1">
                <a:solidFill>
                  <a:srgbClr val="42C6FF"/>
                </a:solidFill>
                <a:latin typeface="Aptos"/>
                <a:ea typeface="Aptos"/>
                <a:cs typeface="Aptos"/>
              </a:defRPr>
            </a:pPr>
            <a:r>
              <a:rPr sz="1050" b="1">
                <a:solidFill>
                  <a:srgbClr val="42C6FF"/>
                </a:solidFill>
                <a:latin typeface="Aptos"/>
                <a:ea typeface="Aptos"/>
                <a:cs typeface="Aptos"/>
              </a:rPr>
              <a:t>1 · ROBOT JOBS</a:t>
            </a:r>
          </a:p>
        </p:txBody>
      </p:sp>
      <p:sp>
        <p:nvSpPr>
          <p:cNvPr id="2" name="slide-title">
            <a:extLst xmlns:a="http://schemas.openxmlformats.org/drawingml/2006/main">
              <a:ext uri="{FF2B5EF4-FFF2-40B4-BE49-F238E27FC236}">
                <a16:creationId xmlns:a16="http://schemas.microsoft.com/office/drawing/2014/main" id="{0974E52D-6971-42F7-BC5F-56AE5204F09E}"/>
              </a:ext>
            </a:extLst>
          </p:cNvPr>
          <p:cNvSpPr>
            <a:spLocks xmlns:a="http://schemas.openxmlformats.org/drawingml/2006/main" noGrp="1"/>
          </p:cNvSpPr>
          <p:nvPr/>
        </p:nvSpPr>
        <p:spPr>
          <a:xfrm xmlns:a="http://schemas.openxmlformats.org/drawingml/2006/main">
            <a:off x="609600" y="533400"/>
            <a:ext cx="1076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2000"/>
              </a:lnSpc>
              <a:buNone/>
              <a:defRPr sz="2625" b="1">
                <a:solidFill>
                  <a:srgbClr val="F4F7FB"/>
                </a:solidFill>
                <a:latin typeface="Aptos"/>
                <a:ea typeface="Aptos"/>
                <a:cs typeface="Aptos"/>
              </a:defRPr>
            </a:pPr>
            <a:r>
              <a:rPr sz="2625" b="1">
                <a:solidFill>
                  <a:srgbClr val="F4F7FB"/>
                </a:solidFill>
                <a:latin typeface="Aptos"/>
                <a:ea typeface="Aptos"/>
                <a:cs typeface="Aptos"/>
              </a:rPr>
              <a:t>Two Xbox controllers separate driving from mechanism control</a:t>
            </a:r>
          </a:p>
        </p:txBody>
      </p:sp>
      <p:sp>
        <p:nvSpPr>
          <p:cNvPr id="3" name="slide-subtitle">
            <a:extLst xmlns:a="http://schemas.openxmlformats.org/drawingml/2006/main">
              <a:ext uri="{FF2B5EF4-FFF2-40B4-BE49-F238E27FC236}">
                <a16:creationId xmlns:a16="http://schemas.microsoft.com/office/drawing/2014/main" id="{BAB3037E-20E3-451C-9B2D-3E4EEE648797}"/>
              </a:ext>
            </a:extLst>
          </p:cNvPr>
          <p:cNvSpPr>
            <a:spLocks xmlns:a="http://schemas.openxmlformats.org/drawingml/2006/main" noGrp="1"/>
          </p:cNvSpPr>
          <p:nvPr/>
        </p:nvSpPr>
        <p:spPr>
          <a:xfrm xmlns:a="http://schemas.openxmlformats.org/drawingml/2006/main">
            <a:off x="609600" y="13335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The driver owns tank drive; the operator owns the belt, roller, and climber.</a:t>
            </a:r>
          </a:p>
        </p:txBody>
      </p:sp>
      <p:sp>
        <p:nvSpPr>
          <p:cNvPr id="4" name="title-rule">
            <a:extLst xmlns:a="http://schemas.openxmlformats.org/drawingml/2006/main">
              <a:ext uri="{FF2B5EF4-FFF2-40B4-BE49-F238E27FC236}">
                <a16:creationId xmlns:a16="http://schemas.microsoft.com/office/drawing/2014/main" id="{76D9933A-AE42-4682-88BE-99B4D2F74C81}"/>
              </a:ext>
            </a:extLst>
          </p:cNvPr>
          <p:cNvSpPr>
            <a:spLocks xmlns:a="http://schemas.openxmlformats.org/drawingml/2006/main" noGrp="1"/>
          </p:cNvSpPr>
          <p:nvPr/>
        </p:nvSpPr>
        <p:spPr>
          <a:xfrm xmlns:a="http://schemas.openxmlformats.org/drawingml/2006/main">
            <a:off x="609600" y="1657350"/>
            <a:ext cx="10972800" cy="19050"/>
          </a:xfrm>
          <a:prstGeom xmlns:a="http://schemas.openxmlformats.org/drawingml/2006/main" prst="rect">
            <a:avLst/>
          </a:prstGeom>
          <a:solidFill xmlns:a="http://schemas.openxmlformats.org/drawingml/2006/main">
            <a:srgbClr val="2D425B"/>
          </a:solidFill>
          <a:ln xmlns:a="http://schemas.openxmlformats.org/drawingml/2006/main" w="0">
            <a:noFill/>
            <a:prstDash val="solid"/>
          </a:ln>
        </p:spPr>
      </p:sp>
      <p:sp>
        <p:nvSpPr>
          <p:cNvPr id="5" name="controller-0">
            <a:extLst xmlns:a="http://schemas.openxmlformats.org/drawingml/2006/main">
              <a:ext uri="{FF2B5EF4-FFF2-40B4-BE49-F238E27FC236}">
                <a16:creationId xmlns:a16="http://schemas.microsoft.com/office/drawing/2014/main" id="{BDDA0BB5-C205-4A06-BF92-37450286867D}"/>
              </a:ext>
            </a:extLst>
          </p:cNvPr>
          <p:cNvSpPr>
            <a:spLocks xmlns:a="http://schemas.openxmlformats.org/drawingml/2006/main" noGrp="1"/>
          </p:cNvSpPr>
          <p:nvPr/>
        </p:nvSpPr>
        <p:spPr>
          <a:xfrm xmlns:a="http://schemas.openxmlformats.org/drawingml/2006/main">
            <a:off x="609600" y="1924050"/>
            <a:ext cx="3200400" cy="3429000"/>
          </a:xfrm>
          <a:prstGeom xmlns:a="http://schemas.openxmlformats.org/drawingml/2006/main" prst="roundRect">
            <a:avLst>
              <a:gd name="adj" fmla="val 4762"/>
            </a:avLst>
          </a:prstGeom>
          <a:solidFill xmlns:a="http://schemas.openxmlformats.org/drawingml/2006/main">
            <a:srgbClr val="101E31"/>
          </a:solidFill>
          <a:ln xmlns:a="http://schemas.openxmlformats.org/drawingml/2006/main" w="9525">
            <a:solidFill>
              <a:srgbClr val="42C6FF"/>
            </a:solidFill>
            <a:prstDash val="solid"/>
          </a:ln>
        </p:spPr>
      </p:sp>
      <p:sp>
        <p:nvSpPr>
          <p:cNvPr id="6" name="">
            <a:extLst xmlns:a="http://schemas.openxmlformats.org/drawingml/2006/main">
              <a:ext uri="{FF2B5EF4-FFF2-40B4-BE49-F238E27FC236}">
                <a16:creationId xmlns:a16="http://schemas.microsoft.com/office/drawing/2014/main" id="{1ACAE05B-D352-450F-B294-C8A7FE7DEDCA}"/>
              </a:ext>
            </a:extLst>
          </p:cNvPr>
          <p:cNvSpPr>
            <a:spLocks xmlns:a="http://schemas.openxmlformats.org/drawingml/2006/main" noGrp="1"/>
          </p:cNvSpPr>
          <p:nvPr/>
        </p:nvSpPr>
        <p:spPr>
          <a:xfrm xmlns:a="http://schemas.openxmlformats.org/drawingml/2006/main">
            <a:off x="838200" y="21526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00" b="1">
                <a:solidFill>
                  <a:srgbClr val="42C6FF"/>
                </a:solidFill>
                <a:latin typeface="Aptos"/>
                <a:ea typeface="Aptos"/>
                <a:cs typeface="Aptos"/>
              </a:defRPr>
            </a:pPr>
            <a:r>
              <a:rPr sz="1800" b="1">
                <a:solidFill>
                  <a:srgbClr val="42C6FF"/>
                </a:solidFill>
                <a:latin typeface="Aptos"/>
                <a:ea typeface="Aptos"/>
                <a:cs typeface="Aptos"/>
              </a:rPr>
              <a:t>USB 0</a:t>
            </a:r>
          </a:p>
        </p:txBody>
      </p:sp>
      <p:sp>
        <p:nvSpPr>
          <p:cNvPr id="7" name="">
            <a:extLst xmlns:a="http://schemas.openxmlformats.org/drawingml/2006/main">
              <a:ext uri="{FF2B5EF4-FFF2-40B4-BE49-F238E27FC236}">
                <a16:creationId xmlns:a16="http://schemas.microsoft.com/office/drawing/2014/main" id="{45AF192F-D7D4-48FC-9DC1-25ABE4D78099}"/>
              </a:ext>
            </a:extLst>
          </p:cNvPr>
          <p:cNvSpPr>
            <a:spLocks xmlns:a="http://schemas.openxmlformats.org/drawingml/2006/main" noGrp="1"/>
          </p:cNvSpPr>
          <p:nvPr/>
        </p:nvSpPr>
        <p:spPr>
          <a:xfrm xmlns:a="http://schemas.openxmlformats.org/drawingml/2006/main">
            <a:off x="838200" y="257175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75" b="1">
                <a:solidFill>
                  <a:srgbClr val="F4F7FB"/>
                </a:solidFill>
                <a:latin typeface="Aptos"/>
                <a:ea typeface="Aptos"/>
                <a:cs typeface="Aptos"/>
              </a:defRPr>
            </a:pPr>
            <a:r>
              <a:rPr sz="1875" b="1">
                <a:solidFill>
                  <a:srgbClr val="F4F7FB"/>
                </a:solidFill>
                <a:latin typeface="Aptos"/>
                <a:ea typeface="Aptos"/>
                <a:cs typeface="Aptos"/>
              </a:rPr>
              <a:t>Driver Xbox</a:t>
            </a:r>
          </a:p>
        </p:txBody>
      </p:sp>
      <p:sp>
        <p:nvSpPr>
          <p:cNvPr id="8" name="">
            <a:extLst xmlns:a="http://schemas.openxmlformats.org/drawingml/2006/main">
              <a:ext uri="{FF2B5EF4-FFF2-40B4-BE49-F238E27FC236}">
                <a16:creationId xmlns:a16="http://schemas.microsoft.com/office/drawing/2014/main" id="{71E15923-DFBD-46BA-9A84-60069B0468E9}"/>
              </a:ext>
            </a:extLst>
          </p:cNvPr>
          <p:cNvSpPr>
            <a:spLocks xmlns:a="http://schemas.openxmlformats.org/drawingml/2006/main" noGrp="1"/>
          </p:cNvSpPr>
          <p:nvPr/>
        </p:nvSpPr>
        <p:spPr>
          <a:xfrm xmlns:a="http://schemas.openxmlformats.org/drawingml/2006/main">
            <a:off x="838200" y="3257550"/>
            <a:ext cx="2724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0">
                <a:solidFill>
                  <a:srgbClr val="A9B8CA"/>
                </a:solidFill>
                <a:latin typeface="Aptos"/>
                <a:ea typeface="Aptos"/>
                <a:cs typeface="Aptos"/>
              </a:defRPr>
            </a:pPr>
            <a:r>
              <a:rPr sz="1500" b="0">
                <a:solidFill>
                  <a:srgbClr val="A9B8CA"/>
                </a:solidFill>
                <a:latin typeface="Aptos"/>
                <a:ea typeface="Aptos"/>
                <a:cs typeface="Aptos"/>
              </a:rPr>
              <a:t>Left stick Y</a:t>
            </a:r>
          </a:p>
        </p:txBody>
      </p:sp>
      <p:sp>
        <p:nvSpPr>
          <p:cNvPr id="9" name="">
            <a:extLst xmlns:a="http://schemas.openxmlformats.org/drawingml/2006/main">
              <a:ext uri="{FF2B5EF4-FFF2-40B4-BE49-F238E27FC236}">
                <a16:creationId xmlns:a16="http://schemas.microsoft.com/office/drawing/2014/main" id="{D6F0A51C-08EF-4F51-9AB8-50849F4071F4}"/>
              </a:ext>
            </a:extLst>
          </p:cNvPr>
          <p:cNvSpPr>
            <a:spLocks xmlns:a="http://schemas.openxmlformats.org/drawingml/2006/main" noGrp="1"/>
          </p:cNvSpPr>
          <p:nvPr/>
        </p:nvSpPr>
        <p:spPr>
          <a:xfrm xmlns:a="http://schemas.openxmlformats.org/drawingml/2006/main">
            <a:off x="838200" y="3733800"/>
            <a:ext cx="2724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0">
                <a:solidFill>
                  <a:srgbClr val="F4F7FB"/>
                </a:solidFill>
                <a:latin typeface="Aptos"/>
                <a:ea typeface="Aptos"/>
                <a:cs typeface="Aptos"/>
              </a:defRPr>
            </a:pPr>
            <a:r>
              <a:rPr sz="1500" b="0">
                <a:solidFill>
                  <a:srgbClr val="F4F7FB"/>
                </a:solidFill>
                <a:latin typeface="Aptos"/>
                <a:ea typeface="Aptos"/>
                <a:cs typeface="Aptos"/>
              </a:rPr>
              <a:t>Left drive output</a:t>
            </a:r>
          </a:p>
        </p:txBody>
      </p:sp>
      <p:sp>
        <p:nvSpPr>
          <p:cNvPr id="10" name="">
            <a:extLst xmlns:a="http://schemas.openxmlformats.org/drawingml/2006/main">
              <a:ext uri="{FF2B5EF4-FFF2-40B4-BE49-F238E27FC236}">
                <a16:creationId xmlns:a16="http://schemas.microsoft.com/office/drawing/2014/main" id="{9D2B469C-1C02-4A21-A62E-67A24B5BFF48}"/>
              </a:ext>
            </a:extLst>
          </p:cNvPr>
          <p:cNvSpPr>
            <a:spLocks xmlns:a="http://schemas.openxmlformats.org/drawingml/2006/main" noGrp="1"/>
          </p:cNvSpPr>
          <p:nvPr/>
        </p:nvSpPr>
        <p:spPr>
          <a:xfrm xmlns:a="http://schemas.openxmlformats.org/drawingml/2006/main">
            <a:off x="838200" y="4210050"/>
            <a:ext cx="2724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0">
                <a:solidFill>
                  <a:srgbClr val="A9B8CA"/>
                </a:solidFill>
                <a:latin typeface="Aptos"/>
                <a:ea typeface="Aptos"/>
                <a:cs typeface="Aptos"/>
              </a:defRPr>
            </a:pPr>
            <a:r>
              <a:rPr sz="1500" b="0">
                <a:solidFill>
                  <a:srgbClr val="A9B8CA"/>
                </a:solidFill>
                <a:latin typeface="Aptos"/>
                <a:ea typeface="Aptos"/>
                <a:cs typeface="Aptos"/>
              </a:rPr>
              <a:t>Right stick Y</a:t>
            </a:r>
          </a:p>
        </p:txBody>
      </p:sp>
      <p:sp>
        <p:nvSpPr>
          <p:cNvPr id="11" name="">
            <a:extLst xmlns:a="http://schemas.openxmlformats.org/drawingml/2006/main">
              <a:ext uri="{FF2B5EF4-FFF2-40B4-BE49-F238E27FC236}">
                <a16:creationId xmlns:a16="http://schemas.microsoft.com/office/drawing/2014/main" id="{2A226596-231B-4D9B-B9DE-D40291611727}"/>
              </a:ext>
            </a:extLst>
          </p:cNvPr>
          <p:cNvSpPr>
            <a:spLocks xmlns:a="http://schemas.openxmlformats.org/drawingml/2006/main" noGrp="1"/>
          </p:cNvSpPr>
          <p:nvPr/>
        </p:nvSpPr>
        <p:spPr>
          <a:xfrm xmlns:a="http://schemas.openxmlformats.org/drawingml/2006/main">
            <a:off x="838200" y="4686300"/>
            <a:ext cx="2724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0">
                <a:solidFill>
                  <a:srgbClr val="F4F7FB"/>
                </a:solidFill>
                <a:latin typeface="Aptos"/>
                <a:ea typeface="Aptos"/>
                <a:cs typeface="Aptos"/>
              </a:defRPr>
            </a:pPr>
            <a:r>
              <a:rPr sz="1500" b="0">
                <a:solidFill>
                  <a:srgbClr val="F4F7FB"/>
                </a:solidFill>
                <a:latin typeface="Aptos"/>
                <a:ea typeface="Aptos"/>
                <a:cs typeface="Aptos"/>
              </a:rPr>
              <a:t>Right drive output</a:t>
            </a:r>
          </a:p>
        </p:txBody>
      </p:sp>
      <p:sp>
        <p:nvSpPr>
          <p:cNvPr id="12" name="controller-1">
            <a:extLst xmlns:a="http://schemas.openxmlformats.org/drawingml/2006/main">
              <a:ext uri="{FF2B5EF4-FFF2-40B4-BE49-F238E27FC236}">
                <a16:creationId xmlns:a16="http://schemas.microsoft.com/office/drawing/2014/main" id="{6781C98F-FB9E-42A2-B83C-D79856A35D54}"/>
              </a:ext>
            </a:extLst>
          </p:cNvPr>
          <p:cNvSpPr>
            <a:spLocks xmlns:a="http://schemas.openxmlformats.org/drawingml/2006/main" noGrp="1"/>
          </p:cNvSpPr>
          <p:nvPr/>
        </p:nvSpPr>
        <p:spPr>
          <a:xfrm xmlns:a="http://schemas.openxmlformats.org/drawingml/2006/main">
            <a:off x="4267200" y="1924050"/>
            <a:ext cx="3200400" cy="3429000"/>
          </a:xfrm>
          <a:prstGeom xmlns:a="http://schemas.openxmlformats.org/drawingml/2006/main" prst="roundRect">
            <a:avLst>
              <a:gd name="adj" fmla="val 4762"/>
            </a:avLst>
          </a:prstGeom>
          <a:solidFill xmlns:a="http://schemas.openxmlformats.org/drawingml/2006/main">
            <a:srgbClr val="101E31"/>
          </a:solidFill>
          <a:ln xmlns:a="http://schemas.openxmlformats.org/drawingml/2006/main" w="9525">
            <a:solidFill>
              <a:srgbClr val="FFB64D"/>
            </a:solidFill>
            <a:prstDash val="solid"/>
          </a:ln>
        </p:spPr>
      </p:sp>
      <p:sp>
        <p:nvSpPr>
          <p:cNvPr id="13" name="">
            <a:extLst xmlns:a="http://schemas.openxmlformats.org/drawingml/2006/main">
              <a:ext uri="{FF2B5EF4-FFF2-40B4-BE49-F238E27FC236}">
                <a16:creationId xmlns:a16="http://schemas.microsoft.com/office/drawing/2014/main" id="{B9394BAC-5A3C-41C1-8D55-3FC779BB04C1}"/>
              </a:ext>
            </a:extLst>
          </p:cNvPr>
          <p:cNvSpPr>
            <a:spLocks xmlns:a="http://schemas.openxmlformats.org/drawingml/2006/main" noGrp="1"/>
          </p:cNvSpPr>
          <p:nvPr/>
        </p:nvSpPr>
        <p:spPr>
          <a:xfrm xmlns:a="http://schemas.openxmlformats.org/drawingml/2006/main">
            <a:off x="4495800" y="21526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00" b="1">
                <a:solidFill>
                  <a:srgbClr val="FFB64D"/>
                </a:solidFill>
                <a:latin typeface="Aptos"/>
                <a:ea typeface="Aptos"/>
                <a:cs typeface="Aptos"/>
              </a:defRPr>
            </a:pPr>
            <a:r>
              <a:rPr sz="1800" b="1">
                <a:solidFill>
                  <a:srgbClr val="FFB64D"/>
                </a:solidFill>
                <a:latin typeface="Aptos"/>
                <a:ea typeface="Aptos"/>
                <a:cs typeface="Aptos"/>
              </a:rPr>
              <a:t>MODE</a:t>
            </a:r>
          </a:p>
        </p:txBody>
      </p:sp>
      <p:sp>
        <p:nvSpPr>
          <p:cNvPr id="14" name="">
            <a:extLst xmlns:a="http://schemas.openxmlformats.org/drawingml/2006/main">
              <a:ext uri="{FF2B5EF4-FFF2-40B4-BE49-F238E27FC236}">
                <a16:creationId xmlns:a16="http://schemas.microsoft.com/office/drawing/2014/main" id="{5327C287-92F7-4149-9F3B-3ED7B25AE77F}"/>
              </a:ext>
            </a:extLst>
          </p:cNvPr>
          <p:cNvSpPr>
            <a:spLocks xmlns:a="http://schemas.openxmlformats.org/drawingml/2006/main" noGrp="1"/>
          </p:cNvSpPr>
          <p:nvPr/>
        </p:nvSpPr>
        <p:spPr>
          <a:xfrm xmlns:a="http://schemas.openxmlformats.org/drawingml/2006/main">
            <a:off x="4495800" y="257175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75" b="1">
                <a:solidFill>
                  <a:srgbClr val="F4F7FB"/>
                </a:solidFill>
                <a:latin typeface="Aptos"/>
                <a:ea typeface="Aptos"/>
                <a:cs typeface="Aptos"/>
              </a:defRPr>
            </a:pPr>
            <a:r>
              <a:rPr sz="1875" b="1">
                <a:solidFill>
                  <a:srgbClr val="F4F7FB"/>
                </a:solidFill>
                <a:latin typeface="Aptos"/>
                <a:ea typeface="Aptos"/>
                <a:cs typeface="Aptos"/>
              </a:rPr>
              <a:t>Slow drive</a:t>
            </a:r>
          </a:p>
        </p:txBody>
      </p:sp>
      <p:sp>
        <p:nvSpPr>
          <p:cNvPr id="15" name="">
            <a:extLst xmlns:a="http://schemas.openxmlformats.org/drawingml/2006/main">
              <a:ext uri="{FF2B5EF4-FFF2-40B4-BE49-F238E27FC236}">
                <a16:creationId xmlns:a16="http://schemas.microsoft.com/office/drawing/2014/main" id="{004074D2-B2E5-417C-AA60-98A25E9E16E6}"/>
              </a:ext>
            </a:extLst>
          </p:cNvPr>
          <p:cNvSpPr>
            <a:spLocks xmlns:a="http://schemas.openxmlformats.org/drawingml/2006/main" noGrp="1"/>
          </p:cNvSpPr>
          <p:nvPr/>
        </p:nvSpPr>
        <p:spPr>
          <a:xfrm xmlns:a="http://schemas.openxmlformats.org/drawingml/2006/main">
            <a:off x="4495800" y="3257550"/>
            <a:ext cx="2724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0">
                <a:solidFill>
                  <a:srgbClr val="A9B8CA"/>
                </a:solidFill>
                <a:latin typeface="Aptos"/>
                <a:ea typeface="Aptos"/>
                <a:cs typeface="Aptos"/>
              </a:defRPr>
            </a:pPr>
            <a:r>
              <a:rPr sz="1500" b="0">
                <a:solidFill>
                  <a:srgbClr val="A9B8CA"/>
                </a:solidFill>
                <a:latin typeface="Aptos"/>
                <a:ea typeface="Aptos"/>
                <a:cs typeface="Aptos"/>
              </a:rPr>
              <a:t>Right bumper</a:t>
            </a:r>
          </a:p>
        </p:txBody>
      </p:sp>
      <p:sp>
        <p:nvSpPr>
          <p:cNvPr id="16" name="">
            <a:extLst xmlns:a="http://schemas.openxmlformats.org/drawingml/2006/main">
              <a:ext uri="{FF2B5EF4-FFF2-40B4-BE49-F238E27FC236}">
                <a16:creationId xmlns:a16="http://schemas.microsoft.com/office/drawing/2014/main" id="{2E43BBA4-F2F6-4710-9889-E45412A317A8}"/>
              </a:ext>
            </a:extLst>
          </p:cNvPr>
          <p:cNvSpPr>
            <a:spLocks xmlns:a="http://schemas.openxmlformats.org/drawingml/2006/main" noGrp="1"/>
          </p:cNvSpPr>
          <p:nvPr/>
        </p:nvSpPr>
        <p:spPr>
          <a:xfrm xmlns:a="http://schemas.openxmlformats.org/drawingml/2006/main">
            <a:off x="4495800" y="3733800"/>
            <a:ext cx="2724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0">
                <a:solidFill>
                  <a:srgbClr val="F4F7FB"/>
                </a:solidFill>
                <a:latin typeface="Aptos"/>
                <a:ea typeface="Aptos"/>
                <a:cs typeface="Aptos"/>
              </a:defRPr>
            </a:pPr>
            <a:r>
              <a:rPr sz="1500" b="0">
                <a:solidFill>
                  <a:srgbClr val="F4F7FB"/>
                </a:solidFill>
                <a:latin typeface="Aptos"/>
                <a:ea typeface="Aptos"/>
                <a:cs typeface="Aptos"/>
              </a:rPr>
              <a:t>Hold for 0.4 scale</a:t>
            </a:r>
          </a:p>
        </p:txBody>
      </p:sp>
      <p:sp>
        <p:nvSpPr>
          <p:cNvPr id="17" name="">
            <a:extLst xmlns:a="http://schemas.openxmlformats.org/drawingml/2006/main">
              <a:ext uri="{FF2B5EF4-FFF2-40B4-BE49-F238E27FC236}">
                <a16:creationId xmlns:a16="http://schemas.microsoft.com/office/drawing/2014/main" id="{304A77BD-3880-4554-AD02-DC15FC57EFBB}"/>
              </a:ext>
            </a:extLst>
          </p:cNvPr>
          <p:cNvSpPr>
            <a:spLocks xmlns:a="http://schemas.openxmlformats.org/drawingml/2006/main" noGrp="1"/>
          </p:cNvSpPr>
          <p:nvPr/>
        </p:nvSpPr>
        <p:spPr>
          <a:xfrm xmlns:a="http://schemas.openxmlformats.org/drawingml/2006/main">
            <a:off x="4495800" y="4210050"/>
            <a:ext cx="2724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0">
                <a:solidFill>
                  <a:srgbClr val="A9B8CA"/>
                </a:solidFill>
                <a:latin typeface="Aptos"/>
                <a:ea typeface="Aptos"/>
                <a:cs typeface="Aptos"/>
              </a:defRPr>
            </a:pPr>
            <a:r>
              <a:rPr sz="1500" b="0">
                <a:solidFill>
                  <a:srgbClr val="A9B8CA"/>
                </a:solidFill>
                <a:latin typeface="Aptos"/>
                <a:ea typeface="Aptos"/>
                <a:cs typeface="Aptos"/>
              </a:rPr>
              <a:t>Release for 0.8 scale</a:t>
            </a:r>
          </a:p>
        </p:txBody>
      </p:sp>
      <p:sp>
        <p:nvSpPr>
          <p:cNvPr id="18" name="">
            <a:extLst xmlns:a="http://schemas.openxmlformats.org/drawingml/2006/main">
              <a:ext uri="{FF2B5EF4-FFF2-40B4-BE49-F238E27FC236}">
                <a16:creationId xmlns:a16="http://schemas.microsoft.com/office/drawing/2014/main" id="{DAB979E3-1DBC-4EC5-89B7-9FD3D31A38CE}"/>
              </a:ext>
            </a:extLst>
          </p:cNvPr>
          <p:cNvSpPr>
            <a:spLocks xmlns:a="http://schemas.openxmlformats.org/drawingml/2006/main" noGrp="1"/>
          </p:cNvSpPr>
          <p:nvPr/>
        </p:nvSpPr>
        <p:spPr>
          <a:xfrm xmlns:a="http://schemas.openxmlformats.org/drawingml/2006/main">
            <a:off x="4495800" y="4686300"/>
            <a:ext cx="2724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0">
                <a:solidFill>
                  <a:srgbClr val="F4F7FB"/>
                </a:solidFill>
                <a:latin typeface="Aptos"/>
                <a:ea typeface="Aptos"/>
                <a:cs typeface="Aptos"/>
              </a:defRPr>
            </a:pPr>
            <a:r>
              <a:rPr sz="1500" b="0">
                <a:solidFill>
                  <a:srgbClr val="F4F7FB"/>
                </a:solidFill>
                <a:latin typeface="Aptos"/>
                <a:ea typeface="Aptos"/>
                <a:cs typeface="Aptos"/>
              </a:rPr>
              <a:t>Driver control only</a:t>
            </a:r>
          </a:p>
        </p:txBody>
      </p:sp>
      <p:sp>
        <p:nvSpPr>
          <p:cNvPr id="19" name="controller-2">
            <a:extLst xmlns:a="http://schemas.openxmlformats.org/drawingml/2006/main">
              <a:ext uri="{FF2B5EF4-FFF2-40B4-BE49-F238E27FC236}">
                <a16:creationId xmlns:a16="http://schemas.microsoft.com/office/drawing/2014/main" id="{732220BA-CD98-431D-953C-825CB8E79056}"/>
              </a:ext>
            </a:extLst>
          </p:cNvPr>
          <p:cNvSpPr>
            <a:spLocks xmlns:a="http://schemas.openxmlformats.org/drawingml/2006/main" noGrp="1"/>
          </p:cNvSpPr>
          <p:nvPr/>
        </p:nvSpPr>
        <p:spPr>
          <a:xfrm xmlns:a="http://schemas.openxmlformats.org/drawingml/2006/main">
            <a:off x="7924800" y="1924050"/>
            <a:ext cx="3200400" cy="3429000"/>
          </a:xfrm>
          <a:prstGeom xmlns:a="http://schemas.openxmlformats.org/drawingml/2006/main" prst="roundRect">
            <a:avLst>
              <a:gd name="adj" fmla="val 4762"/>
            </a:avLst>
          </a:prstGeom>
          <a:solidFill xmlns:a="http://schemas.openxmlformats.org/drawingml/2006/main">
            <a:srgbClr val="101E31"/>
          </a:solidFill>
          <a:ln xmlns:a="http://schemas.openxmlformats.org/drawingml/2006/main" w="9525">
            <a:solidFill>
              <a:srgbClr val="62D48A"/>
            </a:solidFill>
            <a:prstDash val="solid"/>
          </a:ln>
        </p:spPr>
      </p:sp>
      <p:sp>
        <p:nvSpPr>
          <p:cNvPr id="20" name="">
            <a:extLst xmlns:a="http://schemas.openxmlformats.org/drawingml/2006/main">
              <a:ext uri="{FF2B5EF4-FFF2-40B4-BE49-F238E27FC236}">
                <a16:creationId xmlns:a16="http://schemas.microsoft.com/office/drawing/2014/main" id="{BABF343E-B5C4-4975-8516-3194B51990F7}"/>
              </a:ext>
            </a:extLst>
          </p:cNvPr>
          <p:cNvSpPr>
            <a:spLocks xmlns:a="http://schemas.openxmlformats.org/drawingml/2006/main" noGrp="1"/>
          </p:cNvSpPr>
          <p:nvPr/>
        </p:nvSpPr>
        <p:spPr>
          <a:xfrm xmlns:a="http://schemas.openxmlformats.org/drawingml/2006/main">
            <a:off x="8153400" y="21526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00" b="1">
                <a:solidFill>
                  <a:srgbClr val="62D48A"/>
                </a:solidFill>
                <a:latin typeface="Aptos"/>
                <a:ea typeface="Aptos"/>
                <a:cs typeface="Aptos"/>
              </a:defRPr>
            </a:pPr>
            <a:r>
              <a:rPr sz="1800" b="1">
                <a:solidFill>
                  <a:srgbClr val="62D48A"/>
                </a:solidFill>
                <a:latin typeface="Aptos"/>
                <a:ea typeface="Aptos"/>
                <a:cs typeface="Aptos"/>
              </a:rPr>
              <a:t>USB 1</a:t>
            </a:r>
          </a:p>
        </p:txBody>
      </p:sp>
      <p:sp>
        <p:nvSpPr>
          <p:cNvPr id="21" name="">
            <a:extLst xmlns:a="http://schemas.openxmlformats.org/drawingml/2006/main">
              <a:ext uri="{FF2B5EF4-FFF2-40B4-BE49-F238E27FC236}">
                <a16:creationId xmlns:a16="http://schemas.microsoft.com/office/drawing/2014/main" id="{7BCBC0E1-953A-4FDC-A7B6-75ECB5CBD8F4}"/>
              </a:ext>
            </a:extLst>
          </p:cNvPr>
          <p:cNvSpPr>
            <a:spLocks xmlns:a="http://schemas.openxmlformats.org/drawingml/2006/main" noGrp="1"/>
          </p:cNvSpPr>
          <p:nvPr/>
        </p:nvSpPr>
        <p:spPr>
          <a:xfrm xmlns:a="http://schemas.openxmlformats.org/drawingml/2006/main">
            <a:off x="8153400" y="257175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75" b="1">
                <a:solidFill>
                  <a:srgbClr val="F4F7FB"/>
                </a:solidFill>
                <a:latin typeface="Aptos"/>
                <a:ea typeface="Aptos"/>
                <a:cs typeface="Aptos"/>
              </a:defRPr>
            </a:pPr>
            <a:r>
              <a:rPr sz="1875" b="1">
                <a:solidFill>
                  <a:srgbClr val="F4F7FB"/>
                </a:solidFill>
                <a:latin typeface="Aptos"/>
                <a:ea typeface="Aptos"/>
                <a:cs typeface="Aptos"/>
              </a:rPr>
              <a:t>Operator Xbox</a:t>
            </a:r>
          </a:p>
        </p:txBody>
      </p:sp>
      <p:sp>
        <p:nvSpPr>
          <p:cNvPr id="22" name="">
            <a:extLst xmlns:a="http://schemas.openxmlformats.org/drawingml/2006/main">
              <a:ext uri="{FF2B5EF4-FFF2-40B4-BE49-F238E27FC236}">
                <a16:creationId xmlns:a16="http://schemas.microsoft.com/office/drawing/2014/main" id="{C3448B75-D61C-4159-AAC2-E7F4C94F2E91}"/>
              </a:ext>
            </a:extLst>
          </p:cNvPr>
          <p:cNvSpPr>
            <a:spLocks xmlns:a="http://schemas.openxmlformats.org/drawingml/2006/main" noGrp="1"/>
          </p:cNvSpPr>
          <p:nvPr/>
        </p:nvSpPr>
        <p:spPr>
          <a:xfrm xmlns:a="http://schemas.openxmlformats.org/drawingml/2006/main">
            <a:off x="8153400" y="3257550"/>
            <a:ext cx="2724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0">
                <a:solidFill>
                  <a:srgbClr val="F4F7FB"/>
                </a:solidFill>
                <a:latin typeface="Consolas"/>
                <a:ea typeface="Consolas"/>
                <a:cs typeface="Consolas"/>
              </a:defRPr>
            </a:pPr>
            <a:r>
              <a:rPr sz="1500" b="0">
                <a:solidFill>
                  <a:srgbClr val="F4F7FB"/>
                </a:solidFill>
                <a:latin typeface="Consolas"/>
                <a:ea typeface="Consolas"/>
                <a:cs typeface="Consolas"/>
              </a:rPr>
              <a:t>A   Belt in</a:t>
            </a:r>
          </a:p>
        </p:txBody>
      </p:sp>
      <p:sp>
        <p:nvSpPr>
          <p:cNvPr id="23" name="">
            <a:extLst xmlns:a="http://schemas.openxmlformats.org/drawingml/2006/main">
              <a:ext uri="{FF2B5EF4-FFF2-40B4-BE49-F238E27FC236}">
                <a16:creationId xmlns:a16="http://schemas.microsoft.com/office/drawing/2014/main" id="{1441C420-D430-4464-BBC5-CE9AF7C54D48}"/>
              </a:ext>
            </a:extLst>
          </p:cNvPr>
          <p:cNvSpPr>
            <a:spLocks xmlns:a="http://schemas.openxmlformats.org/drawingml/2006/main" noGrp="1"/>
          </p:cNvSpPr>
          <p:nvPr/>
        </p:nvSpPr>
        <p:spPr>
          <a:xfrm xmlns:a="http://schemas.openxmlformats.org/drawingml/2006/main">
            <a:off x="8153400" y="3733800"/>
            <a:ext cx="2724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0">
                <a:solidFill>
                  <a:srgbClr val="F4F7FB"/>
                </a:solidFill>
                <a:latin typeface="Consolas"/>
                <a:ea typeface="Consolas"/>
                <a:cs typeface="Consolas"/>
              </a:defRPr>
            </a:pPr>
            <a:r>
              <a:rPr sz="1500" b="0">
                <a:solidFill>
                  <a:srgbClr val="F4F7FB"/>
                </a:solidFill>
                <a:latin typeface="Consolas"/>
                <a:ea typeface="Consolas"/>
                <a:cs typeface="Consolas"/>
              </a:rPr>
              <a:t>B   Belt out</a:t>
            </a:r>
          </a:p>
        </p:txBody>
      </p:sp>
      <p:sp>
        <p:nvSpPr>
          <p:cNvPr id="24" name="">
            <a:extLst xmlns:a="http://schemas.openxmlformats.org/drawingml/2006/main">
              <a:ext uri="{FF2B5EF4-FFF2-40B4-BE49-F238E27FC236}">
                <a16:creationId xmlns:a16="http://schemas.microsoft.com/office/drawing/2014/main" id="{609A6295-11C2-44A4-BEA4-7E4F14BB680D}"/>
              </a:ext>
            </a:extLst>
          </p:cNvPr>
          <p:cNvSpPr>
            <a:spLocks xmlns:a="http://schemas.openxmlformats.org/drawingml/2006/main" noGrp="1"/>
          </p:cNvSpPr>
          <p:nvPr/>
        </p:nvSpPr>
        <p:spPr>
          <a:xfrm xmlns:a="http://schemas.openxmlformats.org/drawingml/2006/main">
            <a:off x="8153400" y="4210050"/>
            <a:ext cx="2724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0">
                <a:solidFill>
                  <a:srgbClr val="F4F7FB"/>
                </a:solidFill>
                <a:latin typeface="Consolas"/>
                <a:ea typeface="Consolas"/>
                <a:cs typeface="Consolas"/>
              </a:defRPr>
            </a:pPr>
            <a:r>
              <a:rPr sz="1500" b="0">
                <a:solidFill>
                  <a:srgbClr val="F4F7FB"/>
                </a:solidFill>
                <a:latin typeface="Consolas"/>
                <a:ea typeface="Consolas"/>
                <a:cs typeface="Consolas"/>
              </a:rPr>
              <a:t>X   Roller</a:t>
            </a:r>
          </a:p>
        </p:txBody>
      </p:sp>
      <p:sp>
        <p:nvSpPr>
          <p:cNvPr id="25" name="">
            <a:extLst xmlns:a="http://schemas.openxmlformats.org/drawingml/2006/main">
              <a:ext uri="{FF2B5EF4-FFF2-40B4-BE49-F238E27FC236}">
                <a16:creationId xmlns:a16="http://schemas.microsoft.com/office/drawing/2014/main" id="{F36E3896-0184-46C2-96ED-75074A0C3933}"/>
              </a:ext>
            </a:extLst>
          </p:cNvPr>
          <p:cNvSpPr>
            <a:spLocks xmlns:a="http://schemas.openxmlformats.org/drawingml/2006/main" noGrp="1"/>
          </p:cNvSpPr>
          <p:nvPr/>
        </p:nvSpPr>
        <p:spPr>
          <a:xfrm xmlns:a="http://schemas.openxmlformats.org/drawingml/2006/main">
            <a:off x="8153400" y="4686300"/>
            <a:ext cx="2724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0">
                <a:solidFill>
                  <a:srgbClr val="F4F7FB"/>
                </a:solidFill>
                <a:latin typeface="Consolas"/>
                <a:ea typeface="Consolas"/>
                <a:cs typeface="Consolas"/>
              </a:defRPr>
            </a:pPr>
            <a:r>
              <a:rPr sz="1500" b="0">
                <a:solidFill>
                  <a:srgbClr val="F4F7FB"/>
                </a:solidFill>
                <a:latin typeface="Consolas"/>
                <a:ea typeface="Consolas"/>
                <a:cs typeface="Consolas"/>
              </a:rPr>
              <a:t>Y   Climber</a:t>
            </a:r>
          </a:p>
        </p:txBody>
      </p:sp>
      <p:sp>
        <p:nvSpPr>
          <p:cNvPr id="26" name="">
            <a:extLst xmlns:a="http://schemas.openxmlformats.org/drawingml/2006/main">
              <a:ext uri="{FF2B5EF4-FFF2-40B4-BE49-F238E27FC236}">
                <a16:creationId xmlns:a16="http://schemas.microsoft.com/office/drawing/2014/main" id="{627864C6-A955-4D08-9F50-67AF910BC88D}"/>
              </a:ext>
            </a:extLst>
          </p:cNvPr>
          <p:cNvSpPr>
            <a:spLocks xmlns:a="http://schemas.openxmlformats.org/drawingml/2006/main" noGrp="1"/>
          </p:cNvSpPr>
          <p:nvPr/>
        </p:nvSpPr>
        <p:spPr>
          <a:xfrm xmlns:a="http://schemas.openxmlformats.org/drawingml/2006/main">
            <a:off x="609600" y="571500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1">
                <a:solidFill>
                  <a:srgbClr val="FFB64D"/>
                </a:solidFill>
                <a:latin typeface="Aptos"/>
                <a:ea typeface="Aptos"/>
                <a:cs typeface="Aptos"/>
              </a:defRPr>
            </a:pPr>
            <a:r>
              <a:rPr sz="1350" b="1">
                <a:solidFill>
                  <a:srgbClr val="FFB64D"/>
                </a:solidFill>
                <a:latin typeface="Aptos"/>
                <a:ea typeface="Aptos"/>
                <a:cs typeface="Aptos"/>
              </a:rPr>
              <a:t>Two CommandXboxController instances keep driver and operator bindings distinct.</a:t>
            </a:r>
          </a:p>
        </p:txBody>
      </p:sp>
      <p:sp>
        <p:nvSpPr>
          <p:cNvPr id="27" name="footer-left">
            <a:extLst xmlns:a="http://schemas.openxmlformats.org/drawingml/2006/main">
              <a:ext uri="{FF2B5EF4-FFF2-40B4-BE49-F238E27FC236}">
                <a16:creationId xmlns:a16="http://schemas.microsoft.com/office/drawing/2014/main" id="{AAD3B33E-5BD9-4BA3-8494-A6A40C704C4D}"/>
              </a:ext>
            </a:extLst>
          </p:cNvPr>
          <p:cNvSpPr>
            <a:spLocks xmlns:a="http://schemas.openxmlformats.org/drawingml/2006/main" noGrp="1"/>
          </p:cNvSpPr>
          <p:nvPr/>
        </p:nvSpPr>
        <p:spPr>
          <a:xfrm xmlns:a="http://schemas.openxmlformats.org/drawingml/2006/main">
            <a:off x="609600" y="64960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825" b="0">
                <a:solidFill>
                  <a:srgbClr val="5E7188"/>
                </a:solidFill>
                <a:latin typeface="Aptos"/>
                <a:ea typeface="Aptos"/>
                <a:cs typeface="Aptos"/>
              </a:defRPr>
            </a:pPr>
            <a:r>
              <a:rPr sz="825" b="0">
                <a:solidFill>
                  <a:srgbClr val="5E7188"/>
                </a:solidFill>
                <a:latin typeface="Aptos"/>
                <a:ea typeface="Aptos"/>
                <a:cs typeface="Aptos"/>
              </a:rPr>
              <a:t>2020 FRC robot | command-based implementation</a:t>
            </a:r>
          </a:p>
        </p:txBody>
      </p:sp>
      <p:sp>
        <p:nvSpPr>
          <p:cNvPr id="28" name="footer-number">
            <a:extLst xmlns:a="http://schemas.openxmlformats.org/drawingml/2006/main">
              <a:ext uri="{FF2B5EF4-FFF2-40B4-BE49-F238E27FC236}">
                <a16:creationId xmlns:a16="http://schemas.microsoft.com/office/drawing/2014/main" id="{2FDC2AC1-D5CE-4190-914F-172FFABB6E7F}"/>
              </a:ext>
            </a:extLst>
          </p:cNvPr>
          <p:cNvSpPr>
            <a:spLocks xmlns:a="http://schemas.openxmlformats.org/drawingml/2006/main" noGrp="1"/>
          </p:cNvSpPr>
          <p:nvPr/>
        </p:nvSpPr>
        <p:spPr>
          <a:xfrm xmlns:a="http://schemas.openxmlformats.org/drawingml/2006/main">
            <a:off x="11049000" y="647700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00" b="1">
                <a:solidFill>
                  <a:srgbClr val="5E7188"/>
                </a:solidFill>
                <a:latin typeface="Aptos"/>
                <a:ea typeface="Aptos"/>
                <a:cs typeface="Aptos"/>
              </a:defRPr>
            </a:pPr>
            <a:r>
              <a:rPr sz="900" b="1">
                <a:solidFill>
                  <a:srgbClr val="5E7188"/>
                </a:solidFill>
                <a:latin typeface="Aptos"/>
                <a:ea typeface="Aptos"/>
                <a:cs typeface="Aptos"/>
              </a:rPr>
              <a:t>03</a:t>
            </a:r>
          </a:p>
        </p:txBody>
      </p:sp>
    </p:spTree>
    <p:extLst>
      <p:ext uri="{BB962C8B-B14F-4D97-AF65-F5344CB8AC3E}">
        <p14:creationId xmlns:p14="http://schemas.microsoft.com/office/powerpoint/2010/main" val="878771834"/>
      </p:ext>
    </p:extLst>
  </p:cSld>
</p:sld>
</file>

<file path=ppt/slides/slide4.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25" name="section-label">
            <a:extLst xmlns:a="http://schemas.openxmlformats.org/drawingml/2006/main">
              <a:ext uri="{FF2B5EF4-FFF2-40B4-BE49-F238E27FC236}">
                <a16:creationId xmlns:a16="http://schemas.microsoft.com/office/drawing/2014/main" id="{B920366A-E87B-4EE0-9356-6CBC40741619}"/>
              </a:ext>
            </a:extLst>
          </p:cNvPr>
          <p:cNvSpPr>
            <a:spLocks xmlns:a="http://schemas.openxmlformats.org/drawingml/2006/main" noGrp="1"/>
          </p:cNvSpPr>
          <p:nvPr/>
        </p:nvSpPr>
        <p:spPr>
          <a:xfrm xmlns:a="http://schemas.openxmlformats.org/drawingml/2006/main">
            <a:off x="609600" y="3048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 b="1">
                <a:solidFill>
                  <a:srgbClr val="42C6FF"/>
                </a:solidFill>
                <a:latin typeface="Aptos"/>
                <a:ea typeface="Aptos"/>
                <a:cs typeface="Aptos"/>
              </a:defRPr>
            </a:pPr>
            <a:r>
              <a:rPr sz="1050" b="1">
                <a:solidFill>
                  <a:srgbClr val="42C6FF"/>
                </a:solidFill>
                <a:latin typeface="Aptos"/>
                <a:ea typeface="Aptos"/>
                <a:cs typeface="Aptos"/>
              </a:rPr>
              <a:t>2 · MAJOR SUBSYSTEMS</a:t>
            </a:r>
          </a:p>
        </p:txBody>
      </p:sp>
      <p:sp>
        <p:nvSpPr>
          <p:cNvPr id="2" name="slide-title">
            <a:extLst xmlns:a="http://schemas.openxmlformats.org/drawingml/2006/main">
              <a:ext uri="{FF2B5EF4-FFF2-40B4-BE49-F238E27FC236}">
                <a16:creationId xmlns:a16="http://schemas.microsoft.com/office/drawing/2014/main" id="{E59923DF-0FEC-4EEC-A188-6111374A18FE}"/>
              </a:ext>
            </a:extLst>
          </p:cNvPr>
          <p:cNvSpPr>
            <a:spLocks xmlns:a="http://schemas.openxmlformats.org/drawingml/2006/main" noGrp="1"/>
          </p:cNvSpPr>
          <p:nvPr/>
        </p:nvSpPr>
        <p:spPr>
          <a:xfrm xmlns:a="http://schemas.openxmlformats.org/drawingml/2006/main">
            <a:off x="609600" y="533400"/>
            <a:ext cx="1076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2000"/>
              </a:lnSpc>
              <a:buNone/>
              <a:defRPr sz="2625" b="1">
                <a:solidFill>
                  <a:srgbClr val="F4F7FB"/>
                </a:solidFill>
                <a:latin typeface="Aptos"/>
                <a:ea typeface="Aptos"/>
                <a:cs typeface="Aptos"/>
              </a:defRPr>
            </a:pPr>
            <a:r>
              <a:rPr sz="2625" b="1">
                <a:solidFill>
                  <a:srgbClr val="F4F7FB"/>
                </a:solidFill>
                <a:latin typeface="Aptos"/>
                <a:ea typeface="Aptos"/>
                <a:cs typeface="Aptos"/>
              </a:rPr>
              <a:t>Four subsystems divide the robot by mechanism</a:t>
            </a:r>
          </a:p>
        </p:txBody>
      </p:sp>
      <p:sp>
        <p:nvSpPr>
          <p:cNvPr id="3" name="slide-subtitle">
            <a:extLst xmlns:a="http://schemas.openxmlformats.org/drawingml/2006/main">
              <a:ext uri="{FF2B5EF4-FFF2-40B4-BE49-F238E27FC236}">
                <a16:creationId xmlns:a16="http://schemas.microsoft.com/office/drawing/2014/main" id="{DFFE2078-C5DF-4DD3-9467-723396BA2C55}"/>
              </a:ext>
            </a:extLst>
          </p:cNvPr>
          <p:cNvSpPr>
            <a:spLocks xmlns:a="http://schemas.openxmlformats.org/drawingml/2006/main" noGrp="1"/>
          </p:cNvSpPr>
          <p:nvPr/>
        </p:nvSpPr>
        <p:spPr>
          <a:xfrm xmlns:a="http://schemas.openxmlformats.org/drawingml/2006/main">
            <a:off x="609600" y="13335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Each subsystem owns the hardware objects and methods for one physical function.</a:t>
            </a:r>
          </a:p>
        </p:txBody>
      </p:sp>
      <p:sp>
        <p:nvSpPr>
          <p:cNvPr id="4" name="title-rule">
            <a:extLst xmlns:a="http://schemas.openxmlformats.org/drawingml/2006/main">
              <a:ext uri="{FF2B5EF4-FFF2-40B4-BE49-F238E27FC236}">
                <a16:creationId xmlns:a16="http://schemas.microsoft.com/office/drawing/2014/main" id="{68D85D80-AE19-45D8-8B3A-55BA2ADD4489}"/>
              </a:ext>
            </a:extLst>
          </p:cNvPr>
          <p:cNvSpPr>
            <a:spLocks xmlns:a="http://schemas.openxmlformats.org/drawingml/2006/main" noGrp="1"/>
          </p:cNvSpPr>
          <p:nvPr/>
        </p:nvSpPr>
        <p:spPr>
          <a:xfrm xmlns:a="http://schemas.openxmlformats.org/drawingml/2006/main">
            <a:off x="609600" y="1657350"/>
            <a:ext cx="10972800" cy="19050"/>
          </a:xfrm>
          <a:prstGeom xmlns:a="http://schemas.openxmlformats.org/drawingml/2006/main" prst="rect">
            <a:avLst/>
          </a:prstGeom>
          <a:solidFill xmlns:a="http://schemas.openxmlformats.org/drawingml/2006/main">
            <a:srgbClr val="2D425B"/>
          </a:solidFill>
          <a:ln xmlns:a="http://schemas.openxmlformats.org/drawingml/2006/main" w="0">
            <a:noFill/>
            <a:prstDash val="solid"/>
          </a:ln>
        </p:spPr>
      </p:sp>
      <p:sp>
        <p:nvSpPr>
          <p:cNvPr id="5" name="domain-0">
            <a:extLst xmlns:a="http://schemas.openxmlformats.org/drawingml/2006/main">
              <a:ext uri="{FF2B5EF4-FFF2-40B4-BE49-F238E27FC236}">
                <a16:creationId xmlns:a16="http://schemas.microsoft.com/office/drawing/2014/main" id="{9E6DD2E8-DF25-415B-9AFD-86725B1045E2}"/>
              </a:ext>
            </a:extLst>
          </p:cNvPr>
          <p:cNvSpPr>
            <a:spLocks xmlns:a="http://schemas.openxmlformats.org/drawingml/2006/main" noGrp="1"/>
          </p:cNvSpPr>
          <p:nvPr/>
        </p:nvSpPr>
        <p:spPr>
          <a:xfrm xmlns:a="http://schemas.openxmlformats.org/drawingml/2006/main">
            <a:off x="609600" y="2076450"/>
            <a:ext cx="2400300" cy="2819400"/>
          </a:xfrm>
          <a:prstGeom xmlns:a="http://schemas.openxmlformats.org/drawingml/2006/main" prst="roundRect">
            <a:avLst>
              <a:gd name="adj" fmla="val 6349"/>
            </a:avLst>
          </a:prstGeom>
          <a:solidFill xmlns:a="http://schemas.openxmlformats.org/drawingml/2006/main">
            <a:srgbClr val="101E31"/>
          </a:solidFill>
          <a:ln xmlns:a="http://schemas.openxmlformats.org/drawingml/2006/main" w="9525">
            <a:solidFill>
              <a:srgbClr val="42C6FF"/>
            </a:solidFill>
            <a:prstDash val="solid"/>
          </a:ln>
        </p:spPr>
      </p:sp>
      <p:sp>
        <p:nvSpPr>
          <p:cNvPr id="6" name="">
            <a:extLst xmlns:a="http://schemas.openxmlformats.org/drawingml/2006/main">
              <a:ext uri="{FF2B5EF4-FFF2-40B4-BE49-F238E27FC236}">
                <a16:creationId xmlns:a16="http://schemas.microsoft.com/office/drawing/2014/main" id="{419B387F-8D24-4CBB-A29C-B833B1B71FC2}"/>
              </a:ext>
            </a:extLst>
          </p:cNvPr>
          <p:cNvSpPr>
            <a:spLocks xmlns:a="http://schemas.openxmlformats.org/drawingml/2006/main" noGrp="1"/>
          </p:cNvSpPr>
          <p:nvPr/>
        </p:nvSpPr>
        <p:spPr>
          <a:xfrm xmlns:a="http://schemas.openxmlformats.org/drawingml/2006/main">
            <a:off x="819150" y="2324100"/>
            <a:ext cx="1962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025" b="1">
                <a:solidFill>
                  <a:srgbClr val="42C6FF"/>
                </a:solidFill>
                <a:latin typeface="Aptos"/>
                <a:ea typeface="Aptos"/>
                <a:cs typeface="Aptos"/>
              </a:defRPr>
            </a:pPr>
            <a:r>
              <a:rPr sz="2025" b="1">
                <a:solidFill>
                  <a:srgbClr val="42C6FF"/>
                </a:solidFill>
                <a:latin typeface="Aptos"/>
                <a:ea typeface="Aptos"/>
                <a:cs typeface="Aptos"/>
              </a:rPr>
              <a:t>Drive</a:t>
            </a:r>
          </a:p>
        </p:txBody>
      </p:sp>
      <p:sp>
        <p:nvSpPr>
          <p:cNvPr id="7" name="">
            <a:extLst xmlns:a="http://schemas.openxmlformats.org/drawingml/2006/main">
              <a:ext uri="{FF2B5EF4-FFF2-40B4-BE49-F238E27FC236}">
                <a16:creationId xmlns:a16="http://schemas.microsoft.com/office/drawing/2014/main" id="{BE018474-D259-44EE-9715-94197C6F0546}"/>
              </a:ext>
            </a:extLst>
          </p:cNvPr>
          <p:cNvSpPr>
            <a:spLocks xmlns:a="http://schemas.openxmlformats.org/drawingml/2006/main" noGrp="1"/>
          </p:cNvSpPr>
          <p:nvPr/>
        </p:nvSpPr>
        <p:spPr>
          <a:xfrm xmlns:a="http://schemas.openxmlformats.org/drawingml/2006/main">
            <a:off x="819150" y="3048000"/>
            <a:ext cx="19621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75" b="1">
                <a:solidFill>
                  <a:srgbClr val="F4F7FB"/>
                </a:solidFill>
                <a:latin typeface="Aptos"/>
                <a:ea typeface="Aptos"/>
                <a:cs typeface="Aptos"/>
              </a:defRPr>
            </a:pPr>
            <a:r>
              <a:rPr sz="1575" b="1">
                <a:solidFill>
                  <a:srgbClr val="F4F7FB"/>
                </a:solidFill>
                <a:latin typeface="Aptos"/>
                <a:ea typeface="Aptos"/>
                <a:cs typeface="Aptos"/>
              </a:rPr>
              <a:t>4 Talon motor controllers</a:t>
            </a:r>
          </a:p>
        </p:txBody>
      </p:sp>
      <p:sp>
        <p:nvSpPr>
          <p:cNvPr id="8" name="">
            <a:extLst xmlns:a="http://schemas.openxmlformats.org/drawingml/2006/main">
              <a:ext uri="{FF2B5EF4-FFF2-40B4-BE49-F238E27FC236}">
                <a16:creationId xmlns:a16="http://schemas.microsoft.com/office/drawing/2014/main" id="{50C5241D-340E-4DDE-8AF9-AECFFC9684A3}"/>
              </a:ext>
            </a:extLst>
          </p:cNvPr>
          <p:cNvSpPr>
            <a:spLocks xmlns:a="http://schemas.openxmlformats.org/drawingml/2006/main" noGrp="1"/>
          </p:cNvSpPr>
          <p:nvPr/>
        </p:nvSpPr>
        <p:spPr>
          <a:xfrm xmlns:a="http://schemas.openxmlformats.org/drawingml/2006/main">
            <a:off x="819150" y="4095750"/>
            <a:ext cx="1962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0">
                <a:solidFill>
                  <a:srgbClr val="A9B8CA"/>
                </a:solidFill>
                <a:latin typeface="Aptos"/>
                <a:ea typeface="Aptos"/>
                <a:cs typeface="Aptos"/>
              </a:defRPr>
            </a:pPr>
            <a:r>
              <a:rPr sz="1350" b="0">
                <a:solidFill>
                  <a:srgbClr val="A9B8CA"/>
                </a:solidFill>
                <a:latin typeface="Aptos"/>
                <a:ea typeface="Aptos"/>
                <a:cs typeface="Aptos"/>
              </a:rPr>
              <a:t>drive(left, right)</a:t>
            </a:r>
          </a:p>
        </p:txBody>
      </p:sp>
      <p:sp>
        <p:nvSpPr>
          <p:cNvPr id="9" name="domain-1">
            <a:extLst xmlns:a="http://schemas.openxmlformats.org/drawingml/2006/main">
              <a:ext uri="{FF2B5EF4-FFF2-40B4-BE49-F238E27FC236}">
                <a16:creationId xmlns:a16="http://schemas.microsoft.com/office/drawing/2014/main" id="{48FA02EF-F5E9-4E1A-8C21-E5403B4488FB}"/>
              </a:ext>
            </a:extLst>
          </p:cNvPr>
          <p:cNvSpPr>
            <a:spLocks xmlns:a="http://schemas.openxmlformats.org/drawingml/2006/main" noGrp="1"/>
          </p:cNvSpPr>
          <p:nvPr/>
        </p:nvSpPr>
        <p:spPr>
          <a:xfrm xmlns:a="http://schemas.openxmlformats.org/drawingml/2006/main">
            <a:off x="3352800" y="2076450"/>
            <a:ext cx="2400300" cy="2819400"/>
          </a:xfrm>
          <a:prstGeom xmlns:a="http://schemas.openxmlformats.org/drawingml/2006/main" prst="roundRect">
            <a:avLst>
              <a:gd name="adj" fmla="val 6349"/>
            </a:avLst>
          </a:prstGeom>
          <a:solidFill xmlns:a="http://schemas.openxmlformats.org/drawingml/2006/main">
            <a:srgbClr val="101E31"/>
          </a:solidFill>
          <a:ln xmlns:a="http://schemas.openxmlformats.org/drawingml/2006/main" w="9525">
            <a:solidFill>
              <a:srgbClr val="FFB64D"/>
            </a:solidFill>
            <a:prstDash val="solid"/>
          </a:ln>
        </p:spPr>
      </p:sp>
      <p:sp>
        <p:nvSpPr>
          <p:cNvPr id="10" name="">
            <a:extLst xmlns:a="http://schemas.openxmlformats.org/drawingml/2006/main">
              <a:ext uri="{FF2B5EF4-FFF2-40B4-BE49-F238E27FC236}">
                <a16:creationId xmlns:a16="http://schemas.microsoft.com/office/drawing/2014/main" id="{E0FCFB05-27B0-4030-B138-50E1D81C4740}"/>
              </a:ext>
            </a:extLst>
          </p:cNvPr>
          <p:cNvSpPr>
            <a:spLocks xmlns:a="http://schemas.openxmlformats.org/drawingml/2006/main" noGrp="1"/>
          </p:cNvSpPr>
          <p:nvPr/>
        </p:nvSpPr>
        <p:spPr>
          <a:xfrm xmlns:a="http://schemas.openxmlformats.org/drawingml/2006/main">
            <a:off x="3562350" y="2324100"/>
            <a:ext cx="1962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025" b="1">
                <a:solidFill>
                  <a:srgbClr val="FFB64D"/>
                </a:solidFill>
                <a:latin typeface="Aptos"/>
                <a:ea typeface="Aptos"/>
                <a:cs typeface="Aptos"/>
              </a:defRPr>
            </a:pPr>
            <a:r>
              <a:rPr sz="2025" b="1">
                <a:solidFill>
                  <a:srgbClr val="FFB64D"/>
                </a:solidFill>
                <a:latin typeface="Aptos"/>
                <a:ea typeface="Aptos"/>
                <a:cs typeface="Aptos"/>
              </a:rPr>
              <a:t>Ball belt</a:t>
            </a:r>
          </a:p>
        </p:txBody>
      </p:sp>
      <p:sp>
        <p:nvSpPr>
          <p:cNvPr id="11" name="">
            <a:extLst xmlns:a="http://schemas.openxmlformats.org/drawingml/2006/main">
              <a:ext uri="{FF2B5EF4-FFF2-40B4-BE49-F238E27FC236}">
                <a16:creationId xmlns:a16="http://schemas.microsoft.com/office/drawing/2014/main" id="{4C8620C2-346C-4676-BDE9-8D3CFE6F92D0}"/>
              </a:ext>
            </a:extLst>
          </p:cNvPr>
          <p:cNvSpPr>
            <a:spLocks xmlns:a="http://schemas.openxmlformats.org/drawingml/2006/main" noGrp="1"/>
          </p:cNvSpPr>
          <p:nvPr/>
        </p:nvSpPr>
        <p:spPr>
          <a:xfrm xmlns:a="http://schemas.openxmlformats.org/drawingml/2006/main">
            <a:off x="3562350" y="3048000"/>
            <a:ext cx="19621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75" b="1">
                <a:solidFill>
                  <a:srgbClr val="F4F7FB"/>
                </a:solidFill>
                <a:latin typeface="Aptos"/>
                <a:ea typeface="Aptos"/>
                <a:cs typeface="Aptos"/>
              </a:defRPr>
            </a:pPr>
            <a:r>
              <a:rPr sz="1575" b="1">
                <a:solidFill>
                  <a:srgbClr val="F4F7FB"/>
                </a:solidFill>
                <a:latin typeface="Aptos"/>
                <a:ea typeface="Aptos"/>
                <a:cs typeface="Aptos"/>
              </a:rPr>
              <a:t>1 Talon motor controller</a:t>
            </a:r>
          </a:p>
        </p:txBody>
      </p:sp>
      <p:sp>
        <p:nvSpPr>
          <p:cNvPr id="12" name="">
            <a:extLst xmlns:a="http://schemas.openxmlformats.org/drawingml/2006/main">
              <a:ext uri="{FF2B5EF4-FFF2-40B4-BE49-F238E27FC236}">
                <a16:creationId xmlns:a16="http://schemas.microsoft.com/office/drawing/2014/main" id="{64A912F1-6850-4B91-A49B-3381464A93D4}"/>
              </a:ext>
            </a:extLst>
          </p:cNvPr>
          <p:cNvSpPr>
            <a:spLocks xmlns:a="http://schemas.openxmlformats.org/drawingml/2006/main" noGrp="1"/>
          </p:cNvSpPr>
          <p:nvPr/>
        </p:nvSpPr>
        <p:spPr>
          <a:xfrm xmlns:a="http://schemas.openxmlformats.org/drawingml/2006/main">
            <a:off x="3562350" y="4095750"/>
            <a:ext cx="1962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0">
                <a:solidFill>
                  <a:srgbClr val="A9B8CA"/>
                </a:solidFill>
                <a:latin typeface="Aptos"/>
                <a:ea typeface="Aptos"/>
                <a:cs typeface="Aptos"/>
              </a:defRPr>
            </a:pPr>
            <a:r>
              <a:rPr sz="1350" b="0">
                <a:solidFill>
                  <a:srgbClr val="A9B8CA"/>
                </a:solidFill>
                <a:latin typeface="Aptos"/>
                <a:ea typeface="Aptos"/>
                <a:cs typeface="Aptos"/>
              </a:rPr>
              <a:t>run(speed), stop()</a:t>
            </a:r>
          </a:p>
        </p:txBody>
      </p:sp>
      <p:sp>
        <p:nvSpPr>
          <p:cNvPr id="13" name="domain-2">
            <a:extLst xmlns:a="http://schemas.openxmlformats.org/drawingml/2006/main">
              <a:ext uri="{FF2B5EF4-FFF2-40B4-BE49-F238E27FC236}">
                <a16:creationId xmlns:a16="http://schemas.microsoft.com/office/drawing/2014/main" id="{3DFF3078-97FB-4122-A512-3D3B664132FC}"/>
              </a:ext>
            </a:extLst>
          </p:cNvPr>
          <p:cNvSpPr>
            <a:spLocks xmlns:a="http://schemas.openxmlformats.org/drawingml/2006/main" noGrp="1"/>
          </p:cNvSpPr>
          <p:nvPr/>
        </p:nvSpPr>
        <p:spPr>
          <a:xfrm xmlns:a="http://schemas.openxmlformats.org/drawingml/2006/main">
            <a:off x="6096000" y="2076450"/>
            <a:ext cx="2400300" cy="2819400"/>
          </a:xfrm>
          <a:prstGeom xmlns:a="http://schemas.openxmlformats.org/drawingml/2006/main" prst="roundRect">
            <a:avLst>
              <a:gd name="adj" fmla="val 6349"/>
            </a:avLst>
          </a:prstGeom>
          <a:solidFill xmlns:a="http://schemas.openxmlformats.org/drawingml/2006/main">
            <a:srgbClr val="101E31"/>
          </a:solidFill>
          <a:ln xmlns:a="http://schemas.openxmlformats.org/drawingml/2006/main" w="9525">
            <a:solidFill>
              <a:srgbClr val="62D48A"/>
            </a:solidFill>
            <a:prstDash val="solid"/>
          </a:ln>
        </p:spPr>
      </p:sp>
      <p:sp>
        <p:nvSpPr>
          <p:cNvPr id="14" name="">
            <a:extLst xmlns:a="http://schemas.openxmlformats.org/drawingml/2006/main">
              <a:ext uri="{FF2B5EF4-FFF2-40B4-BE49-F238E27FC236}">
                <a16:creationId xmlns:a16="http://schemas.microsoft.com/office/drawing/2014/main" id="{F2EC537E-191D-429B-82E6-EE0F30E94015}"/>
              </a:ext>
            </a:extLst>
          </p:cNvPr>
          <p:cNvSpPr>
            <a:spLocks xmlns:a="http://schemas.openxmlformats.org/drawingml/2006/main" noGrp="1"/>
          </p:cNvSpPr>
          <p:nvPr/>
        </p:nvSpPr>
        <p:spPr>
          <a:xfrm xmlns:a="http://schemas.openxmlformats.org/drawingml/2006/main">
            <a:off x="6305550" y="2324100"/>
            <a:ext cx="1962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025" b="1">
                <a:solidFill>
                  <a:srgbClr val="62D48A"/>
                </a:solidFill>
                <a:latin typeface="Aptos"/>
                <a:ea typeface="Aptos"/>
                <a:cs typeface="Aptos"/>
              </a:defRPr>
            </a:pPr>
            <a:r>
              <a:rPr sz="2025" b="1">
                <a:solidFill>
                  <a:srgbClr val="62D48A"/>
                </a:solidFill>
                <a:latin typeface="Aptos"/>
                <a:ea typeface="Aptos"/>
                <a:cs typeface="Aptos"/>
              </a:rPr>
              <a:t>Scoring roller</a:t>
            </a:r>
          </a:p>
        </p:txBody>
      </p:sp>
      <p:sp>
        <p:nvSpPr>
          <p:cNvPr id="15" name="">
            <a:extLst xmlns:a="http://schemas.openxmlformats.org/drawingml/2006/main">
              <a:ext uri="{FF2B5EF4-FFF2-40B4-BE49-F238E27FC236}">
                <a16:creationId xmlns:a16="http://schemas.microsoft.com/office/drawing/2014/main" id="{A18439AC-21B0-41B6-81A3-F188D6AE7B49}"/>
              </a:ext>
            </a:extLst>
          </p:cNvPr>
          <p:cNvSpPr>
            <a:spLocks xmlns:a="http://schemas.openxmlformats.org/drawingml/2006/main" noGrp="1"/>
          </p:cNvSpPr>
          <p:nvPr/>
        </p:nvSpPr>
        <p:spPr>
          <a:xfrm xmlns:a="http://schemas.openxmlformats.org/drawingml/2006/main">
            <a:off x="6305550" y="3048000"/>
            <a:ext cx="19621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75" b="1">
                <a:solidFill>
                  <a:srgbClr val="F4F7FB"/>
                </a:solidFill>
                <a:latin typeface="Aptos"/>
                <a:ea typeface="Aptos"/>
                <a:cs typeface="Aptos"/>
              </a:defRPr>
            </a:pPr>
            <a:r>
              <a:rPr sz="1575" b="1">
                <a:solidFill>
                  <a:srgbClr val="F4F7FB"/>
                </a:solidFill>
                <a:latin typeface="Aptos"/>
                <a:ea typeface="Aptos"/>
                <a:cs typeface="Aptos"/>
              </a:rPr>
              <a:t>1 Talon motor controller</a:t>
            </a:r>
          </a:p>
        </p:txBody>
      </p:sp>
      <p:sp>
        <p:nvSpPr>
          <p:cNvPr id="16" name="">
            <a:extLst xmlns:a="http://schemas.openxmlformats.org/drawingml/2006/main">
              <a:ext uri="{FF2B5EF4-FFF2-40B4-BE49-F238E27FC236}">
                <a16:creationId xmlns:a16="http://schemas.microsoft.com/office/drawing/2014/main" id="{175DAE41-8C58-4DE0-8A68-2785CFE55B43}"/>
              </a:ext>
            </a:extLst>
          </p:cNvPr>
          <p:cNvSpPr>
            <a:spLocks xmlns:a="http://schemas.openxmlformats.org/drawingml/2006/main" noGrp="1"/>
          </p:cNvSpPr>
          <p:nvPr/>
        </p:nvSpPr>
        <p:spPr>
          <a:xfrm xmlns:a="http://schemas.openxmlformats.org/drawingml/2006/main">
            <a:off x="6305550" y="4095750"/>
            <a:ext cx="1962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0">
                <a:solidFill>
                  <a:srgbClr val="A9B8CA"/>
                </a:solidFill>
                <a:latin typeface="Aptos"/>
                <a:ea typeface="Aptos"/>
                <a:cs typeface="Aptos"/>
              </a:defRPr>
            </a:pPr>
            <a:r>
              <a:rPr sz="1350" b="0">
                <a:solidFill>
                  <a:srgbClr val="A9B8CA"/>
                </a:solidFill>
                <a:latin typeface="Aptos"/>
                <a:ea typeface="Aptos"/>
                <a:cs typeface="Aptos"/>
              </a:rPr>
              <a:t>run(speed), stop()</a:t>
            </a:r>
          </a:p>
        </p:txBody>
      </p:sp>
      <p:sp>
        <p:nvSpPr>
          <p:cNvPr id="17" name="domain-3">
            <a:extLst xmlns:a="http://schemas.openxmlformats.org/drawingml/2006/main">
              <a:ext uri="{FF2B5EF4-FFF2-40B4-BE49-F238E27FC236}">
                <a16:creationId xmlns:a16="http://schemas.microsoft.com/office/drawing/2014/main" id="{F127421D-DD7B-4160-BC18-9E57ED126A75}"/>
              </a:ext>
            </a:extLst>
          </p:cNvPr>
          <p:cNvSpPr>
            <a:spLocks xmlns:a="http://schemas.openxmlformats.org/drawingml/2006/main" noGrp="1"/>
          </p:cNvSpPr>
          <p:nvPr/>
        </p:nvSpPr>
        <p:spPr>
          <a:xfrm xmlns:a="http://schemas.openxmlformats.org/drawingml/2006/main">
            <a:off x="8839200" y="2076450"/>
            <a:ext cx="2400300" cy="2819400"/>
          </a:xfrm>
          <a:prstGeom xmlns:a="http://schemas.openxmlformats.org/drawingml/2006/main" prst="roundRect">
            <a:avLst>
              <a:gd name="adj" fmla="val 6349"/>
            </a:avLst>
          </a:prstGeom>
          <a:solidFill xmlns:a="http://schemas.openxmlformats.org/drawingml/2006/main">
            <a:srgbClr val="101E31"/>
          </a:solidFill>
          <a:ln xmlns:a="http://schemas.openxmlformats.org/drawingml/2006/main" w="9525">
            <a:solidFill>
              <a:srgbClr val="FF7A7A"/>
            </a:solidFill>
            <a:prstDash val="solid"/>
          </a:ln>
        </p:spPr>
      </p:sp>
      <p:sp>
        <p:nvSpPr>
          <p:cNvPr id="18" name="">
            <a:extLst xmlns:a="http://schemas.openxmlformats.org/drawingml/2006/main">
              <a:ext uri="{FF2B5EF4-FFF2-40B4-BE49-F238E27FC236}">
                <a16:creationId xmlns:a16="http://schemas.microsoft.com/office/drawing/2014/main" id="{27605E0B-4AAC-4D98-B33C-B5B38EAE2D0B}"/>
              </a:ext>
            </a:extLst>
          </p:cNvPr>
          <p:cNvSpPr>
            <a:spLocks xmlns:a="http://schemas.openxmlformats.org/drawingml/2006/main" noGrp="1"/>
          </p:cNvSpPr>
          <p:nvPr/>
        </p:nvSpPr>
        <p:spPr>
          <a:xfrm xmlns:a="http://schemas.openxmlformats.org/drawingml/2006/main">
            <a:off x="9048750" y="2324100"/>
            <a:ext cx="1962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025" b="1">
                <a:solidFill>
                  <a:srgbClr val="FF7A7A"/>
                </a:solidFill>
                <a:latin typeface="Aptos"/>
                <a:ea typeface="Aptos"/>
                <a:cs typeface="Aptos"/>
              </a:defRPr>
            </a:pPr>
            <a:r>
              <a:rPr sz="2025" b="1">
                <a:solidFill>
                  <a:srgbClr val="FF7A7A"/>
                </a:solidFill>
                <a:latin typeface="Aptos"/>
                <a:ea typeface="Aptos"/>
                <a:cs typeface="Aptos"/>
              </a:rPr>
              <a:t>Climber</a:t>
            </a:r>
          </a:p>
        </p:txBody>
      </p:sp>
      <p:sp>
        <p:nvSpPr>
          <p:cNvPr id="19" name="">
            <a:extLst xmlns:a="http://schemas.openxmlformats.org/drawingml/2006/main">
              <a:ext uri="{FF2B5EF4-FFF2-40B4-BE49-F238E27FC236}">
                <a16:creationId xmlns:a16="http://schemas.microsoft.com/office/drawing/2014/main" id="{785C76EB-9132-4548-BCD2-D1203F03A69C}"/>
              </a:ext>
            </a:extLst>
          </p:cNvPr>
          <p:cNvSpPr>
            <a:spLocks xmlns:a="http://schemas.openxmlformats.org/drawingml/2006/main" noGrp="1"/>
          </p:cNvSpPr>
          <p:nvPr/>
        </p:nvSpPr>
        <p:spPr>
          <a:xfrm xmlns:a="http://schemas.openxmlformats.org/drawingml/2006/main">
            <a:off x="9048750" y="3048000"/>
            <a:ext cx="19621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75" b="1">
                <a:solidFill>
                  <a:srgbClr val="F4F7FB"/>
                </a:solidFill>
                <a:latin typeface="Aptos"/>
                <a:ea typeface="Aptos"/>
                <a:cs typeface="Aptos"/>
              </a:defRPr>
            </a:pPr>
            <a:r>
              <a:rPr sz="1575" b="1">
                <a:solidFill>
                  <a:srgbClr val="F4F7FB"/>
                </a:solidFill>
                <a:latin typeface="Aptos"/>
                <a:ea typeface="Aptos"/>
                <a:cs typeface="Aptos"/>
              </a:rPr>
              <a:t>2 double solenoids</a:t>
            </a:r>
          </a:p>
        </p:txBody>
      </p:sp>
      <p:sp>
        <p:nvSpPr>
          <p:cNvPr id="20" name="">
            <a:extLst xmlns:a="http://schemas.openxmlformats.org/drawingml/2006/main">
              <a:ext uri="{FF2B5EF4-FFF2-40B4-BE49-F238E27FC236}">
                <a16:creationId xmlns:a16="http://schemas.microsoft.com/office/drawing/2014/main" id="{CE7E9AAD-F899-47AD-ACBA-54E919019F2B}"/>
              </a:ext>
            </a:extLst>
          </p:cNvPr>
          <p:cNvSpPr>
            <a:spLocks xmlns:a="http://schemas.openxmlformats.org/drawingml/2006/main" noGrp="1"/>
          </p:cNvSpPr>
          <p:nvPr/>
        </p:nvSpPr>
        <p:spPr>
          <a:xfrm xmlns:a="http://schemas.openxmlformats.org/drawingml/2006/main">
            <a:off x="9048750" y="4095750"/>
            <a:ext cx="1962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0">
                <a:solidFill>
                  <a:srgbClr val="A9B8CA"/>
                </a:solidFill>
                <a:latin typeface="Aptos"/>
                <a:ea typeface="Aptos"/>
                <a:cs typeface="Aptos"/>
              </a:defRPr>
            </a:pPr>
            <a:r>
              <a:rPr sz="1350" b="0">
                <a:solidFill>
                  <a:srgbClr val="A9B8CA"/>
                </a:solidFill>
                <a:latin typeface="Aptos"/>
                <a:ea typeface="Aptos"/>
                <a:cs typeface="Aptos"/>
              </a:rPr>
              <a:t>toggleArms()</a:t>
            </a:r>
          </a:p>
        </p:txBody>
      </p:sp>
      <p:sp>
        <p:nvSpPr>
          <p:cNvPr id="21" name="">
            <a:extLst xmlns:a="http://schemas.openxmlformats.org/drawingml/2006/main">
              <a:ext uri="{FF2B5EF4-FFF2-40B4-BE49-F238E27FC236}">
                <a16:creationId xmlns:a16="http://schemas.microsoft.com/office/drawing/2014/main" id="{9487A41E-F3AF-4289-88C8-1E1E339D5174}"/>
              </a:ext>
            </a:extLst>
          </p:cNvPr>
          <p:cNvSpPr>
            <a:spLocks xmlns:a="http://schemas.openxmlformats.org/drawingml/2006/main" noGrp="1"/>
          </p:cNvSpPr>
          <p:nvPr/>
        </p:nvSpPr>
        <p:spPr>
          <a:xfrm xmlns:a="http://schemas.openxmlformats.org/drawingml/2006/main">
            <a:off x="1981200" y="5334000"/>
            <a:ext cx="8229600" cy="533400"/>
          </a:xfrm>
          <a:prstGeom xmlns:a="http://schemas.openxmlformats.org/drawingml/2006/main" prst="roundRect">
            <a:avLst>
              <a:gd name="adj" fmla="val 17857"/>
            </a:avLst>
          </a:prstGeom>
          <a:solidFill xmlns:a="http://schemas.openxmlformats.org/drawingml/2006/main">
            <a:srgbClr val="162941"/>
          </a:solidFill>
          <a:ln xmlns:a="http://schemas.openxmlformats.org/drawingml/2006/main" w="9525">
            <a:solidFill>
              <a:srgbClr val="2D425B"/>
            </a:solidFill>
            <a:prstDash val="solid"/>
          </a:ln>
        </p:spPr>
      </p:sp>
      <p:sp>
        <p:nvSpPr>
          <p:cNvPr id="22" name="">
            <a:extLst xmlns:a="http://schemas.openxmlformats.org/drawingml/2006/main">
              <a:ext uri="{FF2B5EF4-FFF2-40B4-BE49-F238E27FC236}">
                <a16:creationId xmlns:a16="http://schemas.microsoft.com/office/drawing/2014/main" id="{3FA2436F-5E24-489F-9173-AFE398BEB529}"/>
              </a:ext>
            </a:extLst>
          </p:cNvPr>
          <p:cNvSpPr>
            <a:spLocks xmlns:a="http://schemas.openxmlformats.org/drawingml/2006/main" noGrp="1"/>
          </p:cNvSpPr>
          <p:nvPr/>
        </p:nvSpPr>
        <p:spPr>
          <a:xfrm xmlns:a="http://schemas.openxmlformats.org/drawingml/2006/main">
            <a:off x="2247900" y="5467350"/>
            <a:ext cx="7696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575" b="1">
                <a:solidFill>
                  <a:srgbClr val="F4F7FB"/>
                </a:solidFill>
                <a:latin typeface="Aptos"/>
                <a:ea typeface="Aptos"/>
                <a:cs typeface="Aptos"/>
              </a:defRPr>
            </a:pPr>
            <a:r>
              <a:rPr sz="1575" b="1">
                <a:solidFill>
                  <a:srgbClr val="F4F7FB"/>
                </a:solidFill>
                <a:latin typeface="Aptos"/>
                <a:ea typeface="Aptos"/>
                <a:cs typeface="Aptos"/>
              </a:rPr>
              <a:t>DriveSubsystem, BeltSubsystem, RollerSubsystem, and ClimberSubsystem each own one mechanism.</a:t>
            </a:r>
          </a:p>
        </p:txBody>
      </p:sp>
      <p:sp>
        <p:nvSpPr>
          <p:cNvPr id="23" name="footer-left">
            <a:extLst xmlns:a="http://schemas.openxmlformats.org/drawingml/2006/main">
              <a:ext uri="{FF2B5EF4-FFF2-40B4-BE49-F238E27FC236}">
                <a16:creationId xmlns:a16="http://schemas.microsoft.com/office/drawing/2014/main" id="{FB17E4CA-9F57-4189-BAA8-8714306BC078}"/>
              </a:ext>
            </a:extLst>
          </p:cNvPr>
          <p:cNvSpPr>
            <a:spLocks xmlns:a="http://schemas.openxmlformats.org/drawingml/2006/main" noGrp="1"/>
          </p:cNvSpPr>
          <p:nvPr/>
        </p:nvSpPr>
        <p:spPr>
          <a:xfrm xmlns:a="http://schemas.openxmlformats.org/drawingml/2006/main">
            <a:off x="609600" y="64960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825" b="0">
                <a:solidFill>
                  <a:srgbClr val="5E7188"/>
                </a:solidFill>
                <a:latin typeface="Aptos"/>
                <a:ea typeface="Aptos"/>
                <a:cs typeface="Aptos"/>
              </a:defRPr>
            </a:pPr>
            <a:r>
              <a:rPr sz="825" b="0">
                <a:solidFill>
                  <a:srgbClr val="5E7188"/>
                </a:solidFill>
                <a:latin typeface="Aptos"/>
                <a:ea typeface="Aptos"/>
                <a:cs typeface="Aptos"/>
              </a:rPr>
              <a:t>2020 FRC robot | command-based implementation</a:t>
            </a:r>
          </a:p>
        </p:txBody>
      </p:sp>
      <p:sp>
        <p:nvSpPr>
          <p:cNvPr id="24" name="footer-number">
            <a:extLst xmlns:a="http://schemas.openxmlformats.org/drawingml/2006/main">
              <a:ext uri="{FF2B5EF4-FFF2-40B4-BE49-F238E27FC236}">
                <a16:creationId xmlns:a16="http://schemas.microsoft.com/office/drawing/2014/main" id="{3E2E5D3D-D9D0-46D4-964E-46A3B713A516}"/>
              </a:ext>
            </a:extLst>
          </p:cNvPr>
          <p:cNvSpPr>
            <a:spLocks xmlns:a="http://schemas.openxmlformats.org/drawingml/2006/main" noGrp="1"/>
          </p:cNvSpPr>
          <p:nvPr/>
        </p:nvSpPr>
        <p:spPr>
          <a:xfrm xmlns:a="http://schemas.openxmlformats.org/drawingml/2006/main">
            <a:off x="11049000" y="647700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00" b="1">
                <a:solidFill>
                  <a:srgbClr val="5E7188"/>
                </a:solidFill>
                <a:latin typeface="Aptos"/>
                <a:ea typeface="Aptos"/>
                <a:cs typeface="Aptos"/>
              </a:defRPr>
            </a:pPr>
            <a:r>
              <a:rPr sz="900" b="1">
                <a:solidFill>
                  <a:srgbClr val="5E7188"/>
                </a:solidFill>
                <a:latin typeface="Aptos"/>
                <a:ea typeface="Aptos"/>
                <a:cs typeface="Aptos"/>
              </a:rPr>
              <a:t>04</a:t>
            </a:r>
          </a:p>
        </p:txBody>
      </p:sp>
    </p:spTree>
    <p:extLst>
      <p:ext uri="{BB962C8B-B14F-4D97-AF65-F5344CB8AC3E}">
        <p14:creationId xmlns:p14="http://schemas.microsoft.com/office/powerpoint/2010/main" val="343510709"/>
      </p:ext>
    </p:extLst>
  </p:cSld>
</p:sld>
</file>

<file path=ppt/slides/slide5.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55" name="section-label">
            <a:extLst xmlns:a="http://schemas.openxmlformats.org/drawingml/2006/main">
              <a:ext uri="{FF2B5EF4-FFF2-40B4-BE49-F238E27FC236}">
                <a16:creationId xmlns:a16="http://schemas.microsoft.com/office/drawing/2014/main" id="{4E20D447-86AE-4008-99FF-64CF9A9D8C6F}"/>
              </a:ext>
            </a:extLst>
          </p:cNvPr>
          <p:cNvSpPr>
            <a:spLocks xmlns:a="http://schemas.openxmlformats.org/drawingml/2006/main" noGrp="1"/>
          </p:cNvSpPr>
          <p:nvPr/>
        </p:nvSpPr>
        <p:spPr>
          <a:xfrm xmlns:a="http://schemas.openxmlformats.org/drawingml/2006/main">
            <a:off x="609600" y="3048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 b="1">
                <a:solidFill>
                  <a:srgbClr val="42C6FF"/>
                </a:solidFill>
                <a:latin typeface="Aptos"/>
                <a:ea typeface="Aptos"/>
                <a:cs typeface="Aptos"/>
              </a:defRPr>
            </a:pPr>
            <a:r>
              <a:rPr sz="1050" b="1">
                <a:solidFill>
                  <a:srgbClr val="42C6FF"/>
                </a:solidFill>
                <a:latin typeface="Aptos"/>
                <a:ea typeface="Aptos"/>
                <a:cs typeface="Aptos"/>
              </a:rPr>
              <a:t>3 · HARDWARE OPERATION</a:t>
            </a:r>
          </a:p>
        </p:txBody>
      </p:sp>
      <p:sp>
        <p:nvSpPr>
          <p:cNvPr id="2" name="slide-title">
            <a:extLst xmlns:a="http://schemas.openxmlformats.org/drawingml/2006/main">
              <a:ext uri="{FF2B5EF4-FFF2-40B4-BE49-F238E27FC236}">
                <a16:creationId xmlns:a16="http://schemas.microsoft.com/office/drawing/2014/main" id="{FE5CB98C-3708-48EB-B1DE-07F79B89D56E}"/>
              </a:ext>
            </a:extLst>
          </p:cNvPr>
          <p:cNvSpPr>
            <a:spLocks xmlns:a="http://schemas.openxmlformats.org/drawingml/2006/main" noGrp="1"/>
          </p:cNvSpPr>
          <p:nvPr/>
        </p:nvSpPr>
        <p:spPr>
          <a:xfrm xmlns:a="http://schemas.openxmlformats.org/drawingml/2006/main">
            <a:off x="609600" y="533400"/>
            <a:ext cx="1076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2000"/>
              </a:lnSpc>
              <a:buNone/>
              <a:defRPr sz="2625" b="1">
                <a:solidFill>
                  <a:srgbClr val="F4F7FB"/>
                </a:solidFill>
                <a:latin typeface="Aptos"/>
                <a:ea typeface="Aptos"/>
                <a:cs typeface="Aptos"/>
              </a:defRPr>
            </a:pPr>
            <a:r>
              <a:rPr sz="2625" b="1">
                <a:solidFill>
                  <a:srgbClr val="F4F7FB"/>
                </a:solidFill>
                <a:latin typeface="Aptos"/>
                <a:ea typeface="Aptos"/>
                <a:cs typeface="Aptos"/>
              </a:rPr>
              <a:t>The roboRIO reaches each actuator through PWM or CAN</a:t>
            </a:r>
          </a:p>
        </p:txBody>
      </p:sp>
      <p:sp>
        <p:nvSpPr>
          <p:cNvPr id="3" name="slide-subtitle">
            <a:extLst xmlns:a="http://schemas.openxmlformats.org/drawingml/2006/main">
              <a:ext uri="{FF2B5EF4-FFF2-40B4-BE49-F238E27FC236}">
                <a16:creationId xmlns:a16="http://schemas.microsoft.com/office/drawing/2014/main" id="{6B052F71-2B50-4B69-9E15-E65119EEB8B6}"/>
              </a:ext>
            </a:extLst>
          </p:cNvPr>
          <p:cNvSpPr>
            <a:spLocks xmlns:a="http://schemas.openxmlformats.org/drawingml/2006/main" noGrp="1"/>
          </p:cNvSpPr>
          <p:nvPr/>
        </p:nvSpPr>
        <p:spPr>
          <a:xfrm xmlns:a="http://schemas.openxmlformats.org/drawingml/2006/main">
            <a:off x="609600" y="13335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PWM carries motor output commands. CAN connects the roboRIO to CTRE PCM 0 for pneumatics.</a:t>
            </a:r>
          </a:p>
        </p:txBody>
      </p:sp>
      <p:sp>
        <p:nvSpPr>
          <p:cNvPr id="4" name="title-rule">
            <a:extLst xmlns:a="http://schemas.openxmlformats.org/drawingml/2006/main">
              <a:ext uri="{FF2B5EF4-FFF2-40B4-BE49-F238E27FC236}">
                <a16:creationId xmlns:a16="http://schemas.microsoft.com/office/drawing/2014/main" id="{C73538AE-2D8B-4D57-9D05-2F085FD1DDC6}"/>
              </a:ext>
            </a:extLst>
          </p:cNvPr>
          <p:cNvSpPr>
            <a:spLocks xmlns:a="http://schemas.openxmlformats.org/drawingml/2006/main" noGrp="1"/>
          </p:cNvSpPr>
          <p:nvPr/>
        </p:nvSpPr>
        <p:spPr>
          <a:xfrm xmlns:a="http://schemas.openxmlformats.org/drawingml/2006/main">
            <a:off x="609600" y="1657350"/>
            <a:ext cx="10972800" cy="19050"/>
          </a:xfrm>
          <a:prstGeom xmlns:a="http://schemas.openxmlformats.org/drawingml/2006/main" prst="rect">
            <a:avLst/>
          </a:prstGeom>
          <a:solidFill xmlns:a="http://schemas.openxmlformats.org/drawingml/2006/main">
            <a:srgbClr val="2D425B"/>
          </a:solidFill>
          <a:ln xmlns:a="http://schemas.openxmlformats.org/drawingml/2006/main" w="0">
            <a:noFill/>
            <a:prstDash val="solid"/>
          </a:ln>
        </p:spPr>
      </p:sp>
      <p:sp>
        <p:nvSpPr>
          <p:cNvPr id="5" name="hardware-table-cell-0-0">
            <a:extLst xmlns:a="http://schemas.openxmlformats.org/drawingml/2006/main">
              <a:ext uri="{FF2B5EF4-FFF2-40B4-BE49-F238E27FC236}">
                <a16:creationId xmlns:a16="http://schemas.microsoft.com/office/drawing/2014/main" id="{7BAA3EE5-76E4-4ABF-84DB-11361DF6DFED}"/>
              </a:ext>
            </a:extLst>
          </p:cNvPr>
          <p:cNvSpPr>
            <a:spLocks xmlns:a="http://schemas.openxmlformats.org/drawingml/2006/main" noGrp="1"/>
          </p:cNvSpPr>
          <p:nvPr/>
        </p:nvSpPr>
        <p:spPr>
          <a:xfrm xmlns:a="http://schemas.openxmlformats.org/drawingml/2006/main">
            <a:off x="609600" y="1790700"/>
            <a:ext cx="2381250" cy="514350"/>
          </a:xfrm>
          <a:prstGeom xmlns:a="http://schemas.openxmlformats.org/drawingml/2006/main" prst="rect">
            <a:avLst/>
          </a:prstGeom>
          <a:solidFill xmlns:a="http://schemas.openxmlformats.org/drawingml/2006/main">
            <a:srgbClr val="162941"/>
          </a:solidFill>
          <a:ln xmlns:a="http://schemas.openxmlformats.org/drawingml/2006/main" w="9525">
            <a:solidFill>
              <a:srgbClr val="2D425B"/>
            </a:solidFill>
            <a:prstDash val="solid"/>
          </a:ln>
        </p:spPr>
      </p:sp>
      <p:sp>
        <p:nvSpPr>
          <p:cNvPr id="6" name="hardware-table-text-0-0">
            <a:extLst xmlns:a="http://schemas.openxmlformats.org/drawingml/2006/main">
              <a:ext uri="{FF2B5EF4-FFF2-40B4-BE49-F238E27FC236}">
                <a16:creationId xmlns:a16="http://schemas.microsoft.com/office/drawing/2014/main" id="{06D55707-6D09-4BF5-BA4E-7C0821908EA6}"/>
              </a:ext>
            </a:extLst>
          </p:cNvPr>
          <p:cNvSpPr>
            <a:spLocks xmlns:a="http://schemas.openxmlformats.org/drawingml/2006/main" noGrp="1"/>
          </p:cNvSpPr>
          <p:nvPr/>
        </p:nvSpPr>
        <p:spPr>
          <a:xfrm xmlns:a="http://schemas.openxmlformats.org/drawingml/2006/main">
            <a:off x="723900" y="1866900"/>
            <a:ext cx="2152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1">
                <a:solidFill>
                  <a:srgbClr val="42C6FF"/>
                </a:solidFill>
                <a:latin typeface="Aptos"/>
                <a:ea typeface="Aptos"/>
                <a:cs typeface="Aptos"/>
              </a:defRPr>
            </a:pPr>
            <a:r>
              <a:rPr sz="1275" b="1">
                <a:solidFill>
                  <a:srgbClr val="42C6FF"/>
                </a:solidFill>
                <a:latin typeface="Aptos"/>
                <a:ea typeface="Aptos"/>
                <a:cs typeface="Aptos"/>
              </a:rPr>
              <a:t>Mechanism</a:t>
            </a:r>
          </a:p>
        </p:txBody>
      </p:sp>
      <p:sp>
        <p:nvSpPr>
          <p:cNvPr id="7" name="hardware-table-cell-0-1">
            <a:extLst xmlns:a="http://schemas.openxmlformats.org/drawingml/2006/main">
              <a:ext uri="{FF2B5EF4-FFF2-40B4-BE49-F238E27FC236}">
                <a16:creationId xmlns:a16="http://schemas.microsoft.com/office/drawing/2014/main" id="{D5A06C51-9865-4126-9C7C-D8A81AFB00BE}"/>
              </a:ext>
            </a:extLst>
          </p:cNvPr>
          <p:cNvSpPr>
            <a:spLocks xmlns:a="http://schemas.openxmlformats.org/drawingml/2006/main" noGrp="1"/>
          </p:cNvSpPr>
          <p:nvPr/>
        </p:nvSpPr>
        <p:spPr>
          <a:xfrm xmlns:a="http://schemas.openxmlformats.org/drawingml/2006/main">
            <a:off x="2990850" y="1790700"/>
            <a:ext cx="2381250" cy="514350"/>
          </a:xfrm>
          <a:prstGeom xmlns:a="http://schemas.openxmlformats.org/drawingml/2006/main" prst="rect">
            <a:avLst/>
          </a:prstGeom>
          <a:solidFill xmlns:a="http://schemas.openxmlformats.org/drawingml/2006/main">
            <a:srgbClr val="162941"/>
          </a:solidFill>
          <a:ln xmlns:a="http://schemas.openxmlformats.org/drawingml/2006/main" w="9525">
            <a:solidFill>
              <a:srgbClr val="2D425B"/>
            </a:solidFill>
            <a:prstDash val="solid"/>
          </a:ln>
        </p:spPr>
      </p:sp>
      <p:sp>
        <p:nvSpPr>
          <p:cNvPr id="8" name="hardware-table-text-0-1">
            <a:extLst xmlns:a="http://schemas.openxmlformats.org/drawingml/2006/main">
              <a:ext uri="{FF2B5EF4-FFF2-40B4-BE49-F238E27FC236}">
                <a16:creationId xmlns:a16="http://schemas.microsoft.com/office/drawing/2014/main" id="{F4E261B0-E0E4-4309-9FC1-8F2CF8738386}"/>
              </a:ext>
            </a:extLst>
          </p:cNvPr>
          <p:cNvSpPr>
            <a:spLocks xmlns:a="http://schemas.openxmlformats.org/drawingml/2006/main" noGrp="1"/>
          </p:cNvSpPr>
          <p:nvPr/>
        </p:nvSpPr>
        <p:spPr>
          <a:xfrm xmlns:a="http://schemas.openxmlformats.org/drawingml/2006/main">
            <a:off x="3105150" y="1866900"/>
            <a:ext cx="2152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1">
                <a:solidFill>
                  <a:srgbClr val="42C6FF"/>
                </a:solidFill>
                <a:latin typeface="Aptos"/>
                <a:ea typeface="Aptos"/>
                <a:cs typeface="Aptos"/>
              </a:defRPr>
            </a:pPr>
            <a:r>
              <a:rPr sz="1275" b="1">
                <a:solidFill>
                  <a:srgbClr val="42C6FF"/>
                </a:solidFill>
                <a:latin typeface="Aptos"/>
                <a:ea typeface="Aptos"/>
                <a:cs typeface="Aptos"/>
              </a:rPr>
              <a:t>Actuator</a:t>
            </a:r>
          </a:p>
        </p:txBody>
      </p:sp>
      <p:sp>
        <p:nvSpPr>
          <p:cNvPr id="9" name="hardware-table-cell-0-2">
            <a:extLst xmlns:a="http://schemas.openxmlformats.org/drawingml/2006/main">
              <a:ext uri="{FF2B5EF4-FFF2-40B4-BE49-F238E27FC236}">
                <a16:creationId xmlns:a16="http://schemas.microsoft.com/office/drawing/2014/main" id="{2C54FB0E-4F68-49AE-9186-9A9ADF636A30}"/>
              </a:ext>
            </a:extLst>
          </p:cNvPr>
          <p:cNvSpPr>
            <a:spLocks xmlns:a="http://schemas.openxmlformats.org/drawingml/2006/main" noGrp="1"/>
          </p:cNvSpPr>
          <p:nvPr/>
        </p:nvSpPr>
        <p:spPr>
          <a:xfrm xmlns:a="http://schemas.openxmlformats.org/drawingml/2006/main">
            <a:off x="5372100" y="1790700"/>
            <a:ext cx="2476500" cy="514350"/>
          </a:xfrm>
          <a:prstGeom xmlns:a="http://schemas.openxmlformats.org/drawingml/2006/main" prst="rect">
            <a:avLst/>
          </a:prstGeom>
          <a:solidFill xmlns:a="http://schemas.openxmlformats.org/drawingml/2006/main">
            <a:srgbClr val="162941"/>
          </a:solidFill>
          <a:ln xmlns:a="http://schemas.openxmlformats.org/drawingml/2006/main" w="9525">
            <a:solidFill>
              <a:srgbClr val="2D425B"/>
            </a:solidFill>
            <a:prstDash val="solid"/>
          </a:ln>
        </p:spPr>
      </p:sp>
      <p:sp>
        <p:nvSpPr>
          <p:cNvPr id="10" name="hardware-table-text-0-2">
            <a:extLst xmlns:a="http://schemas.openxmlformats.org/drawingml/2006/main">
              <a:ext uri="{FF2B5EF4-FFF2-40B4-BE49-F238E27FC236}">
                <a16:creationId xmlns:a16="http://schemas.microsoft.com/office/drawing/2014/main" id="{3E94B4B7-3879-49A9-BC98-1A2BB66A0119}"/>
              </a:ext>
            </a:extLst>
          </p:cNvPr>
          <p:cNvSpPr>
            <a:spLocks xmlns:a="http://schemas.openxmlformats.org/drawingml/2006/main" noGrp="1"/>
          </p:cNvSpPr>
          <p:nvPr/>
        </p:nvSpPr>
        <p:spPr>
          <a:xfrm xmlns:a="http://schemas.openxmlformats.org/drawingml/2006/main">
            <a:off x="5486400" y="1866900"/>
            <a:ext cx="2247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1">
                <a:solidFill>
                  <a:srgbClr val="42C6FF"/>
                </a:solidFill>
                <a:latin typeface="Aptos"/>
                <a:ea typeface="Aptos"/>
                <a:cs typeface="Aptos"/>
              </a:defRPr>
            </a:pPr>
            <a:r>
              <a:rPr sz="1275" b="1">
                <a:solidFill>
                  <a:srgbClr val="42C6FF"/>
                </a:solidFill>
                <a:latin typeface="Aptos"/>
                <a:ea typeface="Aptos"/>
                <a:cs typeface="Aptos"/>
              </a:rPr>
              <a:t>Connection / channel</a:t>
            </a:r>
          </a:p>
        </p:txBody>
      </p:sp>
      <p:sp>
        <p:nvSpPr>
          <p:cNvPr id="13" name="hardware-table-cell-1-0">
            <a:extLst xmlns:a="http://schemas.openxmlformats.org/drawingml/2006/main">
              <a:ext uri="{FF2B5EF4-FFF2-40B4-BE49-F238E27FC236}">
                <a16:creationId xmlns:a16="http://schemas.microsoft.com/office/drawing/2014/main" id="{99D8FA02-60DE-4BFE-97DD-E6B6150AA33B}"/>
              </a:ext>
            </a:extLst>
          </p:cNvPr>
          <p:cNvSpPr>
            <a:spLocks xmlns:a="http://schemas.openxmlformats.org/drawingml/2006/main" noGrp="1"/>
          </p:cNvSpPr>
          <p:nvPr/>
        </p:nvSpPr>
        <p:spPr>
          <a:xfrm xmlns:a="http://schemas.openxmlformats.org/drawingml/2006/main">
            <a:off x="609600" y="2305050"/>
            <a:ext cx="2381250" cy="723900"/>
          </a:xfrm>
          <a:prstGeom xmlns:a="http://schemas.openxmlformats.org/drawingml/2006/main" prst="rect">
            <a:avLst/>
          </a:prstGeom>
          <a:solidFill xmlns:a="http://schemas.openxmlformats.org/drawingml/2006/main">
            <a:srgbClr val="101E31"/>
          </a:solidFill>
          <a:ln xmlns:a="http://schemas.openxmlformats.org/drawingml/2006/main" w="9525">
            <a:solidFill>
              <a:srgbClr val="2D425B"/>
            </a:solidFill>
            <a:prstDash val="solid"/>
          </a:ln>
        </p:spPr>
      </p:sp>
      <p:sp>
        <p:nvSpPr>
          <p:cNvPr id="14" name="hardware-table-text-1-0">
            <a:extLst xmlns:a="http://schemas.openxmlformats.org/drawingml/2006/main">
              <a:ext uri="{FF2B5EF4-FFF2-40B4-BE49-F238E27FC236}">
                <a16:creationId xmlns:a16="http://schemas.microsoft.com/office/drawing/2014/main" id="{0545CC51-D78A-4B5C-9F00-4B1D03C2EF8A}"/>
              </a:ext>
            </a:extLst>
          </p:cNvPr>
          <p:cNvSpPr>
            <a:spLocks xmlns:a="http://schemas.openxmlformats.org/drawingml/2006/main" noGrp="1"/>
          </p:cNvSpPr>
          <p:nvPr/>
        </p:nvSpPr>
        <p:spPr>
          <a:xfrm xmlns:a="http://schemas.openxmlformats.org/drawingml/2006/main">
            <a:off x="723900" y="2381250"/>
            <a:ext cx="21526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00" b="0">
                <a:solidFill>
                  <a:srgbClr val="F4F7FB"/>
                </a:solidFill>
                <a:latin typeface="Aptos"/>
                <a:ea typeface="Aptos"/>
                <a:cs typeface="Aptos"/>
              </a:defRPr>
            </a:pPr>
            <a:r>
              <a:rPr sz="1200" b="0">
                <a:solidFill>
                  <a:srgbClr val="F4F7FB"/>
                </a:solidFill>
                <a:latin typeface="Aptos"/>
                <a:ea typeface="Aptos"/>
                <a:cs typeface="Aptos"/>
              </a:rPr>
              <a:t>Left drivetrain</a:t>
            </a:r>
          </a:p>
        </p:txBody>
      </p:sp>
      <p:sp>
        <p:nvSpPr>
          <p:cNvPr id="15" name="hardware-table-cell-1-1">
            <a:extLst xmlns:a="http://schemas.openxmlformats.org/drawingml/2006/main">
              <a:ext uri="{FF2B5EF4-FFF2-40B4-BE49-F238E27FC236}">
                <a16:creationId xmlns:a16="http://schemas.microsoft.com/office/drawing/2014/main" id="{C424B944-56B6-4F99-A187-702E4057632E}"/>
              </a:ext>
            </a:extLst>
          </p:cNvPr>
          <p:cNvSpPr>
            <a:spLocks xmlns:a="http://schemas.openxmlformats.org/drawingml/2006/main" noGrp="1"/>
          </p:cNvSpPr>
          <p:nvPr/>
        </p:nvSpPr>
        <p:spPr>
          <a:xfrm xmlns:a="http://schemas.openxmlformats.org/drawingml/2006/main">
            <a:off x="2990850" y="2305050"/>
            <a:ext cx="2381250" cy="723900"/>
          </a:xfrm>
          <a:prstGeom xmlns:a="http://schemas.openxmlformats.org/drawingml/2006/main" prst="rect">
            <a:avLst/>
          </a:prstGeom>
          <a:solidFill xmlns:a="http://schemas.openxmlformats.org/drawingml/2006/main">
            <a:srgbClr val="101E31"/>
          </a:solidFill>
          <a:ln xmlns:a="http://schemas.openxmlformats.org/drawingml/2006/main" w="9525">
            <a:solidFill>
              <a:srgbClr val="2D425B"/>
            </a:solidFill>
            <a:prstDash val="solid"/>
          </a:ln>
        </p:spPr>
      </p:sp>
      <p:sp>
        <p:nvSpPr>
          <p:cNvPr id="16" name="hardware-table-text-1-1">
            <a:extLst xmlns:a="http://schemas.openxmlformats.org/drawingml/2006/main">
              <a:ext uri="{FF2B5EF4-FFF2-40B4-BE49-F238E27FC236}">
                <a16:creationId xmlns:a16="http://schemas.microsoft.com/office/drawing/2014/main" id="{D1B796CB-4039-4862-A14A-4F1A53E40CFA}"/>
              </a:ext>
            </a:extLst>
          </p:cNvPr>
          <p:cNvSpPr>
            <a:spLocks xmlns:a="http://schemas.openxmlformats.org/drawingml/2006/main" noGrp="1"/>
          </p:cNvSpPr>
          <p:nvPr/>
        </p:nvSpPr>
        <p:spPr>
          <a:xfrm xmlns:a="http://schemas.openxmlformats.org/drawingml/2006/main">
            <a:off x="3105150" y="2381250"/>
            <a:ext cx="21526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00" b="0">
                <a:solidFill>
                  <a:srgbClr val="F4F7FB"/>
                </a:solidFill>
                <a:latin typeface="Aptos"/>
                <a:ea typeface="Aptos"/>
                <a:cs typeface="Aptos"/>
              </a:defRPr>
            </a:pPr>
            <a:r>
              <a:rPr sz="1200" b="0">
                <a:solidFill>
                  <a:srgbClr val="F4F7FB"/>
                </a:solidFill>
                <a:latin typeface="Aptos"/>
                <a:ea typeface="Aptos"/>
                <a:cs typeface="Aptos"/>
              </a:rPr>
              <a:t>2 PWM Talons</a:t>
            </a:r>
          </a:p>
        </p:txBody>
      </p:sp>
      <p:sp>
        <p:nvSpPr>
          <p:cNvPr id="17" name="hardware-table-cell-1-2">
            <a:extLst xmlns:a="http://schemas.openxmlformats.org/drawingml/2006/main">
              <a:ext uri="{FF2B5EF4-FFF2-40B4-BE49-F238E27FC236}">
                <a16:creationId xmlns:a16="http://schemas.microsoft.com/office/drawing/2014/main" id="{E8ADBBB4-8720-4CDB-A566-F5D96559C000}"/>
              </a:ext>
            </a:extLst>
          </p:cNvPr>
          <p:cNvSpPr>
            <a:spLocks xmlns:a="http://schemas.openxmlformats.org/drawingml/2006/main" noGrp="1"/>
          </p:cNvSpPr>
          <p:nvPr/>
        </p:nvSpPr>
        <p:spPr>
          <a:xfrm xmlns:a="http://schemas.openxmlformats.org/drawingml/2006/main">
            <a:off x="5372100" y="2305050"/>
            <a:ext cx="2476500" cy="723900"/>
          </a:xfrm>
          <a:prstGeom xmlns:a="http://schemas.openxmlformats.org/drawingml/2006/main" prst="rect">
            <a:avLst/>
          </a:prstGeom>
          <a:solidFill xmlns:a="http://schemas.openxmlformats.org/drawingml/2006/main">
            <a:srgbClr val="101E31"/>
          </a:solidFill>
          <a:ln xmlns:a="http://schemas.openxmlformats.org/drawingml/2006/main" w="9525">
            <a:solidFill>
              <a:srgbClr val="2D425B"/>
            </a:solidFill>
            <a:prstDash val="solid"/>
          </a:ln>
        </p:spPr>
      </p:sp>
      <p:sp>
        <p:nvSpPr>
          <p:cNvPr id="18" name="hardware-table-text-1-2">
            <a:extLst xmlns:a="http://schemas.openxmlformats.org/drawingml/2006/main">
              <a:ext uri="{FF2B5EF4-FFF2-40B4-BE49-F238E27FC236}">
                <a16:creationId xmlns:a16="http://schemas.microsoft.com/office/drawing/2014/main" id="{1A16BF7A-1949-44DA-ACD3-9DBC35B27BDC}"/>
              </a:ext>
            </a:extLst>
          </p:cNvPr>
          <p:cNvSpPr>
            <a:spLocks xmlns:a="http://schemas.openxmlformats.org/drawingml/2006/main" noGrp="1"/>
          </p:cNvSpPr>
          <p:nvPr/>
        </p:nvSpPr>
        <p:spPr>
          <a:xfrm xmlns:a="http://schemas.openxmlformats.org/drawingml/2006/main">
            <a:off x="5486400" y="2381250"/>
            <a:ext cx="2247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00" b="0">
                <a:solidFill>
                  <a:srgbClr val="F4F7FB"/>
                </a:solidFill>
                <a:latin typeface="Aptos"/>
                <a:ea typeface="Aptos"/>
                <a:cs typeface="Aptos"/>
              </a:defRPr>
            </a:pPr>
            <a:r>
              <a:rPr sz="1200" b="0">
                <a:solidFill>
                  <a:srgbClr val="F4F7FB"/>
                </a:solidFill>
                <a:latin typeface="Aptos"/>
                <a:ea typeface="Aptos"/>
                <a:cs typeface="Aptos"/>
              </a:rPr>
              <a:t>PWM 0 and 1</a:t>
            </a:r>
          </a:p>
        </p:txBody>
      </p:sp>
      <p:sp>
        <p:nvSpPr>
          <p:cNvPr id="21" name="hardware-table-cell-2-0">
            <a:extLst xmlns:a="http://schemas.openxmlformats.org/drawingml/2006/main">
              <a:ext uri="{FF2B5EF4-FFF2-40B4-BE49-F238E27FC236}">
                <a16:creationId xmlns:a16="http://schemas.microsoft.com/office/drawing/2014/main" id="{74BE3E48-3070-409E-8A40-5437408D7D0E}"/>
              </a:ext>
            </a:extLst>
          </p:cNvPr>
          <p:cNvSpPr>
            <a:spLocks xmlns:a="http://schemas.openxmlformats.org/drawingml/2006/main" noGrp="1"/>
          </p:cNvSpPr>
          <p:nvPr/>
        </p:nvSpPr>
        <p:spPr>
          <a:xfrm xmlns:a="http://schemas.openxmlformats.org/drawingml/2006/main">
            <a:off x="609600" y="3028950"/>
            <a:ext cx="2381250" cy="723900"/>
          </a:xfrm>
          <a:prstGeom xmlns:a="http://schemas.openxmlformats.org/drawingml/2006/main" prst="rect">
            <a:avLst/>
          </a:prstGeom>
          <a:solidFill xmlns:a="http://schemas.openxmlformats.org/drawingml/2006/main">
            <a:srgbClr val="0D1A2B"/>
          </a:solidFill>
          <a:ln xmlns:a="http://schemas.openxmlformats.org/drawingml/2006/main" w="9525">
            <a:solidFill>
              <a:srgbClr val="2D425B"/>
            </a:solidFill>
            <a:prstDash val="solid"/>
          </a:ln>
        </p:spPr>
      </p:sp>
      <p:sp>
        <p:nvSpPr>
          <p:cNvPr id="22" name="hardware-table-text-2-0">
            <a:extLst xmlns:a="http://schemas.openxmlformats.org/drawingml/2006/main">
              <a:ext uri="{FF2B5EF4-FFF2-40B4-BE49-F238E27FC236}">
                <a16:creationId xmlns:a16="http://schemas.microsoft.com/office/drawing/2014/main" id="{428E62EE-153F-4780-B861-57F6AD43FDA8}"/>
              </a:ext>
            </a:extLst>
          </p:cNvPr>
          <p:cNvSpPr>
            <a:spLocks xmlns:a="http://schemas.openxmlformats.org/drawingml/2006/main" noGrp="1"/>
          </p:cNvSpPr>
          <p:nvPr/>
        </p:nvSpPr>
        <p:spPr>
          <a:xfrm xmlns:a="http://schemas.openxmlformats.org/drawingml/2006/main">
            <a:off x="723900" y="3105150"/>
            <a:ext cx="21526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00" b="0">
                <a:solidFill>
                  <a:srgbClr val="F4F7FB"/>
                </a:solidFill>
                <a:latin typeface="Aptos"/>
                <a:ea typeface="Aptos"/>
                <a:cs typeface="Aptos"/>
              </a:defRPr>
            </a:pPr>
            <a:r>
              <a:rPr sz="1200" b="0">
                <a:solidFill>
                  <a:srgbClr val="F4F7FB"/>
                </a:solidFill>
                <a:latin typeface="Aptos"/>
                <a:ea typeface="Aptos"/>
                <a:cs typeface="Aptos"/>
              </a:rPr>
              <a:t>Right drivetrain</a:t>
            </a:r>
          </a:p>
        </p:txBody>
      </p:sp>
      <p:sp>
        <p:nvSpPr>
          <p:cNvPr id="23" name="hardware-table-cell-2-1">
            <a:extLst xmlns:a="http://schemas.openxmlformats.org/drawingml/2006/main">
              <a:ext uri="{FF2B5EF4-FFF2-40B4-BE49-F238E27FC236}">
                <a16:creationId xmlns:a16="http://schemas.microsoft.com/office/drawing/2014/main" id="{D2872D21-CC3F-4725-BA6A-0FDAE9F31174}"/>
              </a:ext>
            </a:extLst>
          </p:cNvPr>
          <p:cNvSpPr>
            <a:spLocks xmlns:a="http://schemas.openxmlformats.org/drawingml/2006/main" noGrp="1"/>
          </p:cNvSpPr>
          <p:nvPr/>
        </p:nvSpPr>
        <p:spPr>
          <a:xfrm xmlns:a="http://schemas.openxmlformats.org/drawingml/2006/main">
            <a:off x="2990850" y="3028950"/>
            <a:ext cx="2381250" cy="723900"/>
          </a:xfrm>
          <a:prstGeom xmlns:a="http://schemas.openxmlformats.org/drawingml/2006/main" prst="rect">
            <a:avLst/>
          </a:prstGeom>
          <a:solidFill xmlns:a="http://schemas.openxmlformats.org/drawingml/2006/main">
            <a:srgbClr val="0D1A2B"/>
          </a:solidFill>
          <a:ln xmlns:a="http://schemas.openxmlformats.org/drawingml/2006/main" w="9525">
            <a:solidFill>
              <a:srgbClr val="2D425B"/>
            </a:solidFill>
            <a:prstDash val="solid"/>
          </a:ln>
        </p:spPr>
      </p:sp>
      <p:sp>
        <p:nvSpPr>
          <p:cNvPr id="24" name="hardware-table-text-2-1">
            <a:extLst xmlns:a="http://schemas.openxmlformats.org/drawingml/2006/main">
              <a:ext uri="{FF2B5EF4-FFF2-40B4-BE49-F238E27FC236}">
                <a16:creationId xmlns:a16="http://schemas.microsoft.com/office/drawing/2014/main" id="{1BD5C605-0A45-41A4-87E2-6EB359669A40}"/>
              </a:ext>
            </a:extLst>
          </p:cNvPr>
          <p:cNvSpPr>
            <a:spLocks xmlns:a="http://schemas.openxmlformats.org/drawingml/2006/main" noGrp="1"/>
          </p:cNvSpPr>
          <p:nvPr/>
        </p:nvSpPr>
        <p:spPr>
          <a:xfrm xmlns:a="http://schemas.openxmlformats.org/drawingml/2006/main">
            <a:off x="3105150" y="3105150"/>
            <a:ext cx="21526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00" b="0">
                <a:solidFill>
                  <a:srgbClr val="F4F7FB"/>
                </a:solidFill>
                <a:latin typeface="Aptos"/>
                <a:ea typeface="Aptos"/>
                <a:cs typeface="Aptos"/>
              </a:defRPr>
            </a:pPr>
            <a:r>
              <a:rPr sz="1200" b="0">
                <a:solidFill>
                  <a:srgbClr val="F4F7FB"/>
                </a:solidFill>
                <a:latin typeface="Aptos"/>
                <a:ea typeface="Aptos"/>
                <a:cs typeface="Aptos"/>
              </a:rPr>
              <a:t>2 PWM Talons</a:t>
            </a:r>
          </a:p>
        </p:txBody>
      </p:sp>
      <p:sp>
        <p:nvSpPr>
          <p:cNvPr id="25" name="hardware-table-cell-2-2">
            <a:extLst xmlns:a="http://schemas.openxmlformats.org/drawingml/2006/main">
              <a:ext uri="{FF2B5EF4-FFF2-40B4-BE49-F238E27FC236}">
                <a16:creationId xmlns:a16="http://schemas.microsoft.com/office/drawing/2014/main" id="{05C53C54-BB41-4810-85FB-C1296C7CDF99}"/>
              </a:ext>
            </a:extLst>
          </p:cNvPr>
          <p:cNvSpPr>
            <a:spLocks xmlns:a="http://schemas.openxmlformats.org/drawingml/2006/main" noGrp="1"/>
          </p:cNvSpPr>
          <p:nvPr/>
        </p:nvSpPr>
        <p:spPr>
          <a:xfrm xmlns:a="http://schemas.openxmlformats.org/drawingml/2006/main">
            <a:off x="5372100" y="3028950"/>
            <a:ext cx="2476500" cy="723900"/>
          </a:xfrm>
          <a:prstGeom xmlns:a="http://schemas.openxmlformats.org/drawingml/2006/main" prst="rect">
            <a:avLst/>
          </a:prstGeom>
          <a:solidFill xmlns:a="http://schemas.openxmlformats.org/drawingml/2006/main">
            <a:srgbClr val="0D1A2B"/>
          </a:solidFill>
          <a:ln xmlns:a="http://schemas.openxmlformats.org/drawingml/2006/main" w="9525">
            <a:solidFill>
              <a:srgbClr val="2D425B"/>
            </a:solidFill>
            <a:prstDash val="solid"/>
          </a:ln>
        </p:spPr>
      </p:sp>
      <p:sp>
        <p:nvSpPr>
          <p:cNvPr id="26" name="hardware-table-text-2-2">
            <a:extLst xmlns:a="http://schemas.openxmlformats.org/drawingml/2006/main">
              <a:ext uri="{FF2B5EF4-FFF2-40B4-BE49-F238E27FC236}">
                <a16:creationId xmlns:a16="http://schemas.microsoft.com/office/drawing/2014/main" id="{B4AB9608-8FF4-42C4-B717-05811B063873}"/>
              </a:ext>
            </a:extLst>
          </p:cNvPr>
          <p:cNvSpPr>
            <a:spLocks xmlns:a="http://schemas.openxmlformats.org/drawingml/2006/main" noGrp="1"/>
          </p:cNvSpPr>
          <p:nvPr/>
        </p:nvSpPr>
        <p:spPr>
          <a:xfrm xmlns:a="http://schemas.openxmlformats.org/drawingml/2006/main">
            <a:off x="5486400" y="3105150"/>
            <a:ext cx="2247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00" b="0">
                <a:solidFill>
                  <a:srgbClr val="F4F7FB"/>
                </a:solidFill>
                <a:latin typeface="Aptos"/>
                <a:ea typeface="Aptos"/>
                <a:cs typeface="Aptos"/>
              </a:defRPr>
            </a:pPr>
            <a:r>
              <a:rPr sz="1200" b="0">
                <a:solidFill>
                  <a:srgbClr val="F4F7FB"/>
                </a:solidFill>
                <a:latin typeface="Aptos"/>
                <a:ea typeface="Aptos"/>
                <a:cs typeface="Aptos"/>
              </a:rPr>
              <a:t>PWM 3 and 2</a:t>
            </a:r>
          </a:p>
        </p:txBody>
      </p:sp>
      <p:sp>
        <p:nvSpPr>
          <p:cNvPr id="29" name="hardware-table-cell-3-0">
            <a:extLst xmlns:a="http://schemas.openxmlformats.org/drawingml/2006/main">
              <a:ext uri="{FF2B5EF4-FFF2-40B4-BE49-F238E27FC236}">
                <a16:creationId xmlns:a16="http://schemas.microsoft.com/office/drawing/2014/main" id="{EB938E54-A612-4ED0-8FC0-A7949DC46AD6}"/>
              </a:ext>
            </a:extLst>
          </p:cNvPr>
          <p:cNvSpPr>
            <a:spLocks xmlns:a="http://schemas.openxmlformats.org/drawingml/2006/main" noGrp="1"/>
          </p:cNvSpPr>
          <p:nvPr/>
        </p:nvSpPr>
        <p:spPr>
          <a:xfrm xmlns:a="http://schemas.openxmlformats.org/drawingml/2006/main">
            <a:off x="609600" y="3752850"/>
            <a:ext cx="2381250" cy="723900"/>
          </a:xfrm>
          <a:prstGeom xmlns:a="http://schemas.openxmlformats.org/drawingml/2006/main" prst="rect">
            <a:avLst/>
          </a:prstGeom>
          <a:solidFill xmlns:a="http://schemas.openxmlformats.org/drawingml/2006/main">
            <a:srgbClr val="101E31"/>
          </a:solidFill>
          <a:ln xmlns:a="http://schemas.openxmlformats.org/drawingml/2006/main" w="9525">
            <a:solidFill>
              <a:srgbClr val="2D425B"/>
            </a:solidFill>
            <a:prstDash val="solid"/>
          </a:ln>
        </p:spPr>
      </p:sp>
      <p:sp>
        <p:nvSpPr>
          <p:cNvPr id="30" name="hardware-table-text-3-0">
            <a:extLst xmlns:a="http://schemas.openxmlformats.org/drawingml/2006/main">
              <a:ext uri="{FF2B5EF4-FFF2-40B4-BE49-F238E27FC236}">
                <a16:creationId xmlns:a16="http://schemas.microsoft.com/office/drawing/2014/main" id="{DE2B1139-8024-40F7-A0F1-F51231347D1D}"/>
              </a:ext>
            </a:extLst>
          </p:cNvPr>
          <p:cNvSpPr>
            <a:spLocks xmlns:a="http://schemas.openxmlformats.org/drawingml/2006/main" noGrp="1"/>
          </p:cNvSpPr>
          <p:nvPr/>
        </p:nvSpPr>
        <p:spPr>
          <a:xfrm xmlns:a="http://schemas.openxmlformats.org/drawingml/2006/main">
            <a:off x="723900" y="3829050"/>
            <a:ext cx="21526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00" b="0">
                <a:solidFill>
                  <a:srgbClr val="F4F7FB"/>
                </a:solidFill>
                <a:latin typeface="Aptos"/>
                <a:ea typeface="Aptos"/>
                <a:cs typeface="Aptos"/>
              </a:defRPr>
            </a:pPr>
            <a:r>
              <a:rPr sz="1200" b="0">
                <a:solidFill>
                  <a:srgbClr val="F4F7FB"/>
                </a:solidFill>
                <a:latin typeface="Aptos"/>
                <a:ea typeface="Aptos"/>
                <a:cs typeface="Aptos"/>
              </a:rPr>
              <a:t>Ball belt</a:t>
            </a:r>
          </a:p>
        </p:txBody>
      </p:sp>
      <p:sp>
        <p:nvSpPr>
          <p:cNvPr id="31" name="hardware-table-cell-3-1">
            <a:extLst xmlns:a="http://schemas.openxmlformats.org/drawingml/2006/main">
              <a:ext uri="{FF2B5EF4-FFF2-40B4-BE49-F238E27FC236}">
                <a16:creationId xmlns:a16="http://schemas.microsoft.com/office/drawing/2014/main" id="{5495E842-27D4-46C9-A3AF-28A36EB700E2}"/>
              </a:ext>
            </a:extLst>
          </p:cNvPr>
          <p:cNvSpPr>
            <a:spLocks xmlns:a="http://schemas.openxmlformats.org/drawingml/2006/main" noGrp="1"/>
          </p:cNvSpPr>
          <p:nvPr/>
        </p:nvSpPr>
        <p:spPr>
          <a:xfrm xmlns:a="http://schemas.openxmlformats.org/drawingml/2006/main">
            <a:off x="2990850" y="3752850"/>
            <a:ext cx="2381250" cy="723900"/>
          </a:xfrm>
          <a:prstGeom xmlns:a="http://schemas.openxmlformats.org/drawingml/2006/main" prst="rect">
            <a:avLst/>
          </a:prstGeom>
          <a:solidFill xmlns:a="http://schemas.openxmlformats.org/drawingml/2006/main">
            <a:srgbClr val="101E31"/>
          </a:solidFill>
          <a:ln xmlns:a="http://schemas.openxmlformats.org/drawingml/2006/main" w="9525">
            <a:solidFill>
              <a:srgbClr val="2D425B"/>
            </a:solidFill>
            <a:prstDash val="solid"/>
          </a:ln>
        </p:spPr>
      </p:sp>
      <p:sp>
        <p:nvSpPr>
          <p:cNvPr id="32" name="hardware-table-text-3-1">
            <a:extLst xmlns:a="http://schemas.openxmlformats.org/drawingml/2006/main">
              <a:ext uri="{FF2B5EF4-FFF2-40B4-BE49-F238E27FC236}">
                <a16:creationId xmlns:a16="http://schemas.microsoft.com/office/drawing/2014/main" id="{2F18A062-608A-41C9-9C9F-B428E60B65B7}"/>
              </a:ext>
            </a:extLst>
          </p:cNvPr>
          <p:cNvSpPr>
            <a:spLocks xmlns:a="http://schemas.openxmlformats.org/drawingml/2006/main" noGrp="1"/>
          </p:cNvSpPr>
          <p:nvPr/>
        </p:nvSpPr>
        <p:spPr>
          <a:xfrm xmlns:a="http://schemas.openxmlformats.org/drawingml/2006/main">
            <a:off x="3105150" y="3829050"/>
            <a:ext cx="21526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00" b="0">
                <a:solidFill>
                  <a:srgbClr val="F4F7FB"/>
                </a:solidFill>
                <a:latin typeface="Aptos"/>
                <a:ea typeface="Aptos"/>
                <a:cs typeface="Aptos"/>
              </a:defRPr>
            </a:pPr>
            <a:r>
              <a:rPr sz="1200" b="0">
                <a:solidFill>
                  <a:srgbClr val="F4F7FB"/>
                </a:solidFill>
                <a:latin typeface="Aptos"/>
                <a:ea typeface="Aptos"/>
                <a:cs typeface="Aptos"/>
              </a:rPr>
              <a:t>1 PWM Talon</a:t>
            </a:r>
          </a:p>
        </p:txBody>
      </p:sp>
      <p:sp>
        <p:nvSpPr>
          <p:cNvPr id="33" name="hardware-table-cell-3-2">
            <a:extLst xmlns:a="http://schemas.openxmlformats.org/drawingml/2006/main">
              <a:ext uri="{FF2B5EF4-FFF2-40B4-BE49-F238E27FC236}">
                <a16:creationId xmlns:a16="http://schemas.microsoft.com/office/drawing/2014/main" id="{ED4B427D-7087-4898-BB97-1E59AFC2C8DA}"/>
              </a:ext>
            </a:extLst>
          </p:cNvPr>
          <p:cNvSpPr>
            <a:spLocks xmlns:a="http://schemas.openxmlformats.org/drawingml/2006/main" noGrp="1"/>
          </p:cNvSpPr>
          <p:nvPr/>
        </p:nvSpPr>
        <p:spPr>
          <a:xfrm xmlns:a="http://schemas.openxmlformats.org/drawingml/2006/main">
            <a:off x="5372100" y="3752850"/>
            <a:ext cx="2476500" cy="723900"/>
          </a:xfrm>
          <a:prstGeom xmlns:a="http://schemas.openxmlformats.org/drawingml/2006/main" prst="rect">
            <a:avLst/>
          </a:prstGeom>
          <a:solidFill xmlns:a="http://schemas.openxmlformats.org/drawingml/2006/main">
            <a:srgbClr val="101E31"/>
          </a:solidFill>
          <a:ln xmlns:a="http://schemas.openxmlformats.org/drawingml/2006/main" w="9525">
            <a:solidFill>
              <a:srgbClr val="2D425B"/>
            </a:solidFill>
            <a:prstDash val="solid"/>
          </a:ln>
        </p:spPr>
      </p:sp>
      <p:sp>
        <p:nvSpPr>
          <p:cNvPr id="34" name="hardware-table-text-3-2">
            <a:extLst xmlns:a="http://schemas.openxmlformats.org/drawingml/2006/main">
              <a:ext uri="{FF2B5EF4-FFF2-40B4-BE49-F238E27FC236}">
                <a16:creationId xmlns:a16="http://schemas.microsoft.com/office/drawing/2014/main" id="{A654D651-884A-4B98-A4E4-7282444C86CC}"/>
              </a:ext>
            </a:extLst>
          </p:cNvPr>
          <p:cNvSpPr>
            <a:spLocks xmlns:a="http://schemas.openxmlformats.org/drawingml/2006/main" noGrp="1"/>
          </p:cNvSpPr>
          <p:nvPr/>
        </p:nvSpPr>
        <p:spPr>
          <a:xfrm xmlns:a="http://schemas.openxmlformats.org/drawingml/2006/main">
            <a:off x="5486400" y="3829050"/>
            <a:ext cx="2247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00" b="0">
                <a:solidFill>
                  <a:srgbClr val="F4F7FB"/>
                </a:solidFill>
                <a:latin typeface="Aptos"/>
                <a:ea typeface="Aptos"/>
                <a:cs typeface="Aptos"/>
              </a:defRPr>
            </a:pPr>
            <a:r>
              <a:rPr sz="1200" b="0">
                <a:solidFill>
                  <a:srgbClr val="F4F7FB"/>
                </a:solidFill>
                <a:latin typeface="Aptos"/>
                <a:ea typeface="Aptos"/>
                <a:cs typeface="Aptos"/>
              </a:rPr>
              <a:t>PWM 5</a:t>
            </a:r>
          </a:p>
        </p:txBody>
      </p:sp>
      <p:sp>
        <p:nvSpPr>
          <p:cNvPr id="37" name="hardware-table-cell-4-0">
            <a:extLst xmlns:a="http://schemas.openxmlformats.org/drawingml/2006/main">
              <a:ext uri="{FF2B5EF4-FFF2-40B4-BE49-F238E27FC236}">
                <a16:creationId xmlns:a16="http://schemas.microsoft.com/office/drawing/2014/main" id="{09E9F3E1-592F-43AD-BF31-DADFFCE12579}"/>
              </a:ext>
            </a:extLst>
          </p:cNvPr>
          <p:cNvSpPr>
            <a:spLocks xmlns:a="http://schemas.openxmlformats.org/drawingml/2006/main" noGrp="1"/>
          </p:cNvSpPr>
          <p:nvPr/>
        </p:nvSpPr>
        <p:spPr>
          <a:xfrm xmlns:a="http://schemas.openxmlformats.org/drawingml/2006/main">
            <a:off x="609600" y="4476750"/>
            <a:ext cx="2381250" cy="723900"/>
          </a:xfrm>
          <a:prstGeom xmlns:a="http://schemas.openxmlformats.org/drawingml/2006/main" prst="rect">
            <a:avLst/>
          </a:prstGeom>
          <a:solidFill xmlns:a="http://schemas.openxmlformats.org/drawingml/2006/main">
            <a:srgbClr val="0D1A2B"/>
          </a:solidFill>
          <a:ln xmlns:a="http://schemas.openxmlformats.org/drawingml/2006/main" w="9525">
            <a:solidFill>
              <a:srgbClr val="2D425B"/>
            </a:solidFill>
            <a:prstDash val="solid"/>
          </a:ln>
        </p:spPr>
      </p:sp>
      <p:sp>
        <p:nvSpPr>
          <p:cNvPr id="38" name="hardware-table-text-4-0">
            <a:extLst xmlns:a="http://schemas.openxmlformats.org/drawingml/2006/main">
              <a:ext uri="{FF2B5EF4-FFF2-40B4-BE49-F238E27FC236}">
                <a16:creationId xmlns:a16="http://schemas.microsoft.com/office/drawing/2014/main" id="{CEB804B6-EF5F-4C25-8838-FFCD235576FF}"/>
              </a:ext>
            </a:extLst>
          </p:cNvPr>
          <p:cNvSpPr>
            <a:spLocks xmlns:a="http://schemas.openxmlformats.org/drawingml/2006/main" noGrp="1"/>
          </p:cNvSpPr>
          <p:nvPr/>
        </p:nvSpPr>
        <p:spPr>
          <a:xfrm xmlns:a="http://schemas.openxmlformats.org/drawingml/2006/main">
            <a:off x="723900" y="4552950"/>
            <a:ext cx="21526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00" b="0">
                <a:solidFill>
                  <a:srgbClr val="F4F7FB"/>
                </a:solidFill>
                <a:latin typeface="Aptos"/>
                <a:ea typeface="Aptos"/>
                <a:cs typeface="Aptos"/>
              </a:defRPr>
            </a:pPr>
            <a:r>
              <a:rPr sz="1200" b="0">
                <a:solidFill>
                  <a:srgbClr val="F4F7FB"/>
                </a:solidFill>
                <a:latin typeface="Aptos"/>
                <a:ea typeface="Aptos"/>
                <a:cs typeface="Aptos"/>
              </a:rPr>
              <a:t>Scoring roller</a:t>
            </a:r>
          </a:p>
        </p:txBody>
      </p:sp>
      <p:sp>
        <p:nvSpPr>
          <p:cNvPr id="39" name="hardware-table-cell-4-1">
            <a:extLst xmlns:a="http://schemas.openxmlformats.org/drawingml/2006/main">
              <a:ext uri="{FF2B5EF4-FFF2-40B4-BE49-F238E27FC236}">
                <a16:creationId xmlns:a16="http://schemas.microsoft.com/office/drawing/2014/main" id="{EDFB9A88-A1C7-4727-952C-D072E63FCE90}"/>
              </a:ext>
            </a:extLst>
          </p:cNvPr>
          <p:cNvSpPr>
            <a:spLocks xmlns:a="http://schemas.openxmlformats.org/drawingml/2006/main" noGrp="1"/>
          </p:cNvSpPr>
          <p:nvPr/>
        </p:nvSpPr>
        <p:spPr>
          <a:xfrm xmlns:a="http://schemas.openxmlformats.org/drawingml/2006/main">
            <a:off x="2990850" y="4476750"/>
            <a:ext cx="2381250" cy="723900"/>
          </a:xfrm>
          <a:prstGeom xmlns:a="http://schemas.openxmlformats.org/drawingml/2006/main" prst="rect">
            <a:avLst/>
          </a:prstGeom>
          <a:solidFill xmlns:a="http://schemas.openxmlformats.org/drawingml/2006/main">
            <a:srgbClr val="0D1A2B"/>
          </a:solidFill>
          <a:ln xmlns:a="http://schemas.openxmlformats.org/drawingml/2006/main" w="9525">
            <a:solidFill>
              <a:srgbClr val="2D425B"/>
            </a:solidFill>
            <a:prstDash val="solid"/>
          </a:ln>
        </p:spPr>
      </p:sp>
      <p:sp>
        <p:nvSpPr>
          <p:cNvPr id="40" name="hardware-table-text-4-1">
            <a:extLst xmlns:a="http://schemas.openxmlformats.org/drawingml/2006/main">
              <a:ext uri="{FF2B5EF4-FFF2-40B4-BE49-F238E27FC236}">
                <a16:creationId xmlns:a16="http://schemas.microsoft.com/office/drawing/2014/main" id="{2303308D-9807-42CE-B7B4-41095844029C}"/>
              </a:ext>
            </a:extLst>
          </p:cNvPr>
          <p:cNvSpPr>
            <a:spLocks xmlns:a="http://schemas.openxmlformats.org/drawingml/2006/main" noGrp="1"/>
          </p:cNvSpPr>
          <p:nvPr/>
        </p:nvSpPr>
        <p:spPr>
          <a:xfrm xmlns:a="http://schemas.openxmlformats.org/drawingml/2006/main">
            <a:off x="3105150" y="4552950"/>
            <a:ext cx="21526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00" b="0">
                <a:solidFill>
                  <a:srgbClr val="F4F7FB"/>
                </a:solidFill>
                <a:latin typeface="Aptos"/>
                <a:ea typeface="Aptos"/>
                <a:cs typeface="Aptos"/>
              </a:defRPr>
            </a:pPr>
            <a:r>
              <a:rPr sz="1200" b="0">
                <a:solidFill>
                  <a:srgbClr val="F4F7FB"/>
                </a:solidFill>
                <a:latin typeface="Aptos"/>
                <a:ea typeface="Aptos"/>
                <a:cs typeface="Aptos"/>
              </a:rPr>
              <a:t>1 PWM Talon</a:t>
            </a:r>
          </a:p>
        </p:txBody>
      </p:sp>
      <p:sp>
        <p:nvSpPr>
          <p:cNvPr id="41" name="hardware-table-cell-4-2">
            <a:extLst xmlns:a="http://schemas.openxmlformats.org/drawingml/2006/main">
              <a:ext uri="{FF2B5EF4-FFF2-40B4-BE49-F238E27FC236}">
                <a16:creationId xmlns:a16="http://schemas.microsoft.com/office/drawing/2014/main" id="{A2B7564F-58BC-4266-8EBF-68C75D4996A7}"/>
              </a:ext>
            </a:extLst>
          </p:cNvPr>
          <p:cNvSpPr>
            <a:spLocks xmlns:a="http://schemas.openxmlformats.org/drawingml/2006/main" noGrp="1"/>
          </p:cNvSpPr>
          <p:nvPr/>
        </p:nvSpPr>
        <p:spPr>
          <a:xfrm xmlns:a="http://schemas.openxmlformats.org/drawingml/2006/main">
            <a:off x="5372100" y="4476750"/>
            <a:ext cx="2476500" cy="723900"/>
          </a:xfrm>
          <a:prstGeom xmlns:a="http://schemas.openxmlformats.org/drawingml/2006/main" prst="rect">
            <a:avLst/>
          </a:prstGeom>
          <a:solidFill xmlns:a="http://schemas.openxmlformats.org/drawingml/2006/main">
            <a:srgbClr val="0D1A2B"/>
          </a:solidFill>
          <a:ln xmlns:a="http://schemas.openxmlformats.org/drawingml/2006/main" w="9525">
            <a:solidFill>
              <a:srgbClr val="2D425B"/>
            </a:solidFill>
            <a:prstDash val="solid"/>
          </a:ln>
        </p:spPr>
      </p:sp>
      <p:sp>
        <p:nvSpPr>
          <p:cNvPr id="42" name="hardware-table-text-4-2">
            <a:extLst xmlns:a="http://schemas.openxmlformats.org/drawingml/2006/main">
              <a:ext uri="{FF2B5EF4-FFF2-40B4-BE49-F238E27FC236}">
                <a16:creationId xmlns:a16="http://schemas.microsoft.com/office/drawing/2014/main" id="{2C935CBD-8249-40E4-B177-1CBF52DC7D83}"/>
              </a:ext>
            </a:extLst>
          </p:cNvPr>
          <p:cNvSpPr>
            <a:spLocks xmlns:a="http://schemas.openxmlformats.org/drawingml/2006/main" noGrp="1"/>
          </p:cNvSpPr>
          <p:nvPr/>
        </p:nvSpPr>
        <p:spPr>
          <a:xfrm xmlns:a="http://schemas.openxmlformats.org/drawingml/2006/main">
            <a:off x="5486400" y="4552950"/>
            <a:ext cx="2247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00" b="0">
                <a:solidFill>
                  <a:srgbClr val="F4F7FB"/>
                </a:solidFill>
                <a:latin typeface="Aptos"/>
                <a:ea typeface="Aptos"/>
                <a:cs typeface="Aptos"/>
              </a:defRPr>
            </a:pPr>
            <a:r>
              <a:rPr sz="1200" b="0">
                <a:solidFill>
                  <a:srgbClr val="F4F7FB"/>
                </a:solidFill>
                <a:latin typeface="Aptos"/>
                <a:ea typeface="Aptos"/>
                <a:cs typeface="Aptos"/>
              </a:rPr>
              <a:t>PWM 4</a:t>
            </a:r>
          </a:p>
        </p:txBody>
      </p:sp>
      <p:sp>
        <p:nvSpPr>
          <p:cNvPr id="45" name="hardware-table-cell-5-0">
            <a:extLst xmlns:a="http://schemas.openxmlformats.org/drawingml/2006/main">
              <a:ext uri="{FF2B5EF4-FFF2-40B4-BE49-F238E27FC236}">
                <a16:creationId xmlns:a16="http://schemas.microsoft.com/office/drawing/2014/main" id="{19E6A5FA-6300-4DA3-9016-EF8C49F0CEA5}"/>
              </a:ext>
            </a:extLst>
          </p:cNvPr>
          <p:cNvSpPr>
            <a:spLocks xmlns:a="http://schemas.openxmlformats.org/drawingml/2006/main" noGrp="1"/>
          </p:cNvSpPr>
          <p:nvPr/>
        </p:nvSpPr>
        <p:spPr>
          <a:xfrm xmlns:a="http://schemas.openxmlformats.org/drawingml/2006/main">
            <a:off x="609600" y="5200650"/>
            <a:ext cx="2381250" cy="819150"/>
          </a:xfrm>
          <a:prstGeom xmlns:a="http://schemas.openxmlformats.org/drawingml/2006/main" prst="rect">
            <a:avLst/>
          </a:prstGeom>
          <a:solidFill xmlns:a="http://schemas.openxmlformats.org/drawingml/2006/main">
            <a:srgbClr val="101E31"/>
          </a:solidFill>
          <a:ln xmlns:a="http://schemas.openxmlformats.org/drawingml/2006/main" w="9525">
            <a:solidFill>
              <a:srgbClr val="2D425B"/>
            </a:solidFill>
            <a:prstDash val="solid"/>
          </a:ln>
        </p:spPr>
      </p:sp>
      <p:sp>
        <p:nvSpPr>
          <p:cNvPr id="46" name="hardware-table-text-5-0">
            <a:extLst xmlns:a="http://schemas.openxmlformats.org/drawingml/2006/main">
              <a:ext uri="{FF2B5EF4-FFF2-40B4-BE49-F238E27FC236}">
                <a16:creationId xmlns:a16="http://schemas.microsoft.com/office/drawing/2014/main" id="{80477EB4-8832-4FD6-B7B4-42C75405CFAC}"/>
              </a:ext>
            </a:extLst>
          </p:cNvPr>
          <p:cNvSpPr>
            <a:spLocks xmlns:a="http://schemas.openxmlformats.org/drawingml/2006/main" noGrp="1"/>
          </p:cNvSpPr>
          <p:nvPr/>
        </p:nvSpPr>
        <p:spPr>
          <a:xfrm xmlns:a="http://schemas.openxmlformats.org/drawingml/2006/main">
            <a:off x="723900" y="5276850"/>
            <a:ext cx="2152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00" b="0">
                <a:solidFill>
                  <a:srgbClr val="F4F7FB"/>
                </a:solidFill>
                <a:latin typeface="Aptos"/>
                <a:ea typeface="Aptos"/>
                <a:cs typeface="Aptos"/>
              </a:defRPr>
            </a:pPr>
            <a:r>
              <a:rPr sz="1200" b="0">
                <a:solidFill>
                  <a:srgbClr val="F4F7FB"/>
                </a:solidFill>
                <a:latin typeface="Aptos"/>
                <a:ea typeface="Aptos"/>
                <a:cs typeface="Aptos"/>
              </a:rPr>
              <a:t>Climber</a:t>
            </a:r>
          </a:p>
        </p:txBody>
      </p:sp>
      <p:sp>
        <p:nvSpPr>
          <p:cNvPr id="47" name="hardware-table-cell-5-1">
            <a:extLst xmlns:a="http://schemas.openxmlformats.org/drawingml/2006/main">
              <a:ext uri="{FF2B5EF4-FFF2-40B4-BE49-F238E27FC236}">
                <a16:creationId xmlns:a16="http://schemas.microsoft.com/office/drawing/2014/main" id="{84D09468-D468-4832-9E20-8DA3B7921BBE}"/>
              </a:ext>
            </a:extLst>
          </p:cNvPr>
          <p:cNvSpPr>
            <a:spLocks xmlns:a="http://schemas.openxmlformats.org/drawingml/2006/main" noGrp="1"/>
          </p:cNvSpPr>
          <p:nvPr/>
        </p:nvSpPr>
        <p:spPr>
          <a:xfrm xmlns:a="http://schemas.openxmlformats.org/drawingml/2006/main">
            <a:off x="2990850" y="5200650"/>
            <a:ext cx="2381250" cy="819150"/>
          </a:xfrm>
          <a:prstGeom xmlns:a="http://schemas.openxmlformats.org/drawingml/2006/main" prst="rect">
            <a:avLst/>
          </a:prstGeom>
          <a:solidFill xmlns:a="http://schemas.openxmlformats.org/drawingml/2006/main">
            <a:srgbClr val="101E31"/>
          </a:solidFill>
          <a:ln xmlns:a="http://schemas.openxmlformats.org/drawingml/2006/main" w="9525">
            <a:solidFill>
              <a:srgbClr val="2D425B"/>
            </a:solidFill>
            <a:prstDash val="solid"/>
          </a:ln>
        </p:spPr>
      </p:sp>
      <p:sp>
        <p:nvSpPr>
          <p:cNvPr id="48" name="hardware-table-text-5-1">
            <a:extLst xmlns:a="http://schemas.openxmlformats.org/drawingml/2006/main">
              <a:ext uri="{FF2B5EF4-FFF2-40B4-BE49-F238E27FC236}">
                <a16:creationId xmlns:a16="http://schemas.microsoft.com/office/drawing/2014/main" id="{CBE5D07E-F41B-4453-BE23-7C782C0AE746}"/>
              </a:ext>
            </a:extLst>
          </p:cNvPr>
          <p:cNvSpPr>
            <a:spLocks xmlns:a="http://schemas.openxmlformats.org/drawingml/2006/main" noGrp="1"/>
          </p:cNvSpPr>
          <p:nvPr/>
        </p:nvSpPr>
        <p:spPr>
          <a:xfrm xmlns:a="http://schemas.openxmlformats.org/drawingml/2006/main">
            <a:off x="3105150" y="5276850"/>
            <a:ext cx="2152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00" b="0">
                <a:solidFill>
                  <a:srgbClr val="F4F7FB"/>
                </a:solidFill>
                <a:latin typeface="Aptos"/>
                <a:ea typeface="Aptos"/>
                <a:cs typeface="Aptos"/>
              </a:defRPr>
            </a:pPr>
            <a:r>
              <a:rPr sz="1200" b="0">
                <a:solidFill>
                  <a:srgbClr val="F4F7FB"/>
                </a:solidFill>
                <a:latin typeface="Aptos"/>
                <a:ea typeface="Aptos"/>
                <a:cs typeface="Aptos"/>
              </a:rPr>
              <a:t>2 DoubleSolenoid objects</a:t>
            </a:r>
          </a:p>
        </p:txBody>
      </p:sp>
      <p:sp>
        <p:nvSpPr>
          <p:cNvPr id="49" name="hardware-table-cell-5-2">
            <a:extLst xmlns:a="http://schemas.openxmlformats.org/drawingml/2006/main">
              <a:ext uri="{FF2B5EF4-FFF2-40B4-BE49-F238E27FC236}">
                <a16:creationId xmlns:a16="http://schemas.microsoft.com/office/drawing/2014/main" id="{3EAB05C8-E4AA-4E21-922B-8A3FD3EE9FC0}"/>
              </a:ext>
            </a:extLst>
          </p:cNvPr>
          <p:cNvSpPr>
            <a:spLocks xmlns:a="http://schemas.openxmlformats.org/drawingml/2006/main" noGrp="1"/>
          </p:cNvSpPr>
          <p:nvPr/>
        </p:nvSpPr>
        <p:spPr>
          <a:xfrm xmlns:a="http://schemas.openxmlformats.org/drawingml/2006/main">
            <a:off x="5372100" y="5200650"/>
            <a:ext cx="2476500" cy="819150"/>
          </a:xfrm>
          <a:prstGeom xmlns:a="http://schemas.openxmlformats.org/drawingml/2006/main" prst="rect">
            <a:avLst/>
          </a:prstGeom>
          <a:solidFill xmlns:a="http://schemas.openxmlformats.org/drawingml/2006/main">
            <a:srgbClr val="101E31"/>
          </a:solidFill>
          <a:ln xmlns:a="http://schemas.openxmlformats.org/drawingml/2006/main" w="9525">
            <a:solidFill>
              <a:srgbClr val="2D425B"/>
            </a:solidFill>
            <a:prstDash val="solid"/>
          </a:ln>
        </p:spPr>
      </p:sp>
      <p:sp>
        <p:nvSpPr>
          <p:cNvPr id="50" name="hardware-table-text-5-2">
            <a:extLst xmlns:a="http://schemas.openxmlformats.org/drawingml/2006/main">
              <a:ext uri="{FF2B5EF4-FFF2-40B4-BE49-F238E27FC236}">
                <a16:creationId xmlns:a16="http://schemas.microsoft.com/office/drawing/2014/main" id="{4ED71D25-0619-4138-828C-D357447AF1A9}"/>
              </a:ext>
            </a:extLst>
          </p:cNvPr>
          <p:cNvSpPr>
            <a:spLocks xmlns:a="http://schemas.openxmlformats.org/drawingml/2006/main" noGrp="1"/>
          </p:cNvSpPr>
          <p:nvPr/>
        </p:nvSpPr>
        <p:spPr>
          <a:xfrm xmlns:a="http://schemas.openxmlformats.org/drawingml/2006/main">
            <a:off x="5486400" y="5276850"/>
            <a:ext cx="2247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00" b="0">
                <a:solidFill>
                  <a:srgbClr val="F4F7FB"/>
                </a:solidFill>
                <a:latin typeface="Aptos"/>
                <a:ea typeface="Aptos"/>
                <a:cs typeface="Aptos"/>
              </a:defRPr>
            </a:pPr>
            <a:r>
              <a:rPr sz="1200" b="0">
                <a:solidFill>
                  <a:srgbClr val="F4F7FB"/>
                </a:solidFill>
                <a:latin typeface="Aptos"/>
                <a:ea typeface="Aptos"/>
                <a:cs typeface="Aptos"/>
              </a:rPr>
              <a:t>CAN ID 0; solenoid channels 0/1 and 2/3</a:t>
            </a:r>
          </a:p>
        </p:txBody>
      </p:sp>
      <p:sp>
        <p:nvSpPr>
          <p:cNvPr id="53" name="footer-left">
            <a:extLst xmlns:a="http://schemas.openxmlformats.org/drawingml/2006/main">
              <a:ext uri="{FF2B5EF4-FFF2-40B4-BE49-F238E27FC236}">
                <a16:creationId xmlns:a16="http://schemas.microsoft.com/office/drawing/2014/main" id="{004FD0F5-181B-452F-BAF0-4BEF9CEDEF47}"/>
              </a:ext>
            </a:extLst>
          </p:cNvPr>
          <p:cNvSpPr>
            <a:spLocks xmlns:a="http://schemas.openxmlformats.org/drawingml/2006/main" noGrp="1"/>
          </p:cNvSpPr>
          <p:nvPr/>
        </p:nvSpPr>
        <p:spPr>
          <a:xfrm xmlns:a="http://schemas.openxmlformats.org/drawingml/2006/main">
            <a:off x="609600" y="64960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825" b="0">
                <a:solidFill>
                  <a:srgbClr val="5E7188"/>
                </a:solidFill>
                <a:latin typeface="Aptos"/>
                <a:ea typeface="Aptos"/>
                <a:cs typeface="Aptos"/>
              </a:defRPr>
            </a:pPr>
            <a:r>
              <a:rPr sz="825" b="0">
                <a:solidFill>
                  <a:srgbClr val="5E7188"/>
                </a:solidFill>
                <a:latin typeface="Aptos"/>
                <a:ea typeface="Aptos"/>
                <a:cs typeface="Aptos"/>
              </a:rPr>
              <a:t>2020 FRC robot | command-based implementation</a:t>
            </a:r>
          </a:p>
        </p:txBody>
      </p:sp>
      <p:sp>
        <p:nvSpPr>
          <p:cNvPr id="54" name="footer-number">
            <a:extLst xmlns:a="http://schemas.openxmlformats.org/drawingml/2006/main">
              <a:ext uri="{FF2B5EF4-FFF2-40B4-BE49-F238E27FC236}">
                <a16:creationId xmlns:a16="http://schemas.microsoft.com/office/drawing/2014/main" id="{15761F37-6636-4C42-AC49-A7B869527DD1}"/>
              </a:ext>
            </a:extLst>
          </p:cNvPr>
          <p:cNvSpPr>
            <a:spLocks xmlns:a="http://schemas.openxmlformats.org/drawingml/2006/main" noGrp="1"/>
          </p:cNvSpPr>
          <p:nvPr/>
        </p:nvSpPr>
        <p:spPr>
          <a:xfrm xmlns:a="http://schemas.openxmlformats.org/drawingml/2006/main">
            <a:off x="11049000" y="647700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00" b="1">
                <a:solidFill>
                  <a:srgbClr val="5E7188"/>
                </a:solidFill>
                <a:latin typeface="Aptos"/>
                <a:ea typeface="Aptos"/>
                <a:cs typeface="Aptos"/>
              </a:defRPr>
            </a:pPr>
            <a:r>
              <a:rPr sz="900" b="1">
                <a:solidFill>
                  <a:srgbClr val="5E7188"/>
                </a:solidFill>
                <a:latin typeface="Aptos"/>
                <a:ea typeface="Aptos"/>
                <a:cs typeface="Aptos"/>
              </a:rPr>
              <a:t>05</a:t>
            </a:r>
          </a:p>
        </p:txBody>
      </p:sp>
      <p:pic>
        <p:nvPicPr>
          <p:cNvPr id="103" name=""/>
          <p:cNvPicPr>
            <a:picLocks xmlns:a="http://schemas.openxmlformats.org/drawingml/2006/main" noChangeAspect="1"/>
          </p:cNvPicPr>
          <p:nvPr/>
        </p:nvPicPr>
        <p:blipFill>
          <a:blip xmlns:r="http://schemas.openxmlformats.org/officeDocument/2006/relationships" xmlns:a="http://schemas.openxmlformats.org/drawingml/2006/main" r:embed="R5cf8e27e84414764"/>
          <a:stretch xmlns:a="http://schemas.openxmlformats.org/drawingml/2006/main"/>
        </p:blipFill>
        <p:spPr>
          <a:xfrm xmlns:a="http://schemas.openxmlformats.org/drawingml/2006/main">
            <a:off x="8096250" y="1986803"/>
            <a:ext cx="3143250" cy="2884394"/>
          </a:xfrm>
          <a:prstGeom xmlns:a="http://schemas.openxmlformats.org/drawingml/2006/main" prst="rect">
            <a:avLst/>
          </a:prstGeom>
        </p:spPr>
      </p:pic>
      <p:sp>
        <p:nvSpPr>
          <p:cNvPr id="57" name="pwm-header-highlight">
            <a:extLst xmlns:a="http://schemas.openxmlformats.org/drawingml/2006/main">
              <a:ext uri="{FF2B5EF4-FFF2-40B4-BE49-F238E27FC236}">
                <a16:creationId xmlns:a16="http://schemas.microsoft.com/office/drawing/2014/main" id="{B6E82571-C1FD-4B43-A119-174CB89E6350}"/>
              </a:ext>
            </a:extLst>
          </p:cNvPr>
          <p:cNvSpPr>
            <a:spLocks xmlns:a="http://schemas.openxmlformats.org/drawingml/2006/main" noGrp="1"/>
          </p:cNvSpPr>
          <p:nvPr/>
        </p:nvSpPr>
        <p:spPr>
          <a:xfrm xmlns:a="http://schemas.openxmlformats.org/drawingml/2006/main">
            <a:off x="10572750" y="2638425"/>
            <a:ext cx="314325" cy="1695450"/>
          </a:xfrm>
          <a:prstGeom xmlns:a="http://schemas.openxmlformats.org/drawingml/2006/main" prst="rect">
            <a:avLst/>
          </a:prstGeom>
          <a:solidFill xmlns:a="http://schemas.openxmlformats.org/drawingml/2006/main">
            <a:srgbClr val="000000">
              <a:alpha val="0"/>
            </a:srgbClr>
          </a:solidFill>
          <a:ln xmlns:a="http://schemas.openxmlformats.org/drawingml/2006/main" w="28575">
            <a:solidFill>
              <a:srgbClr val="FFBE3D"/>
            </a:solidFill>
            <a:prstDash val="solid"/>
          </a:ln>
        </p:spPr>
      </p:sp>
      <p:sp>
        <p:nvSpPr>
          <p:cNvPr id="58" name="pwm-header-label">
            <a:extLst xmlns:a="http://schemas.openxmlformats.org/drawingml/2006/main">
              <a:ext uri="{FF2B5EF4-FFF2-40B4-BE49-F238E27FC236}">
                <a16:creationId xmlns:a16="http://schemas.microsoft.com/office/drawing/2014/main" id="{A0FA9A56-C417-4E54-B23D-398ADF0E2AB4}"/>
              </a:ext>
            </a:extLst>
          </p:cNvPr>
          <p:cNvSpPr>
            <a:spLocks xmlns:a="http://schemas.openxmlformats.org/drawingml/2006/main" noGrp="1"/>
          </p:cNvSpPr>
          <p:nvPr/>
        </p:nvSpPr>
        <p:spPr>
          <a:xfrm xmlns:a="http://schemas.openxmlformats.org/drawingml/2006/main">
            <a:off x="9382125" y="4591050"/>
            <a:ext cx="1857375" cy="381000"/>
          </a:xfrm>
          <a:prstGeom xmlns:a="http://schemas.openxmlformats.org/drawingml/2006/main" prst="roundRect">
            <a:avLst>
              <a:gd name="adj" fmla="val 20000"/>
            </a:avLst>
          </a:prstGeom>
          <a:solidFill xmlns:a="http://schemas.openxmlformats.org/drawingml/2006/main">
            <a:srgbClr val="162941"/>
          </a:solidFill>
          <a:ln xmlns:a="http://schemas.openxmlformats.org/drawingml/2006/main" w="14288">
            <a:solidFill>
              <a:srgbClr val="FFBE3D"/>
            </a:solidFill>
            <a:prstDash val="solid"/>
          </a:ln>
        </p:spPr>
        <p:txBody>
          <a:bodyPr xmlns:a="http://schemas.openxmlformats.org/drawingml/2006/main" lIns="38100" tIns="0" rIns="38100" bIns="0" anchor="ctr"/>
          <a:lstStyle xmlns:a="http://schemas.openxmlformats.org/drawingml/2006/main"/>
          <a:p xmlns:a="http://schemas.openxmlformats.org/drawingml/2006/main">
            <a:pPr algn="ctr">
              <a:buNone/>
              <a:defRPr sz="1125" b="1">
                <a:solidFill>
                  <a:srgbClr val="F4F7FB"/>
                </a:solidFill>
                <a:latin typeface="Aptos"/>
                <a:ea typeface="Aptos"/>
                <a:cs typeface="Aptos"/>
              </a:defRPr>
            </a:pPr>
            <a:r>
              <a:rPr sz="1125" b="1">
                <a:solidFill>
                  <a:srgbClr val="F4F7FB"/>
                </a:solidFill>
                <a:latin typeface="Aptos"/>
                <a:ea typeface="Aptos"/>
                <a:cs typeface="Aptos"/>
              </a:rPr>
              <a:t>PWM outputs 0-9</a:t>
            </a:r>
          </a:p>
        </p:txBody>
      </p:sp>
      <p:sp>
        <p:nvSpPr>
          <p:cNvPr id="59" name="roboRIO-image-credit">
            <a:extLst xmlns:a="http://schemas.openxmlformats.org/drawingml/2006/main">
              <a:ext uri="{FF2B5EF4-FFF2-40B4-BE49-F238E27FC236}">
                <a16:creationId xmlns:a16="http://schemas.microsoft.com/office/drawing/2014/main" id="{E71E8314-6DC0-40C4-B376-8156D2C82D32}"/>
              </a:ext>
            </a:extLst>
          </p:cNvPr>
          <p:cNvSpPr>
            <a:spLocks xmlns:a="http://schemas.openxmlformats.org/drawingml/2006/main" noGrp="1"/>
          </p:cNvSpPr>
          <p:nvPr/>
        </p:nvSpPr>
        <p:spPr>
          <a:xfrm xmlns:a="http://schemas.openxmlformats.org/drawingml/2006/main">
            <a:off x="8477250" y="5095875"/>
            <a:ext cx="2381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750">
                <a:solidFill>
                  <a:srgbClr val="5E7188"/>
                </a:solidFill>
                <a:latin typeface="Aptos"/>
                <a:ea typeface="Aptos"/>
                <a:cs typeface="Aptos"/>
              </a:defRPr>
            </a:pPr>
            <a:r>
              <a:rPr sz="750">
                <a:solidFill>
                  <a:srgbClr val="5E7188"/>
                </a:solidFill>
                <a:latin typeface="Aptos"/>
                <a:ea typeface="Aptos"/>
                <a:cs typeface="Aptos"/>
              </a:rPr>
              <a:t>NI roboRIO | WPILib documentation</a:t>
            </a:r>
          </a:p>
        </p:txBody>
      </p:sp>
    </p:spTree>
    <p:extLst>
      <p:ext uri="{BB962C8B-B14F-4D97-AF65-F5344CB8AC3E}">
        <p14:creationId xmlns:p14="http://schemas.microsoft.com/office/powerpoint/2010/main" val="492645688"/>
      </p:ext>
    </p:extLst>
  </p:cSld>
</p:sld>
</file>

<file path=ppt/slides/slide6.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17" name="section-label">
            <a:extLst xmlns:a="http://schemas.openxmlformats.org/drawingml/2006/main">
              <a:ext uri="{FF2B5EF4-FFF2-40B4-BE49-F238E27FC236}">
                <a16:creationId xmlns:a16="http://schemas.microsoft.com/office/drawing/2014/main" id="{2226F70C-8AC6-4193-BA4B-1A78C1F5038D}"/>
              </a:ext>
            </a:extLst>
          </p:cNvPr>
          <p:cNvSpPr>
            <a:spLocks xmlns:a="http://schemas.openxmlformats.org/drawingml/2006/main" noGrp="1"/>
          </p:cNvSpPr>
          <p:nvPr/>
        </p:nvSpPr>
        <p:spPr>
          <a:xfrm xmlns:a="http://schemas.openxmlformats.org/drawingml/2006/main">
            <a:off x="609600" y="3048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 b="1">
                <a:solidFill>
                  <a:srgbClr val="42C6FF"/>
                </a:solidFill>
                <a:latin typeface="Aptos"/>
                <a:ea typeface="Aptos"/>
                <a:cs typeface="Aptos"/>
              </a:defRPr>
            </a:pPr>
            <a:r>
              <a:rPr sz="1050" b="1">
                <a:solidFill>
                  <a:srgbClr val="42C6FF"/>
                </a:solidFill>
                <a:latin typeface="Aptos"/>
                <a:ea typeface="Aptos"/>
                <a:cs typeface="Aptos"/>
              </a:rPr>
              <a:t>3 · HARDWARE OPERATION</a:t>
            </a:r>
          </a:p>
        </p:txBody>
      </p:sp>
      <p:sp>
        <p:nvSpPr>
          <p:cNvPr id="2" name="slide-title">
            <a:extLst xmlns:a="http://schemas.openxmlformats.org/drawingml/2006/main">
              <a:ext uri="{FF2B5EF4-FFF2-40B4-BE49-F238E27FC236}">
                <a16:creationId xmlns:a16="http://schemas.microsoft.com/office/drawing/2014/main" id="{EC675548-2E7F-4EEA-A787-8CFD10C7885D}"/>
              </a:ext>
            </a:extLst>
          </p:cNvPr>
          <p:cNvSpPr>
            <a:spLocks xmlns:a="http://schemas.openxmlformats.org/drawingml/2006/main" noGrp="1"/>
          </p:cNvSpPr>
          <p:nvPr/>
        </p:nvSpPr>
        <p:spPr>
          <a:xfrm xmlns:a="http://schemas.openxmlformats.org/drawingml/2006/main">
            <a:off x="609600" y="533400"/>
            <a:ext cx="1076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2000"/>
              </a:lnSpc>
              <a:buNone/>
              <a:defRPr sz="2625" b="1">
                <a:solidFill>
                  <a:srgbClr val="F4F7FB"/>
                </a:solidFill>
                <a:latin typeface="Aptos"/>
                <a:ea typeface="Aptos"/>
                <a:cs typeface="Aptos"/>
              </a:defRPr>
            </a:pPr>
            <a:r>
              <a:rPr sz="2625" b="1">
                <a:solidFill>
                  <a:srgbClr val="F4F7FB"/>
                </a:solidFill>
                <a:latin typeface="Aptos"/>
                <a:ea typeface="Aptos"/>
                <a:cs typeface="Aptos"/>
              </a:rPr>
              <a:t>Four Talon motor controllers drive the left and right sides</a:t>
            </a:r>
          </a:p>
        </p:txBody>
      </p:sp>
      <p:sp>
        <p:nvSpPr>
          <p:cNvPr id="3" name="slide-subtitle">
            <a:extLst xmlns:a="http://schemas.openxmlformats.org/drawingml/2006/main">
              <a:ext uri="{FF2B5EF4-FFF2-40B4-BE49-F238E27FC236}">
                <a16:creationId xmlns:a16="http://schemas.microsoft.com/office/drawing/2014/main" id="{A79FA1B1-C0D7-4D9E-A8E8-72988763D1AE}"/>
              </a:ext>
            </a:extLst>
          </p:cNvPr>
          <p:cNvSpPr>
            <a:spLocks xmlns:a="http://schemas.openxmlformats.org/drawingml/2006/main" noGrp="1"/>
          </p:cNvSpPr>
          <p:nvPr/>
        </p:nvSpPr>
        <p:spPr>
          <a:xfrm xmlns:a="http://schemas.openxmlformats.org/drawingml/2006/main">
            <a:off x="609600" y="13335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The roboRIO sends signed PWM values on channels 0 through 3; each side receives one speed value.</a:t>
            </a:r>
          </a:p>
        </p:txBody>
      </p:sp>
      <p:sp>
        <p:nvSpPr>
          <p:cNvPr id="4" name="title-rule">
            <a:extLst xmlns:a="http://schemas.openxmlformats.org/drawingml/2006/main">
              <a:ext uri="{FF2B5EF4-FFF2-40B4-BE49-F238E27FC236}">
                <a16:creationId xmlns:a16="http://schemas.microsoft.com/office/drawing/2014/main" id="{F38A7261-2132-4565-BDCA-6B5FC9FA69E8}"/>
              </a:ext>
            </a:extLst>
          </p:cNvPr>
          <p:cNvSpPr>
            <a:spLocks xmlns:a="http://schemas.openxmlformats.org/drawingml/2006/main" noGrp="1"/>
          </p:cNvSpPr>
          <p:nvPr/>
        </p:nvSpPr>
        <p:spPr>
          <a:xfrm xmlns:a="http://schemas.openxmlformats.org/drawingml/2006/main">
            <a:off x="609600" y="1657350"/>
            <a:ext cx="10972800" cy="19050"/>
          </a:xfrm>
          <a:prstGeom xmlns:a="http://schemas.openxmlformats.org/drawingml/2006/main" prst="rect">
            <a:avLst/>
          </a:prstGeom>
          <a:solidFill xmlns:a="http://schemas.openxmlformats.org/drawingml/2006/main">
            <a:srgbClr val="2D425B"/>
          </a:solidFill>
          <a:ln xmlns:a="http://schemas.openxmlformats.org/drawingml/2006/main" w="0">
            <a:noFill/>
            <a:prstDash val="solid"/>
          </a:ln>
        </p:spPr>
      </p:sp>
      <p:sp>
        <p:nvSpPr>
          <p:cNvPr id="5" name="drive-code-panel">
            <a:extLst xmlns:a="http://schemas.openxmlformats.org/drawingml/2006/main">
              <a:ext uri="{FF2B5EF4-FFF2-40B4-BE49-F238E27FC236}">
                <a16:creationId xmlns:a16="http://schemas.microsoft.com/office/drawing/2014/main" id="{2B715ACE-5F0B-4411-9391-9178163BC65A}"/>
              </a:ext>
            </a:extLst>
          </p:cNvPr>
          <p:cNvSpPr>
            <a:spLocks xmlns:a="http://schemas.openxmlformats.org/drawingml/2006/main" noGrp="1"/>
          </p:cNvSpPr>
          <p:nvPr/>
        </p:nvSpPr>
        <p:spPr>
          <a:xfrm xmlns:a="http://schemas.openxmlformats.org/drawingml/2006/main">
            <a:off x="609600" y="1828800"/>
            <a:ext cx="6096000" cy="4076700"/>
          </a:xfrm>
          <a:prstGeom xmlns:a="http://schemas.openxmlformats.org/drawingml/2006/main" prst="roundRect">
            <a:avLst>
              <a:gd name="adj" fmla="val 2804"/>
            </a:avLst>
          </a:prstGeom>
          <a:solidFill xmlns:a="http://schemas.openxmlformats.org/drawingml/2006/main">
            <a:srgbClr val="0C1727"/>
          </a:solidFill>
          <a:ln xmlns:a="http://schemas.openxmlformats.org/drawingml/2006/main" w="9525">
            <a:solidFill>
              <a:srgbClr val="2D425B"/>
            </a:solidFill>
            <a:prstDash val="solid"/>
          </a:ln>
        </p:spPr>
      </p:sp>
      <p:sp>
        <p:nvSpPr>
          <p:cNvPr id="6" name="drive-code-accent">
            <a:extLst xmlns:a="http://schemas.openxmlformats.org/drawingml/2006/main">
              <a:ext uri="{FF2B5EF4-FFF2-40B4-BE49-F238E27FC236}">
                <a16:creationId xmlns:a16="http://schemas.microsoft.com/office/drawing/2014/main" id="{C109C886-F043-441F-B6C6-2B4B0AD0B904}"/>
              </a:ext>
            </a:extLst>
          </p:cNvPr>
          <p:cNvSpPr>
            <a:spLocks xmlns:a="http://schemas.openxmlformats.org/drawingml/2006/main" noGrp="1"/>
          </p:cNvSpPr>
          <p:nvPr/>
        </p:nvSpPr>
        <p:spPr>
          <a:xfrm xmlns:a="http://schemas.openxmlformats.org/drawingml/2006/main">
            <a:off x="609600" y="1828800"/>
            <a:ext cx="57150" cy="4076700"/>
          </a:xfrm>
          <a:prstGeom xmlns:a="http://schemas.openxmlformats.org/drawingml/2006/main" prst="roundRect">
            <a:avLst>
              <a:gd name="adj" fmla="val 50000"/>
            </a:avLst>
          </a:prstGeom>
          <a:solidFill xmlns:a="http://schemas.openxmlformats.org/drawingml/2006/main">
            <a:srgbClr val="42C6FF"/>
          </a:solidFill>
          <a:ln xmlns:a="http://schemas.openxmlformats.org/drawingml/2006/main" w="0">
            <a:noFill/>
            <a:prstDash val="solid"/>
          </a:ln>
        </p:spPr>
      </p:sp>
      <p:sp>
        <p:nvSpPr>
          <p:cNvPr id="7" name="drive-code-title">
            <a:extLst xmlns:a="http://schemas.openxmlformats.org/drawingml/2006/main">
              <a:ext uri="{FF2B5EF4-FFF2-40B4-BE49-F238E27FC236}">
                <a16:creationId xmlns:a16="http://schemas.microsoft.com/office/drawing/2014/main" id="{8834B537-1098-4BC1-9187-06D1D767D062}"/>
              </a:ext>
            </a:extLst>
          </p:cNvPr>
          <p:cNvSpPr>
            <a:spLocks xmlns:a="http://schemas.openxmlformats.org/drawingml/2006/main" noGrp="1"/>
          </p:cNvSpPr>
          <p:nvPr/>
        </p:nvSpPr>
        <p:spPr>
          <a:xfrm xmlns:a="http://schemas.openxmlformats.org/drawingml/2006/main">
            <a:off x="838200" y="1962150"/>
            <a:ext cx="5695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a:solidFill>
                  <a:srgbClr val="42C6FF"/>
                </a:solidFill>
                <a:latin typeface="Consolas"/>
                <a:ea typeface="Consolas"/>
                <a:cs typeface="Consolas"/>
              </a:defRPr>
            </a:pPr>
            <a:r>
              <a:rPr sz="1125" b="1">
                <a:solidFill>
                  <a:srgbClr val="42C6FF"/>
                </a:solidFill>
                <a:latin typeface="Consolas"/>
                <a:ea typeface="Consolas"/>
                <a:cs typeface="Consolas"/>
              </a:rPr>
              <a:t>DriveSubsystem hardware map</a:t>
            </a:r>
          </a:p>
        </p:txBody>
      </p:sp>
      <p:sp>
        <p:nvSpPr>
          <p:cNvPr id="8" name="drive-code-text">
            <a:extLst xmlns:a="http://schemas.openxmlformats.org/drawingml/2006/main">
              <a:ext uri="{FF2B5EF4-FFF2-40B4-BE49-F238E27FC236}">
                <a16:creationId xmlns:a16="http://schemas.microsoft.com/office/drawing/2014/main" id="{522324BF-7F22-42BB-BDD9-9EF278FF74CF}"/>
              </a:ext>
            </a:extLst>
          </p:cNvPr>
          <p:cNvSpPr>
            <a:spLocks xmlns:a="http://schemas.openxmlformats.org/drawingml/2006/main" noGrp="1"/>
          </p:cNvSpPr>
          <p:nvPr/>
        </p:nvSpPr>
        <p:spPr>
          <a:xfrm xmlns:a="http://schemas.openxmlformats.org/drawingml/2006/main">
            <a:off x="838200" y="2286000"/>
            <a:ext cx="5695950" cy="3486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2000"/>
              </a:lnSpc>
              <a:buNone/>
              <a:defRPr sz="1275" b="0">
                <a:solidFill>
                  <a:srgbClr val="F4F7FB"/>
                </a:solidFill>
                <a:latin typeface="Consolas"/>
                <a:ea typeface="Consolas"/>
                <a:cs typeface="Consolas"/>
              </a:defRPr>
            </a:pPr>
            <a:r>
              <a:rPr sz="1275" b="0">
                <a:solidFill>
                  <a:srgbClr val="F4F7FB"/>
                </a:solidFill>
                <a:latin typeface="Consolas"/>
                <a:ea typeface="Consolas"/>
                <a:cs typeface="Consolas"/>
              </a:rPr>
              <a:t>PWM 0  -&gt;  front-left Talon</a:t>
            </a:r>
          </a:p>
          <a:p xmlns:a="http://schemas.openxmlformats.org/drawingml/2006/main">
            <a:pPr algn="l">
              <a:lnSpc>
                <a:spcPct val="102000"/>
              </a:lnSpc>
              <a:buNone/>
              <a:defRPr sz="1275" b="0">
                <a:solidFill>
                  <a:srgbClr val="F4F7FB"/>
                </a:solidFill>
                <a:latin typeface="Consolas"/>
                <a:ea typeface="Consolas"/>
                <a:cs typeface="Consolas"/>
              </a:defRPr>
            </a:pPr>
            <a:r>
              <a:rPr sz="1275" b="0">
                <a:solidFill>
                  <a:srgbClr val="F4F7FB"/>
                </a:solidFill>
                <a:latin typeface="Consolas"/>
                <a:ea typeface="Consolas"/>
                <a:cs typeface="Consolas"/>
              </a:rPr>
              <a:t>PWM 1  -&gt;  back-left Talon</a:t>
            </a:r>
          </a:p>
          <a:p xmlns:a="http://schemas.openxmlformats.org/drawingml/2006/main">
            <a:pPr algn="l">
              <a:lnSpc>
                <a:spcPct val="102000"/>
              </a:lnSpc>
              <a:buNone/>
              <a:defRPr sz="1275" b="0">
                <a:solidFill>
                  <a:srgbClr val="F4F7FB"/>
                </a:solidFill>
                <a:latin typeface="Consolas"/>
                <a:ea typeface="Consolas"/>
                <a:cs typeface="Consolas"/>
              </a:defRPr>
            </a:pPr>
            <a:r>
              <a:rPr sz="1275" b="0">
                <a:solidFill>
                  <a:srgbClr val="F4F7FB"/>
                </a:solidFill>
                <a:latin typeface="Consolas"/>
                <a:ea typeface="Consolas"/>
                <a:cs typeface="Consolas"/>
              </a:rPr>
              <a:t>PWM 3  -&gt;  front-right Talon</a:t>
            </a:r>
          </a:p>
          <a:p xmlns:a="http://schemas.openxmlformats.org/drawingml/2006/main">
            <a:pPr algn="l">
              <a:lnSpc>
                <a:spcPct val="102000"/>
              </a:lnSpc>
              <a:buNone/>
              <a:defRPr sz="1275" b="0">
                <a:solidFill>
                  <a:srgbClr val="F4F7FB"/>
                </a:solidFill>
                <a:latin typeface="Consolas"/>
                <a:ea typeface="Consolas"/>
                <a:cs typeface="Consolas"/>
              </a:defRPr>
            </a:pPr>
            <a:r>
              <a:rPr sz="1275" b="0">
                <a:solidFill>
                  <a:srgbClr val="F4F7FB"/>
                </a:solidFill>
                <a:latin typeface="Consolas"/>
                <a:ea typeface="Consolas"/>
                <a:cs typeface="Consolas"/>
              </a:rPr>
              <a:t>PWM 2  -&gt;  back-right Talon</a:t>
            </a:r>
          </a:p>
        </p:txBody>
      </p:sp>
      <p:sp>
        <p:nvSpPr>
          <p:cNvPr id="9" name="">
            <a:extLst xmlns:a="http://schemas.openxmlformats.org/drawingml/2006/main">
              <a:ext uri="{FF2B5EF4-FFF2-40B4-BE49-F238E27FC236}">
                <a16:creationId xmlns:a16="http://schemas.microsoft.com/office/drawing/2014/main" id="{94D9D3CB-5FEC-4EBB-9A3D-617ABFA7F1B8}"/>
              </a:ext>
            </a:extLst>
          </p:cNvPr>
          <p:cNvSpPr>
            <a:spLocks xmlns:a="http://schemas.openxmlformats.org/drawingml/2006/main" noGrp="1"/>
          </p:cNvSpPr>
          <p:nvPr/>
        </p:nvSpPr>
        <p:spPr>
          <a:xfrm xmlns:a="http://schemas.openxmlformats.org/drawingml/2006/main">
            <a:off x="7334250" y="2095500"/>
            <a:ext cx="3524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62D48A"/>
                </a:solidFill>
                <a:latin typeface="Aptos"/>
                <a:ea typeface="Aptos"/>
                <a:cs typeface="Aptos"/>
              </a:defRPr>
            </a:pPr>
            <a:r>
              <a:rPr sz="1650" b="1">
                <a:solidFill>
                  <a:srgbClr val="62D48A"/>
                </a:solidFill>
                <a:latin typeface="Aptos"/>
                <a:ea typeface="Aptos"/>
                <a:cs typeface="Aptos"/>
              </a:rPr>
              <a:t>PWM 0 + 1</a:t>
            </a:r>
          </a:p>
        </p:txBody>
      </p:sp>
      <p:sp>
        <p:nvSpPr>
          <p:cNvPr id="10" name="">
            <a:extLst xmlns:a="http://schemas.openxmlformats.org/drawingml/2006/main">
              <a:ext uri="{FF2B5EF4-FFF2-40B4-BE49-F238E27FC236}">
                <a16:creationId xmlns:a16="http://schemas.microsoft.com/office/drawing/2014/main" id="{5CC71874-7161-4789-81CF-F07F3EBCBC42}"/>
              </a:ext>
            </a:extLst>
          </p:cNvPr>
          <p:cNvSpPr>
            <a:spLocks xmlns:a="http://schemas.openxmlformats.org/drawingml/2006/main" noGrp="1"/>
          </p:cNvSpPr>
          <p:nvPr/>
        </p:nvSpPr>
        <p:spPr>
          <a:xfrm xmlns:a="http://schemas.openxmlformats.org/drawingml/2006/main">
            <a:off x="7334250" y="2495550"/>
            <a:ext cx="3524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425" b="0">
                <a:solidFill>
                  <a:srgbClr val="A9B8CA"/>
                </a:solidFill>
                <a:latin typeface="Aptos"/>
                <a:ea typeface="Aptos"/>
                <a:cs typeface="Aptos"/>
              </a:defRPr>
            </a:pPr>
            <a:r>
              <a:rPr sz="1425" b="0">
                <a:solidFill>
                  <a:srgbClr val="A9B8CA"/>
                </a:solidFill>
                <a:latin typeface="Aptos"/>
                <a:ea typeface="Aptos"/>
                <a:cs typeface="Aptos"/>
              </a:rPr>
              <a:t>Left drivetrain motors</a:t>
            </a:r>
          </a:p>
        </p:txBody>
      </p:sp>
      <p:sp>
        <p:nvSpPr>
          <p:cNvPr id="11" name="">
            <a:extLst xmlns:a="http://schemas.openxmlformats.org/drawingml/2006/main">
              <a:ext uri="{FF2B5EF4-FFF2-40B4-BE49-F238E27FC236}">
                <a16:creationId xmlns:a16="http://schemas.microsoft.com/office/drawing/2014/main" id="{320F06CD-A2C0-47C0-89A0-DA94B11AAAB1}"/>
              </a:ext>
            </a:extLst>
          </p:cNvPr>
          <p:cNvSpPr>
            <a:spLocks xmlns:a="http://schemas.openxmlformats.org/drawingml/2006/main" noGrp="1"/>
          </p:cNvSpPr>
          <p:nvPr/>
        </p:nvSpPr>
        <p:spPr>
          <a:xfrm xmlns:a="http://schemas.openxmlformats.org/drawingml/2006/main">
            <a:off x="7334250" y="3219450"/>
            <a:ext cx="3524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62D48A"/>
                </a:solidFill>
                <a:latin typeface="Aptos"/>
                <a:ea typeface="Aptos"/>
                <a:cs typeface="Aptos"/>
              </a:defRPr>
            </a:pPr>
            <a:r>
              <a:rPr sz="1650" b="1">
                <a:solidFill>
                  <a:srgbClr val="62D48A"/>
                </a:solidFill>
                <a:latin typeface="Aptos"/>
                <a:ea typeface="Aptos"/>
                <a:cs typeface="Aptos"/>
              </a:rPr>
              <a:t>PWM 3 + 2</a:t>
            </a:r>
          </a:p>
        </p:txBody>
      </p:sp>
      <p:sp>
        <p:nvSpPr>
          <p:cNvPr id="12" name="">
            <a:extLst xmlns:a="http://schemas.openxmlformats.org/drawingml/2006/main">
              <a:ext uri="{FF2B5EF4-FFF2-40B4-BE49-F238E27FC236}">
                <a16:creationId xmlns:a16="http://schemas.microsoft.com/office/drawing/2014/main" id="{3B747D24-22C1-4F50-AC1B-2DE4C0F6AA68}"/>
              </a:ext>
            </a:extLst>
          </p:cNvPr>
          <p:cNvSpPr>
            <a:spLocks xmlns:a="http://schemas.openxmlformats.org/drawingml/2006/main" noGrp="1"/>
          </p:cNvSpPr>
          <p:nvPr/>
        </p:nvSpPr>
        <p:spPr>
          <a:xfrm xmlns:a="http://schemas.openxmlformats.org/drawingml/2006/main">
            <a:off x="7334250" y="3619500"/>
            <a:ext cx="3524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425" b="0">
                <a:solidFill>
                  <a:srgbClr val="A9B8CA"/>
                </a:solidFill>
                <a:latin typeface="Aptos"/>
                <a:ea typeface="Aptos"/>
                <a:cs typeface="Aptos"/>
              </a:defRPr>
            </a:pPr>
            <a:r>
              <a:rPr sz="1425" b="0">
                <a:solidFill>
                  <a:srgbClr val="A9B8CA"/>
                </a:solidFill>
                <a:latin typeface="Aptos"/>
                <a:ea typeface="Aptos"/>
                <a:cs typeface="Aptos"/>
              </a:rPr>
              <a:t>Right drivetrain motors</a:t>
            </a:r>
          </a:p>
        </p:txBody>
      </p:sp>
      <p:sp>
        <p:nvSpPr>
          <p:cNvPr id="13" name="">
            <a:extLst xmlns:a="http://schemas.openxmlformats.org/drawingml/2006/main">
              <a:ext uri="{FF2B5EF4-FFF2-40B4-BE49-F238E27FC236}">
                <a16:creationId xmlns:a16="http://schemas.microsoft.com/office/drawing/2014/main" id="{1AD31822-DD05-4C7B-BA7D-2299AE5F255D}"/>
              </a:ext>
            </a:extLst>
          </p:cNvPr>
          <p:cNvSpPr>
            <a:spLocks xmlns:a="http://schemas.openxmlformats.org/drawingml/2006/main" noGrp="1"/>
          </p:cNvSpPr>
          <p:nvPr/>
        </p:nvSpPr>
        <p:spPr>
          <a:xfrm xmlns:a="http://schemas.openxmlformats.org/drawingml/2006/main">
            <a:off x="7334250" y="4343400"/>
            <a:ext cx="3524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FB64D"/>
                </a:solidFill>
                <a:latin typeface="Aptos"/>
                <a:ea typeface="Aptos"/>
                <a:cs typeface="Aptos"/>
              </a:defRPr>
            </a:pPr>
            <a:r>
              <a:rPr sz="1650" b="1">
                <a:solidFill>
                  <a:srgbClr val="FFB64D"/>
                </a:solidFill>
                <a:latin typeface="Aptos"/>
                <a:ea typeface="Aptos"/>
                <a:cs typeface="Aptos"/>
              </a:rPr>
              <a:t>Right side</a:t>
            </a:r>
          </a:p>
        </p:txBody>
      </p:sp>
      <p:sp>
        <p:nvSpPr>
          <p:cNvPr id="14" name="">
            <a:extLst xmlns:a="http://schemas.openxmlformats.org/drawingml/2006/main">
              <a:ext uri="{FF2B5EF4-FFF2-40B4-BE49-F238E27FC236}">
                <a16:creationId xmlns:a16="http://schemas.microsoft.com/office/drawing/2014/main" id="{78DB647B-43DF-46E5-8132-AC9713D5823A}"/>
              </a:ext>
            </a:extLst>
          </p:cNvPr>
          <p:cNvSpPr>
            <a:spLocks xmlns:a="http://schemas.openxmlformats.org/drawingml/2006/main" noGrp="1"/>
          </p:cNvSpPr>
          <p:nvPr/>
        </p:nvSpPr>
        <p:spPr>
          <a:xfrm xmlns:a="http://schemas.openxmlformats.org/drawingml/2006/main">
            <a:off x="7334250" y="4743450"/>
            <a:ext cx="3524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425" b="0">
                <a:solidFill>
                  <a:srgbClr val="A9B8CA"/>
                </a:solidFill>
                <a:latin typeface="Aptos"/>
                <a:ea typeface="Aptos"/>
                <a:cs typeface="Aptos"/>
              </a:defRPr>
            </a:pPr>
            <a:r>
              <a:rPr sz="1425" b="0">
                <a:solidFill>
                  <a:srgbClr val="A9B8CA"/>
                </a:solidFill>
                <a:latin typeface="Aptos"/>
                <a:ea typeface="Aptos"/>
                <a:cs typeface="Aptos"/>
              </a:rPr>
              <a:t>Inverted once in subsystem</a:t>
            </a:r>
          </a:p>
        </p:txBody>
      </p:sp>
      <p:sp>
        <p:nvSpPr>
          <p:cNvPr id="15" name="footer-left">
            <a:extLst xmlns:a="http://schemas.openxmlformats.org/drawingml/2006/main">
              <a:ext uri="{FF2B5EF4-FFF2-40B4-BE49-F238E27FC236}">
                <a16:creationId xmlns:a16="http://schemas.microsoft.com/office/drawing/2014/main" id="{ACCD2178-227F-4C9C-B511-7FBB18D74E7E}"/>
              </a:ext>
            </a:extLst>
          </p:cNvPr>
          <p:cNvSpPr>
            <a:spLocks xmlns:a="http://schemas.openxmlformats.org/drawingml/2006/main" noGrp="1"/>
          </p:cNvSpPr>
          <p:nvPr/>
        </p:nvSpPr>
        <p:spPr>
          <a:xfrm xmlns:a="http://schemas.openxmlformats.org/drawingml/2006/main">
            <a:off x="609600" y="64960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825" b="0">
                <a:solidFill>
                  <a:srgbClr val="5E7188"/>
                </a:solidFill>
                <a:latin typeface="Aptos"/>
                <a:ea typeface="Aptos"/>
                <a:cs typeface="Aptos"/>
              </a:defRPr>
            </a:pPr>
            <a:r>
              <a:rPr sz="825" b="0">
                <a:solidFill>
                  <a:srgbClr val="5E7188"/>
                </a:solidFill>
                <a:latin typeface="Aptos"/>
                <a:ea typeface="Aptos"/>
                <a:cs typeface="Aptos"/>
              </a:rPr>
              <a:t>2020 FRC robot | command-based implementation</a:t>
            </a:r>
          </a:p>
        </p:txBody>
      </p:sp>
      <p:sp>
        <p:nvSpPr>
          <p:cNvPr id="16" name="footer-number">
            <a:extLst xmlns:a="http://schemas.openxmlformats.org/drawingml/2006/main">
              <a:ext uri="{FF2B5EF4-FFF2-40B4-BE49-F238E27FC236}">
                <a16:creationId xmlns:a16="http://schemas.microsoft.com/office/drawing/2014/main" id="{B1B51E0B-89E8-4042-B443-14C5B03AC952}"/>
              </a:ext>
            </a:extLst>
          </p:cNvPr>
          <p:cNvSpPr>
            <a:spLocks xmlns:a="http://schemas.openxmlformats.org/drawingml/2006/main" noGrp="1"/>
          </p:cNvSpPr>
          <p:nvPr/>
        </p:nvSpPr>
        <p:spPr>
          <a:xfrm xmlns:a="http://schemas.openxmlformats.org/drawingml/2006/main">
            <a:off x="11049000" y="647700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00" b="1">
                <a:solidFill>
                  <a:srgbClr val="5E7188"/>
                </a:solidFill>
                <a:latin typeface="Aptos"/>
                <a:ea typeface="Aptos"/>
                <a:cs typeface="Aptos"/>
              </a:defRPr>
            </a:pPr>
            <a:r>
              <a:rPr sz="900" b="1">
                <a:solidFill>
                  <a:srgbClr val="5E7188"/>
                </a:solidFill>
                <a:latin typeface="Aptos"/>
                <a:ea typeface="Aptos"/>
                <a:cs typeface="Aptos"/>
              </a:rPr>
              <a:t>06</a:t>
            </a:r>
          </a:p>
        </p:txBody>
      </p:sp>
    </p:spTree>
    <p:extLst>
      <p:ext uri="{BB962C8B-B14F-4D97-AF65-F5344CB8AC3E}">
        <p14:creationId xmlns:p14="http://schemas.microsoft.com/office/powerpoint/2010/main" val="450564887"/>
      </p:ext>
    </p:extLst>
  </p:cSld>
</p:sld>
</file>

<file path=ppt/slides/slide7.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43" name="section-label">
            <a:extLst xmlns:a="http://schemas.openxmlformats.org/drawingml/2006/main">
              <a:ext uri="{FF2B5EF4-FFF2-40B4-BE49-F238E27FC236}">
                <a16:creationId xmlns:a16="http://schemas.microsoft.com/office/drawing/2014/main" id="{E4FCE25D-270C-411A-B6F8-08CB06186644}"/>
              </a:ext>
            </a:extLst>
          </p:cNvPr>
          <p:cNvSpPr>
            <a:spLocks xmlns:a="http://schemas.openxmlformats.org/drawingml/2006/main" noGrp="1"/>
          </p:cNvSpPr>
          <p:nvPr/>
        </p:nvSpPr>
        <p:spPr>
          <a:xfrm xmlns:a="http://schemas.openxmlformats.org/drawingml/2006/main">
            <a:off x="609600" y="3048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 b="1">
                <a:solidFill>
                  <a:srgbClr val="42C6FF"/>
                </a:solidFill>
                <a:latin typeface="Aptos"/>
                <a:ea typeface="Aptos"/>
                <a:cs typeface="Aptos"/>
              </a:defRPr>
            </a:pPr>
            <a:r>
              <a:rPr sz="1050" b="1">
                <a:solidFill>
                  <a:srgbClr val="42C6FF"/>
                </a:solidFill>
                <a:latin typeface="Aptos"/>
                <a:ea typeface="Aptos"/>
                <a:cs typeface="Aptos"/>
              </a:rPr>
              <a:t>3 · HARDWARE OPERATION</a:t>
            </a:r>
          </a:p>
        </p:txBody>
      </p:sp>
      <p:sp>
        <p:nvSpPr>
          <p:cNvPr id="2" name="slide-title">
            <a:extLst xmlns:a="http://schemas.openxmlformats.org/drawingml/2006/main">
              <a:ext uri="{FF2B5EF4-FFF2-40B4-BE49-F238E27FC236}">
                <a16:creationId xmlns:a16="http://schemas.microsoft.com/office/drawing/2014/main" id="{A4955D7D-7F6E-4D72-A489-73635201640A}"/>
              </a:ext>
            </a:extLst>
          </p:cNvPr>
          <p:cNvSpPr>
            <a:spLocks xmlns:a="http://schemas.openxmlformats.org/drawingml/2006/main" noGrp="1"/>
          </p:cNvSpPr>
          <p:nvPr/>
        </p:nvSpPr>
        <p:spPr>
          <a:xfrm xmlns:a="http://schemas.openxmlformats.org/drawingml/2006/main">
            <a:off x="609600" y="533400"/>
            <a:ext cx="1076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2000"/>
              </a:lnSpc>
              <a:buNone/>
              <a:defRPr sz="2625" b="1">
                <a:solidFill>
                  <a:srgbClr val="F4F7FB"/>
                </a:solidFill>
                <a:latin typeface="Aptos"/>
                <a:ea typeface="Aptos"/>
                <a:cs typeface="Aptos"/>
              </a:defRPr>
            </a:pPr>
            <a:r>
              <a:rPr sz="2625" b="1">
                <a:solidFill>
                  <a:srgbClr val="F4F7FB"/>
                </a:solidFill>
                <a:latin typeface="Aptos"/>
                <a:ea typeface="Aptos"/>
                <a:cs typeface="Aptos"/>
              </a:rPr>
              <a:t>Separate Talons run the belt and scoring roller</a:t>
            </a:r>
          </a:p>
        </p:txBody>
      </p:sp>
      <p:sp>
        <p:nvSpPr>
          <p:cNvPr id="3" name="slide-subtitle">
            <a:extLst xmlns:a="http://schemas.openxmlformats.org/drawingml/2006/main">
              <a:ext uri="{FF2B5EF4-FFF2-40B4-BE49-F238E27FC236}">
                <a16:creationId xmlns:a16="http://schemas.microsoft.com/office/drawing/2014/main" id="{5647BEC5-9E2D-436C-800A-4E5794E5758C}"/>
              </a:ext>
            </a:extLst>
          </p:cNvPr>
          <p:cNvSpPr>
            <a:spLocks xmlns:a="http://schemas.openxmlformats.org/drawingml/2006/main" noGrp="1"/>
          </p:cNvSpPr>
          <p:nvPr/>
        </p:nvSpPr>
        <p:spPr>
          <a:xfrm xmlns:a="http://schemas.openxmlformats.org/drawingml/2006/main">
            <a:off x="609600" y="13335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PWM 5 controls the belt and PWM 4 controls the roller; releasing a button returns that output to zero.</a:t>
            </a:r>
          </a:p>
        </p:txBody>
      </p:sp>
      <p:sp>
        <p:nvSpPr>
          <p:cNvPr id="4" name="title-rule">
            <a:extLst xmlns:a="http://schemas.openxmlformats.org/drawingml/2006/main">
              <a:ext uri="{FF2B5EF4-FFF2-40B4-BE49-F238E27FC236}">
                <a16:creationId xmlns:a16="http://schemas.microsoft.com/office/drawing/2014/main" id="{465D6A07-9204-41CD-B8B3-AC891FED547A}"/>
              </a:ext>
            </a:extLst>
          </p:cNvPr>
          <p:cNvSpPr>
            <a:spLocks xmlns:a="http://schemas.openxmlformats.org/drawingml/2006/main" noGrp="1"/>
          </p:cNvSpPr>
          <p:nvPr/>
        </p:nvSpPr>
        <p:spPr>
          <a:xfrm xmlns:a="http://schemas.openxmlformats.org/drawingml/2006/main">
            <a:off x="609600" y="1657350"/>
            <a:ext cx="10972800" cy="19050"/>
          </a:xfrm>
          <a:prstGeom xmlns:a="http://schemas.openxmlformats.org/drawingml/2006/main" prst="rect">
            <a:avLst/>
          </a:prstGeom>
          <a:solidFill xmlns:a="http://schemas.openxmlformats.org/drawingml/2006/main">
            <a:srgbClr val="2D425B"/>
          </a:solidFill>
          <a:ln xmlns:a="http://schemas.openxmlformats.org/drawingml/2006/main" w="0">
            <a:noFill/>
            <a:prstDash val="solid"/>
          </a:ln>
        </p:spPr>
      </p:sp>
      <p:sp>
        <p:nvSpPr>
          <p:cNvPr id="5" name="held-table-cell-0-0">
            <a:extLst xmlns:a="http://schemas.openxmlformats.org/drawingml/2006/main">
              <a:ext uri="{FF2B5EF4-FFF2-40B4-BE49-F238E27FC236}">
                <a16:creationId xmlns:a16="http://schemas.microsoft.com/office/drawing/2014/main" id="{612B6E6D-B4FC-4B7C-B4C0-72D072946C67}"/>
              </a:ext>
            </a:extLst>
          </p:cNvPr>
          <p:cNvSpPr>
            <a:spLocks xmlns:a="http://schemas.openxmlformats.org/drawingml/2006/main" noGrp="1"/>
          </p:cNvSpPr>
          <p:nvPr/>
        </p:nvSpPr>
        <p:spPr>
          <a:xfrm xmlns:a="http://schemas.openxmlformats.org/drawingml/2006/main">
            <a:off x="609600" y="1885950"/>
            <a:ext cx="1809750" cy="533400"/>
          </a:xfrm>
          <a:prstGeom xmlns:a="http://schemas.openxmlformats.org/drawingml/2006/main" prst="rect">
            <a:avLst/>
          </a:prstGeom>
          <a:solidFill xmlns:a="http://schemas.openxmlformats.org/drawingml/2006/main">
            <a:srgbClr val="162941"/>
          </a:solidFill>
          <a:ln xmlns:a="http://schemas.openxmlformats.org/drawingml/2006/main" w="9525">
            <a:solidFill>
              <a:srgbClr val="2D425B"/>
            </a:solidFill>
            <a:prstDash val="solid"/>
          </a:ln>
        </p:spPr>
      </p:sp>
      <p:sp>
        <p:nvSpPr>
          <p:cNvPr id="6" name="held-table-text-0-0">
            <a:extLst xmlns:a="http://schemas.openxmlformats.org/drawingml/2006/main">
              <a:ext uri="{FF2B5EF4-FFF2-40B4-BE49-F238E27FC236}">
                <a16:creationId xmlns:a16="http://schemas.microsoft.com/office/drawing/2014/main" id="{4D1112F2-30E1-4E20-8490-5D1B62565E19}"/>
              </a:ext>
            </a:extLst>
          </p:cNvPr>
          <p:cNvSpPr>
            <a:spLocks xmlns:a="http://schemas.openxmlformats.org/drawingml/2006/main" noGrp="1"/>
          </p:cNvSpPr>
          <p:nvPr/>
        </p:nvSpPr>
        <p:spPr>
          <a:xfrm xmlns:a="http://schemas.openxmlformats.org/drawingml/2006/main">
            <a:off x="723900" y="1962150"/>
            <a:ext cx="1581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350" b="1">
                <a:solidFill>
                  <a:srgbClr val="42C6FF"/>
                </a:solidFill>
                <a:latin typeface="Aptos"/>
                <a:ea typeface="Aptos"/>
                <a:cs typeface="Aptos"/>
              </a:defRPr>
            </a:pPr>
            <a:r>
              <a:rPr sz="1350" b="1">
                <a:solidFill>
                  <a:srgbClr val="42C6FF"/>
                </a:solidFill>
                <a:latin typeface="Aptos"/>
                <a:ea typeface="Aptos"/>
                <a:cs typeface="Aptos"/>
              </a:rPr>
              <a:t>Action</a:t>
            </a:r>
          </a:p>
        </p:txBody>
      </p:sp>
      <p:sp>
        <p:nvSpPr>
          <p:cNvPr id="7" name="held-table-cell-0-1">
            <a:extLst xmlns:a="http://schemas.openxmlformats.org/drawingml/2006/main">
              <a:ext uri="{FF2B5EF4-FFF2-40B4-BE49-F238E27FC236}">
                <a16:creationId xmlns:a16="http://schemas.microsoft.com/office/drawing/2014/main" id="{4377ED71-D4E9-4A7A-B3C0-57D4D7F5AA57}"/>
              </a:ext>
            </a:extLst>
          </p:cNvPr>
          <p:cNvSpPr>
            <a:spLocks xmlns:a="http://schemas.openxmlformats.org/drawingml/2006/main" noGrp="1"/>
          </p:cNvSpPr>
          <p:nvPr/>
        </p:nvSpPr>
        <p:spPr>
          <a:xfrm xmlns:a="http://schemas.openxmlformats.org/drawingml/2006/main">
            <a:off x="2419350" y="1885950"/>
            <a:ext cx="2000250" cy="533400"/>
          </a:xfrm>
          <a:prstGeom xmlns:a="http://schemas.openxmlformats.org/drawingml/2006/main" prst="rect">
            <a:avLst/>
          </a:prstGeom>
          <a:solidFill xmlns:a="http://schemas.openxmlformats.org/drawingml/2006/main">
            <a:srgbClr val="162941"/>
          </a:solidFill>
          <a:ln xmlns:a="http://schemas.openxmlformats.org/drawingml/2006/main" w="9525">
            <a:solidFill>
              <a:srgbClr val="2D425B"/>
            </a:solidFill>
            <a:prstDash val="solid"/>
          </a:ln>
        </p:spPr>
      </p:sp>
      <p:sp>
        <p:nvSpPr>
          <p:cNvPr id="8" name="held-table-text-0-1">
            <a:extLst xmlns:a="http://schemas.openxmlformats.org/drawingml/2006/main">
              <a:ext uri="{FF2B5EF4-FFF2-40B4-BE49-F238E27FC236}">
                <a16:creationId xmlns:a16="http://schemas.microsoft.com/office/drawing/2014/main" id="{217C789D-1139-4BD8-901A-A40E0E339781}"/>
              </a:ext>
            </a:extLst>
          </p:cNvPr>
          <p:cNvSpPr>
            <a:spLocks xmlns:a="http://schemas.openxmlformats.org/drawingml/2006/main" noGrp="1"/>
          </p:cNvSpPr>
          <p:nvPr/>
        </p:nvSpPr>
        <p:spPr>
          <a:xfrm xmlns:a="http://schemas.openxmlformats.org/drawingml/2006/main">
            <a:off x="2533650" y="1962150"/>
            <a:ext cx="1771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350" b="1">
                <a:solidFill>
                  <a:srgbClr val="42C6FF"/>
                </a:solidFill>
                <a:latin typeface="Aptos"/>
                <a:ea typeface="Aptos"/>
                <a:cs typeface="Aptos"/>
              </a:defRPr>
            </a:pPr>
            <a:r>
              <a:rPr sz="1350" b="1">
                <a:solidFill>
                  <a:srgbClr val="42C6FF"/>
                </a:solidFill>
                <a:latin typeface="Aptos"/>
                <a:ea typeface="Aptos"/>
                <a:cs typeface="Aptos"/>
              </a:rPr>
              <a:t>Hardware object</a:t>
            </a:r>
          </a:p>
        </p:txBody>
      </p:sp>
      <p:sp>
        <p:nvSpPr>
          <p:cNvPr id="9" name="held-table-cell-0-2">
            <a:extLst xmlns:a="http://schemas.openxmlformats.org/drawingml/2006/main">
              <a:ext uri="{FF2B5EF4-FFF2-40B4-BE49-F238E27FC236}">
                <a16:creationId xmlns:a16="http://schemas.microsoft.com/office/drawing/2014/main" id="{6D5ACBB7-19E1-4408-BB1C-B228D8985C97}"/>
              </a:ext>
            </a:extLst>
          </p:cNvPr>
          <p:cNvSpPr>
            <a:spLocks xmlns:a="http://schemas.openxmlformats.org/drawingml/2006/main" noGrp="1"/>
          </p:cNvSpPr>
          <p:nvPr/>
        </p:nvSpPr>
        <p:spPr>
          <a:xfrm xmlns:a="http://schemas.openxmlformats.org/drawingml/2006/main">
            <a:off x="4419600" y="1885950"/>
            <a:ext cx="2857500" cy="533400"/>
          </a:xfrm>
          <a:prstGeom xmlns:a="http://schemas.openxmlformats.org/drawingml/2006/main" prst="rect">
            <a:avLst/>
          </a:prstGeom>
          <a:solidFill xmlns:a="http://schemas.openxmlformats.org/drawingml/2006/main">
            <a:srgbClr val="162941"/>
          </a:solidFill>
          <a:ln xmlns:a="http://schemas.openxmlformats.org/drawingml/2006/main" w="9525">
            <a:solidFill>
              <a:srgbClr val="2D425B"/>
            </a:solidFill>
            <a:prstDash val="solid"/>
          </a:ln>
        </p:spPr>
      </p:sp>
      <p:sp>
        <p:nvSpPr>
          <p:cNvPr id="10" name="held-table-text-0-2">
            <a:extLst xmlns:a="http://schemas.openxmlformats.org/drawingml/2006/main">
              <a:ext uri="{FF2B5EF4-FFF2-40B4-BE49-F238E27FC236}">
                <a16:creationId xmlns:a16="http://schemas.microsoft.com/office/drawing/2014/main" id="{E20C907C-6DC6-4956-A0FA-6D14132BD1BA}"/>
              </a:ext>
            </a:extLst>
          </p:cNvPr>
          <p:cNvSpPr>
            <a:spLocks xmlns:a="http://schemas.openxmlformats.org/drawingml/2006/main" noGrp="1"/>
          </p:cNvSpPr>
          <p:nvPr/>
        </p:nvSpPr>
        <p:spPr>
          <a:xfrm xmlns:a="http://schemas.openxmlformats.org/drawingml/2006/main">
            <a:off x="4533900" y="1962150"/>
            <a:ext cx="2628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350" b="1">
                <a:solidFill>
                  <a:srgbClr val="42C6FF"/>
                </a:solidFill>
                <a:latin typeface="Aptos"/>
                <a:ea typeface="Aptos"/>
                <a:cs typeface="Aptos"/>
              </a:defRPr>
            </a:pPr>
            <a:r>
              <a:rPr sz="1350" b="1">
                <a:solidFill>
                  <a:srgbClr val="42C6FF"/>
                </a:solidFill>
                <a:latin typeface="Aptos"/>
                <a:ea typeface="Aptos"/>
                <a:cs typeface="Aptos"/>
              </a:rPr>
              <a:t>Connection</a:t>
            </a:r>
          </a:p>
        </p:txBody>
      </p:sp>
      <p:sp>
        <p:nvSpPr>
          <p:cNvPr id="11" name="held-table-cell-0-3">
            <a:extLst xmlns:a="http://schemas.openxmlformats.org/drawingml/2006/main">
              <a:ext uri="{FF2B5EF4-FFF2-40B4-BE49-F238E27FC236}">
                <a16:creationId xmlns:a16="http://schemas.microsoft.com/office/drawing/2014/main" id="{4C74E0B0-BC5B-4998-9FF9-7AFD4326CD4D}"/>
              </a:ext>
            </a:extLst>
          </p:cNvPr>
          <p:cNvSpPr>
            <a:spLocks xmlns:a="http://schemas.openxmlformats.org/drawingml/2006/main" noGrp="1"/>
          </p:cNvSpPr>
          <p:nvPr/>
        </p:nvSpPr>
        <p:spPr>
          <a:xfrm xmlns:a="http://schemas.openxmlformats.org/drawingml/2006/main">
            <a:off x="7277100" y="1885950"/>
            <a:ext cx="4305300" cy="533400"/>
          </a:xfrm>
          <a:prstGeom xmlns:a="http://schemas.openxmlformats.org/drawingml/2006/main" prst="rect">
            <a:avLst/>
          </a:prstGeom>
          <a:solidFill xmlns:a="http://schemas.openxmlformats.org/drawingml/2006/main">
            <a:srgbClr val="162941"/>
          </a:solidFill>
          <a:ln xmlns:a="http://schemas.openxmlformats.org/drawingml/2006/main" w="9525">
            <a:solidFill>
              <a:srgbClr val="2D425B"/>
            </a:solidFill>
            <a:prstDash val="solid"/>
          </a:ln>
        </p:spPr>
      </p:sp>
      <p:sp>
        <p:nvSpPr>
          <p:cNvPr id="12" name="held-table-text-0-3">
            <a:extLst xmlns:a="http://schemas.openxmlformats.org/drawingml/2006/main">
              <a:ext uri="{FF2B5EF4-FFF2-40B4-BE49-F238E27FC236}">
                <a16:creationId xmlns:a16="http://schemas.microsoft.com/office/drawing/2014/main" id="{BF8F735E-F4C5-49D8-976C-20D3B50BB74E}"/>
              </a:ext>
            </a:extLst>
          </p:cNvPr>
          <p:cNvSpPr>
            <a:spLocks xmlns:a="http://schemas.openxmlformats.org/drawingml/2006/main" noGrp="1"/>
          </p:cNvSpPr>
          <p:nvPr/>
        </p:nvSpPr>
        <p:spPr>
          <a:xfrm xmlns:a="http://schemas.openxmlformats.org/drawingml/2006/main">
            <a:off x="7391400" y="1962150"/>
            <a:ext cx="4076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350" b="1">
                <a:solidFill>
                  <a:srgbClr val="42C6FF"/>
                </a:solidFill>
                <a:latin typeface="Aptos"/>
                <a:ea typeface="Aptos"/>
                <a:cs typeface="Aptos"/>
              </a:defRPr>
            </a:pPr>
            <a:r>
              <a:rPr sz="1350" b="1">
                <a:solidFill>
                  <a:srgbClr val="42C6FF"/>
                </a:solidFill>
                <a:latin typeface="Aptos"/>
                <a:ea typeface="Aptos"/>
                <a:cs typeface="Aptos"/>
              </a:rPr>
              <a:t>Motor output</a:t>
            </a:r>
          </a:p>
        </p:txBody>
      </p:sp>
      <p:sp>
        <p:nvSpPr>
          <p:cNvPr id="13" name="held-table-cell-1-0">
            <a:extLst xmlns:a="http://schemas.openxmlformats.org/drawingml/2006/main">
              <a:ext uri="{FF2B5EF4-FFF2-40B4-BE49-F238E27FC236}">
                <a16:creationId xmlns:a16="http://schemas.microsoft.com/office/drawing/2014/main" id="{3D4B2E9B-9347-44B3-93F8-427989689E69}"/>
              </a:ext>
            </a:extLst>
          </p:cNvPr>
          <p:cNvSpPr>
            <a:spLocks xmlns:a="http://schemas.openxmlformats.org/drawingml/2006/main" noGrp="1"/>
          </p:cNvSpPr>
          <p:nvPr/>
        </p:nvSpPr>
        <p:spPr>
          <a:xfrm xmlns:a="http://schemas.openxmlformats.org/drawingml/2006/main">
            <a:off x="609600" y="2419350"/>
            <a:ext cx="1809750" cy="876300"/>
          </a:xfrm>
          <a:prstGeom xmlns:a="http://schemas.openxmlformats.org/drawingml/2006/main" prst="rect">
            <a:avLst/>
          </a:prstGeom>
          <a:solidFill xmlns:a="http://schemas.openxmlformats.org/drawingml/2006/main">
            <a:srgbClr val="101E31"/>
          </a:solidFill>
          <a:ln xmlns:a="http://schemas.openxmlformats.org/drawingml/2006/main" w="9525">
            <a:solidFill>
              <a:srgbClr val="2D425B"/>
            </a:solidFill>
            <a:prstDash val="solid"/>
          </a:ln>
        </p:spPr>
      </p:sp>
      <p:sp>
        <p:nvSpPr>
          <p:cNvPr id="14" name="held-table-text-1-0">
            <a:extLst xmlns:a="http://schemas.openxmlformats.org/drawingml/2006/main">
              <a:ext uri="{FF2B5EF4-FFF2-40B4-BE49-F238E27FC236}">
                <a16:creationId xmlns:a16="http://schemas.microsoft.com/office/drawing/2014/main" id="{E7DFC77D-7374-43C3-94B6-8B28B2568847}"/>
              </a:ext>
            </a:extLst>
          </p:cNvPr>
          <p:cNvSpPr>
            <a:spLocks xmlns:a="http://schemas.openxmlformats.org/drawingml/2006/main" noGrp="1"/>
          </p:cNvSpPr>
          <p:nvPr/>
        </p:nvSpPr>
        <p:spPr>
          <a:xfrm xmlns:a="http://schemas.openxmlformats.org/drawingml/2006/main">
            <a:off x="723900" y="2495550"/>
            <a:ext cx="15811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Belt in</a:t>
            </a:r>
          </a:p>
        </p:txBody>
      </p:sp>
      <p:sp>
        <p:nvSpPr>
          <p:cNvPr id="15" name="held-table-cell-1-1">
            <a:extLst xmlns:a="http://schemas.openxmlformats.org/drawingml/2006/main">
              <a:ext uri="{FF2B5EF4-FFF2-40B4-BE49-F238E27FC236}">
                <a16:creationId xmlns:a16="http://schemas.microsoft.com/office/drawing/2014/main" id="{AA41A189-3228-4C5D-AF0F-5F9D59895323}"/>
              </a:ext>
            </a:extLst>
          </p:cNvPr>
          <p:cNvSpPr>
            <a:spLocks xmlns:a="http://schemas.openxmlformats.org/drawingml/2006/main" noGrp="1"/>
          </p:cNvSpPr>
          <p:nvPr/>
        </p:nvSpPr>
        <p:spPr>
          <a:xfrm xmlns:a="http://schemas.openxmlformats.org/drawingml/2006/main">
            <a:off x="2419350" y="2419350"/>
            <a:ext cx="2000250" cy="876300"/>
          </a:xfrm>
          <a:prstGeom xmlns:a="http://schemas.openxmlformats.org/drawingml/2006/main" prst="rect">
            <a:avLst/>
          </a:prstGeom>
          <a:solidFill xmlns:a="http://schemas.openxmlformats.org/drawingml/2006/main">
            <a:srgbClr val="101E31"/>
          </a:solidFill>
          <a:ln xmlns:a="http://schemas.openxmlformats.org/drawingml/2006/main" w="9525">
            <a:solidFill>
              <a:srgbClr val="2D425B"/>
            </a:solidFill>
            <a:prstDash val="solid"/>
          </a:ln>
        </p:spPr>
      </p:sp>
      <p:sp>
        <p:nvSpPr>
          <p:cNvPr id="16" name="held-table-text-1-1">
            <a:extLst xmlns:a="http://schemas.openxmlformats.org/drawingml/2006/main">
              <a:ext uri="{FF2B5EF4-FFF2-40B4-BE49-F238E27FC236}">
                <a16:creationId xmlns:a16="http://schemas.microsoft.com/office/drawing/2014/main" id="{FE866565-58C8-4DAE-9DBE-FDD39AA94AA4}"/>
              </a:ext>
            </a:extLst>
          </p:cNvPr>
          <p:cNvSpPr>
            <a:spLocks xmlns:a="http://schemas.openxmlformats.org/drawingml/2006/main" noGrp="1"/>
          </p:cNvSpPr>
          <p:nvPr/>
        </p:nvSpPr>
        <p:spPr>
          <a:xfrm xmlns:a="http://schemas.openxmlformats.org/drawingml/2006/main">
            <a:off x="2533650" y="2495550"/>
            <a:ext cx="17716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beltMotor Talon</a:t>
            </a:r>
          </a:p>
        </p:txBody>
      </p:sp>
      <p:sp>
        <p:nvSpPr>
          <p:cNvPr id="17" name="held-table-cell-1-2">
            <a:extLst xmlns:a="http://schemas.openxmlformats.org/drawingml/2006/main">
              <a:ext uri="{FF2B5EF4-FFF2-40B4-BE49-F238E27FC236}">
                <a16:creationId xmlns:a16="http://schemas.microsoft.com/office/drawing/2014/main" id="{D3D5C92D-74BB-4AE9-BF5A-E6F7AA584DC7}"/>
              </a:ext>
            </a:extLst>
          </p:cNvPr>
          <p:cNvSpPr>
            <a:spLocks xmlns:a="http://schemas.openxmlformats.org/drawingml/2006/main" noGrp="1"/>
          </p:cNvSpPr>
          <p:nvPr/>
        </p:nvSpPr>
        <p:spPr>
          <a:xfrm xmlns:a="http://schemas.openxmlformats.org/drawingml/2006/main">
            <a:off x="4419600" y="2419350"/>
            <a:ext cx="2857500" cy="876300"/>
          </a:xfrm>
          <a:prstGeom xmlns:a="http://schemas.openxmlformats.org/drawingml/2006/main" prst="rect">
            <a:avLst/>
          </a:prstGeom>
          <a:solidFill xmlns:a="http://schemas.openxmlformats.org/drawingml/2006/main">
            <a:srgbClr val="101E31"/>
          </a:solidFill>
          <a:ln xmlns:a="http://schemas.openxmlformats.org/drawingml/2006/main" w="9525">
            <a:solidFill>
              <a:srgbClr val="2D425B"/>
            </a:solidFill>
            <a:prstDash val="solid"/>
          </a:ln>
        </p:spPr>
      </p:sp>
      <p:sp>
        <p:nvSpPr>
          <p:cNvPr id="18" name="held-table-text-1-2">
            <a:extLst xmlns:a="http://schemas.openxmlformats.org/drawingml/2006/main">
              <a:ext uri="{FF2B5EF4-FFF2-40B4-BE49-F238E27FC236}">
                <a16:creationId xmlns:a16="http://schemas.microsoft.com/office/drawing/2014/main" id="{FA9B8AD7-ACF0-4861-BD01-DC5807DDB12C}"/>
              </a:ext>
            </a:extLst>
          </p:cNvPr>
          <p:cNvSpPr>
            <a:spLocks xmlns:a="http://schemas.openxmlformats.org/drawingml/2006/main" noGrp="1"/>
          </p:cNvSpPr>
          <p:nvPr/>
        </p:nvSpPr>
        <p:spPr>
          <a:xfrm xmlns:a="http://schemas.openxmlformats.org/drawingml/2006/main">
            <a:off x="4533900" y="2495550"/>
            <a:ext cx="26289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PWM 5</a:t>
            </a:r>
          </a:p>
        </p:txBody>
      </p:sp>
      <p:sp>
        <p:nvSpPr>
          <p:cNvPr id="19" name="held-table-cell-1-3">
            <a:extLst xmlns:a="http://schemas.openxmlformats.org/drawingml/2006/main">
              <a:ext uri="{FF2B5EF4-FFF2-40B4-BE49-F238E27FC236}">
                <a16:creationId xmlns:a16="http://schemas.microsoft.com/office/drawing/2014/main" id="{1067A8A4-963A-4B35-B252-FBC131860838}"/>
              </a:ext>
            </a:extLst>
          </p:cNvPr>
          <p:cNvSpPr>
            <a:spLocks xmlns:a="http://schemas.openxmlformats.org/drawingml/2006/main" noGrp="1"/>
          </p:cNvSpPr>
          <p:nvPr/>
        </p:nvSpPr>
        <p:spPr>
          <a:xfrm xmlns:a="http://schemas.openxmlformats.org/drawingml/2006/main">
            <a:off x="7277100" y="2419350"/>
            <a:ext cx="4305300" cy="876300"/>
          </a:xfrm>
          <a:prstGeom xmlns:a="http://schemas.openxmlformats.org/drawingml/2006/main" prst="rect">
            <a:avLst/>
          </a:prstGeom>
          <a:solidFill xmlns:a="http://schemas.openxmlformats.org/drawingml/2006/main">
            <a:srgbClr val="101E31"/>
          </a:solidFill>
          <a:ln xmlns:a="http://schemas.openxmlformats.org/drawingml/2006/main" w="9525">
            <a:solidFill>
              <a:srgbClr val="2D425B"/>
            </a:solidFill>
            <a:prstDash val="solid"/>
          </a:ln>
        </p:spPr>
      </p:sp>
      <p:sp>
        <p:nvSpPr>
          <p:cNvPr id="20" name="held-table-text-1-3">
            <a:extLst xmlns:a="http://schemas.openxmlformats.org/drawingml/2006/main">
              <a:ext uri="{FF2B5EF4-FFF2-40B4-BE49-F238E27FC236}">
                <a16:creationId xmlns:a16="http://schemas.microsoft.com/office/drawing/2014/main" id="{D446120D-B8C2-493E-9093-67078B262588}"/>
              </a:ext>
            </a:extLst>
          </p:cNvPr>
          <p:cNvSpPr>
            <a:spLocks xmlns:a="http://schemas.openxmlformats.org/drawingml/2006/main" noGrp="1"/>
          </p:cNvSpPr>
          <p:nvPr/>
        </p:nvSpPr>
        <p:spPr>
          <a:xfrm xmlns:a="http://schemas.openxmlformats.org/drawingml/2006/main">
            <a:off x="7391400" y="2495550"/>
            <a:ext cx="4076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+1.0 while held; then 0</a:t>
            </a:r>
          </a:p>
        </p:txBody>
      </p:sp>
      <p:sp>
        <p:nvSpPr>
          <p:cNvPr id="21" name="held-table-cell-2-0">
            <a:extLst xmlns:a="http://schemas.openxmlformats.org/drawingml/2006/main">
              <a:ext uri="{FF2B5EF4-FFF2-40B4-BE49-F238E27FC236}">
                <a16:creationId xmlns:a16="http://schemas.microsoft.com/office/drawing/2014/main" id="{9BA8C3EE-CF28-4043-BF1F-67CC2E43B043}"/>
              </a:ext>
            </a:extLst>
          </p:cNvPr>
          <p:cNvSpPr>
            <a:spLocks xmlns:a="http://schemas.openxmlformats.org/drawingml/2006/main" noGrp="1"/>
          </p:cNvSpPr>
          <p:nvPr/>
        </p:nvSpPr>
        <p:spPr>
          <a:xfrm xmlns:a="http://schemas.openxmlformats.org/drawingml/2006/main">
            <a:off x="609600" y="3295650"/>
            <a:ext cx="1809750" cy="876300"/>
          </a:xfrm>
          <a:prstGeom xmlns:a="http://schemas.openxmlformats.org/drawingml/2006/main" prst="rect">
            <a:avLst/>
          </a:prstGeom>
          <a:solidFill xmlns:a="http://schemas.openxmlformats.org/drawingml/2006/main">
            <a:srgbClr val="0D1A2B"/>
          </a:solidFill>
          <a:ln xmlns:a="http://schemas.openxmlformats.org/drawingml/2006/main" w="9525">
            <a:solidFill>
              <a:srgbClr val="2D425B"/>
            </a:solidFill>
            <a:prstDash val="solid"/>
          </a:ln>
        </p:spPr>
      </p:sp>
      <p:sp>
        <p:nvSpPr>
          <p:cNvPr id="22" name="held-table-text-2-0">
            <a:extLst xmlns:a="http://schemas.openxmlformats.org/drawingml/2006/main">
              <a:ext uri="{FF2B5EF4-FFF2-40B4-BE49-F238E27FC236}">
                <a16:creationId xmlns:a16="http://schemas.microsoft.com/office/drawing/2014/main" id="{B6603208-9F55-47B6-B649-807EC6A20B23}"/>
              </a:ext>
            </a:extLst>
          </p:cNvPr>
          <p:cNvSpPr>
            <a:spLocks xmlns:a="http://schemas.openxmlformats.org/drawingml/2006/main" noGrp="1"/>
          </p:cNvSpPr>
          <p:nvPr/>
        </p:nvSpPr>
        <p:spPr>
          <a:xfrm xmlns:a="http://schemas.openxmlformats.org/drawingml/2006/main">
            <a:off x="723900" y="3371850"/>
            <a:ext cx="15811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Belt out</a:t>
            </a:r>
          </a:p>
        </p:txBody>
      </p:sp>
      <p:sp>
        <p:nvSpPr>
          <p:cNvPr id="23" name="held-table-cell-2-1">
            <a:extLst xmlns:a="http://schemas.openxmlformats.org/drawingml/2006/main">
              <a:ext uri="{FF2B5EF4-FFF2-40B4-BE49-F238E27FC236}">
                <a16:creationId xmlns:a16="http://schemas.microsoft.com/office/drawing/2014/main" id="{778F21E1-DA33-4277-A219-04B2070D784A}"/>
              </a:ext>
            </a:extLst>
          </p:cNvPr>
          <p:cNvSpPr>
            <a:spLocks xmlns:a="http://schemas.openxmlformats.org/drawingml/2006/main" noGrp="1"/>
          </p:cNvSpPr>
          <p:nvPr/>
        </p:nvSpPr>
        <p:spPr>
          <a:xfrm xmlns:a="http://schemas.openxmlformats.org/drawingml/2006/main">
            <a:off x="2419350" y="3295650"/>
            <a:ext cx="2000250" cy="876300"/>
          </a:xfrm>
          <a:prstGeom xmlns:a="http://schemas.openxmlformats.org/drawingml/2006/main" prst="rect">
            <a:avLst/>
          </a:prstGeom>
          <a:solidFill xmlns:a="http://schemas.openxmlformats.org/drawingml/2006/main">
            <a:srgbClr val="0D1A2B"/>
          </a:solidFill>
          <a:ln xmlns:a="http://schemas.openxmlformats.org/drawingml/2006/main" w="9525">
            <a:solidFill>
              <a:srgbClr val="2D425B"/>
            </a:solidFill>
            <a:prstDash val="solid"/>
          </a:ln>
        </p:spPr>
      </p:sp>
      <p:sp>
        <p:nvSpPr>
          <p:cNvPr id="24" name="held-table-text-2-1">
            <a:extLst xmlns:a="http://schemas.openxmlformats.org/drawingml/2006/main">
              <a:ext uri="{FF2B5EF4-FFF2-40B4-BE49-F238E27FC236}">
                <a16:creationId xmlns:a16="http://schemas.microsoft.com/office/drawing/2014/main" id="{172202B7-F623-4FA0-8399-3249845F49E5}"/>
              </a:ext>
            </a:extLst>
          </p:cNvPr>
          <p:cNvSpPr>
            <a:spLocks xmlns:a="http://schemas.openxmlformats.org/drawingml/2006/main" noGrp="1"/>
          </p:cNvSpPr>
          <p:nvPr/>
        </p:nvSpPr>
        <p:spPr>
          <a:xfrm xmlns:a="http://schemas.openxmlformats.org/drawingml/2006/main">
            <a:off x="2533650" y="3371850"/>
            <a:ext cx="17716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beltMotor Talon</a:t>
            </a:r>
          </a:p>
        </p:txBody>
      </p:sp>
      <p:sp>
        <p:nvSpPr>
          <p:cNvPr id="25" name="held-table-cell-2-2">
            <a:extLst xmlns:a="http://schemas.openxmlformats.org/drawingml/2006/main">
              <a:ext uri="{FF2B5EF4-FFF2-40B4-BE49-F238E27FC236}">
                <a16:creationId xmlns:a16="http://schemas.microsoft.com/office/drawing/2014/main" id="{FD4B0990-DDC9-4B45-A4CC-A211A37E23E4}"/>
              </a:ext>
            </a:extLst>
          </p:cNvPr>
          <p:cNvSpPr>
            <a:spLocks xmlns:a="http://schemas.openxmlformats.org/drawingml/2006/main" noGrp="1"/>
          </p:cNvSpPr>
          <p:nvPr/>
        </p:nvSpPr>
        <p:spPr>
          <a:xfrm xmlns:a="http://schemas.openxmlformats.org/drawingml/2006/main">
            <a:off x="4419600" y="3295650"/>
            <a:ext cx="2857500" cy="876300"/>
          </a:xfrm>
          <a:prstGeom xmlns:a="http://schemas.openxmlformats.org/drawingml/2006/main" prst="rect">
            <a:avLst/>
          </a:prstGeom>
          <a:solidFill xmlns:a="http://schemas.openxmlformats.org/drawingml/2006/main">
            <a:srgbClr val="0D1A2B"/>
          </a:solidFill>
          <a:ln xmlns:a="http://schemas.openxmlformats.org/drawingml/2006/main" w="9525">
            <a:solidFill>
              <a:srgbClr val="2D425B"/>
            </a:solidFill>
            <a:prstDash val="solid"/>
          </a:ln>
        </p:spPr>
      </p:sp>
      <p:sp>
        <p:nvSpPr>
          <p:cNvPr id="26" name="held-table-text-2-2">
            <a:extLst xmlns:a="http://schemas.openxmlformats.org/drawingml/2006/main">
              <a:ext uri="{FF2B5EF4-FFF2-40B4-BE49-F238E27FC236}">
                <a16:creationId xmlns:a16="http://schemas.microsoft.com/office/drawing/2014/main" id="{B69DF735-F0B2-45C0-9E84-1A5E627161CA}"/>
              </a:ext>
            </a:extLst>
          </p:cNvPr>
          <p:cNvSpPr>
            <a:spLocks xmlns:a="http://schemas.openxmlformats.org/drawingml/2006/main" noGrp="1"/>
          </p:cNvSpPr>
          <p:nvPr/>
        </p:nvSpPr>
        <p:spPr>
          <a:xfrm xmlns:a="http://schemas.openxmlformats.org/drawingml/2006/main">
            <a:off x="4533900" y="3371850"/>
            <a:ext cx="26289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PWM 5</a:t>
            </a:r>
          </a:p>
        </p:txBody>
      </p:sp>
      <p:sp>
        <p:nvSpPr>
          <p:cNvPr id="27" name="held-table-cell-2-3">
            <a:extLst xmlns:a="http://schemas.openxmlformats.org/drawingml/2006/main">
              <a:ext uri="{FF2B5EF4-FFF2-40B4-BE49-F238E27FC236}">
                <a16:creationId xmlns:a16="http://schemas.microsoft.com/office/drawing/2014/main" id="{37B70818-25B0-4069-950B-21D3DA8D19DA}"/>
              </a:ext>
            </a:extLst>
          </p:cNvPr>
          <p:cNvSpPr>
            <a:spLocks xmlns:a="http://schemas.openxmlformats.org/drawingml/2006/main" noGrp="1"/>
          </p:cNvSpPr>
          <p:nvPr/>
        </p:nvSpPr>
        <p:spPr>
          <a:xfrm xmlns:a="http://schemas.openxmlformats.org/drawingml/2006/main">
            <a:off x="7277100" y="3295650"/>
            <a:ext cx="4305300" cy="876300"/>
          </a:xfrm>
          <a:prstGeom xmlns:a="http://schemas.openxmlformats.org/drawingml/2006/main" prst="rect">
            <a:avLst/>
          </a:prstGeom>
          <a:solidFill xmlns:a="http://schemas.openxmlformats.org/drawingml/2006/main">
            <a:srgbClr val="0D1A2B"/>
          </a:solidFill>
          <a:ln xmlns:a="http://schemas.openxmlformats.org/drawingml/2006/main" w="9525">
            <a:solidFill>
              <a:srgbClr val="2D425B"/>
            </a:solidFill>
            <a:prstDash val="solid"/>
          </a:ln>
        </p:spPr>
      </p:sp>
      <p:sp>
        <p:nvSpPr>
          <p:cNvPr id="28" name="held-table-text-2-3">
            <a:extLst xmlns:a="http://schemas.openxmlformats.org/drawingml/2006/main">
              <a:ext uri="{FF2B5EF4-FFF2-40B4-BE49-F238E27FC236}">
                <a16:creationId xmlns:a16="http://schemas.microsoft.com/office/drawing/2014/main" id="{7599E073-135B-4819-9EE5-F493CDB0241C}"/>
              </a:ext>
            </a:extLst>
          </p:cNvPr>
          <p:cNvSpPr>
            <a:spLocks xmlns:a="http://schemas.openxmlformats.org/drawingml/2006/main" noGrp="1"/>
          </p:cNvSpPr>
          <p:nvPr/>
        </p:nvSpPr>
        <p:spPr>
          <a:xfrm xmlns:a="http://schemas.openxmlformats.org/drawingml/2006/main">
            <a:off x="7391400" y="3371850"/>
            <a:ext cx="4076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-1.0 while held; then 0</a:t>
            </a:r>
          </a:p>
        </p:txBody>
      </p:sp>
      <p:sp>
        <p:nvSpPr>
          <p:cNvPr id="29" name="held-table-cell-3-0">
            <a:extLst xmlns:a="http://schemas.openxmlformats.org/drawingml/2006/main">
              <a:ext uri="{FF2B5EF4-FFF2-40B4-BE49-F238E27FC236}">
                <a16:creationId xmlns:a16="http://schemas.microsoft.com/office/drawing/2014/main" id="{C7768ABE-4DF8-4203-B296-2B0FA8CE1B88}"/>
              </a:ext>
            </a:extLst>
          </p:cNvPr>
          <p:cNvSpPr>
            <a:spLocks xmlns:a="http://schemas.openxmlformats.org/drawingml/2006/main" noGrp="1"/>
          </p:cNvSpPr>
          <p:nvPr/>
        </p:nvSpPr>
        <p:spPr>
          <a:xfrm xmlns:a="http://schemas.openxmlformats.org/drawingml/2006/main">
            <a:off x="609600" y="4171950"/>
            <a:ext cx="1809750" cy="876300"/>
          </a:xfrm>
          <a:prstGeom xmlns:a="http://schemas.openxmlformats.org/drawingml/2006/main" prst="rect">
            <a:avLst/>
          </a:prstGeom>
          <a:solidFill xmlns:a="http://schemas.openxmlformats.org/drawingml/2006/main">
            <a:srgbClr val="101E31"/>
          </a:solidFill>
          <a:ln xmlns:a="http://schemas.openxmlformats.org/drawingml/2006/main" w="9525">
            <a:solidFill>
              <a:srgbClr val="2D425B"/>
            </a:solidFill>
            <a:prstDash val="solid"/>
          </a:ln>
        </p:spPr>
      </p:sp>
      <p:sp>
        <p:nvSpPr>
          <p:cNvPr id="30" name="held-table-text-3-0">
            <a:extLst xmlns:a="http://schemas.openxmlformats.org/drawingml/2006/main">
              <a:ext uri="{FF2B5EF4-FFF2-40B4-BE49-F238E27FC236}">
                <a16:creationId xmlns:a16="http://schemas.microsoft.com/office/drawing/2014/main" id="{8C8900C2-8F30-414C-A1FB-B804ABD4D8E8}"/>
              </a:ext>
            </a:extLst>
          </p:cNvPr>
          <p:cNvSpPr>
            <a:spLocks xmlns:a="http://schemas.openxmlformats.org/drawingml/2006/main" noGrp="1"/>
          </p:cNvSpPr>
          <p:nvPr/>
        </p:nvSpPr>
        <p:spPr>
          <a:xfrm xmlns:a="http://schemas.openxmlformats.org/drawingml/2006/main">
            <a:off x="723900" y="4248150"/>
            <a:ext cx="15811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Score</a:t>
            </a:r>
          </a:p>
        </p:txBody>
      </p:sp>
      <p:sp>
        <p:nvSpPr>
          <p:cNvPr id="31" name="held-table-cell-3-1">
            <a:extLst xmlns:a="http://schemas.openxmlformats.org/drawingml/2006/main">
              <a:ext uri="{FF2B5EF4-FFF2-40B4-BE49-F238E27FC236}">
                <a16:creationId xmlns:a16="http://schemas.microsoft.com/office/drawing/2014/main" id="{AFAD78BA-A2B1-438C-AF2D-9CC476B9D444}"/>
              </a:ext>
            </a:extLst>
          </p:cNvPr>
          <p:cNvSpPr>
            <a:spLocks xmlns:a="http://schemas.openxmlformats.org/drawingml/2006/main" noGrp="1"/>
          </p:cNvSpPr>
          <p:nvPr/>
        </p:nvSpPr>
        <p:spPr>
          <a:xfrm xmlns:a="http://schemas.openxmlformats.org/drawingml/2006/main">
            <a:off x="2419350" y="4171950"/>
            <a:ext cx="2000250" cy="876300"/>
          </a:xfrm>
          <a:prstGeom xmlns:a="http://schemas.openxmlformats.org/drawingml/2006/main" prst="rect">
            <a:avLst/>
          </a:prstGeom>
          <a:solidFill xmlns:a="http://schemas.openxmlformats.org/drawingml/2006/main">
            <a:srgbClr val="101E31"/>
          </a:solidFill>
          <a:ln xmlns:a="http://schemas.openxmlformats.org/drawingml/2006/main" w="9525">
            <a:solidFill>
              <a:srgbClr val="2D425B"/>
            </a:solidFill>
            <a:prstDash val="solid"/>
          </a:ln>
        </p:spPr>
      </p:sp>
      <p:sp>
        <p:nvSpPr>
          <p:cNvPr id="32" name="held-table-text-3-1">
            <a:extLst xmlns:a="http://schemas.openxmlformats.org/drawingml/2006/main">
              <a:ext uri="{FF2B5EF4-FFF2-40B4-BE49-F238E27FC236}">
                <a16:creationId xmlns:a16="http://schemas.microsoft.com/office/drawing/2014/main" id="{3683C9FC-E1DD-4531-9D10-03597BBE26C4}"/>
              </a:ext>
            </a:extLst>
          </p:cNvPr>
          <p:cNvSpPr>
            <a:spLocks xmlns:a="http://schemas.openxmlformats.org/drawingml/2006/main" noGrp="1"/>
          </p:cNvSpPr>
          <p:nvPr/>
        </p:nvSpPr>
        <p:spPr>
          <a:xfrm xmlns:a="http://schemas.openxmlformats.org/drawingml/2006/main">
            <a:off x="2533650" y="4248150"/>
            <a:ext cx="17716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rollerMotor Talon</a:t>
            </a:r>
          </a:p>
        </p:txBody>
      </p:sp>
      <p:sp>
        <p:nvSpPr>
          <p:cNvPr id="33" name="held-table-cell-3-2">
            <a:extLst xmlns:a="http://schemas.openxmlformats.org/drawingml/2006/main">
              <a:ext uri="{FF2B5EF4-FFF2-40B4-BE49-F238E27FC236}">
                <a16:creationId xmlns:a16="http://schemas.microsoft.com/office/drawing/2014/main" id="{BDA31B48-68DE-4FCC-A181-55704FDF1216}"/>
              </a:ext>
            </a:extLst>
          </p:cNvPr>
          <p:cNvSpPr>
            <a:spLocks xmlns:a="http://schemas.openxmlformats.org/drawingml/2006/main" noGrp="1"/>
          </p:cNvSpPr>
          <p:nvPr/>
        </p:nvSpPr>
        <p:spPr>
          <a:xfrm xmlns:a="http://schemas.openxmlformats.org/drawingml/2006/main">
            <a:off x="4419600" y="4171950"/>
            <a:ext cx="2857500" cy="876300"/>
          </a:xfrm>
          <a:prstGeom xmlns:a="http://schemas.openxmlformats.org/drawingml/2006/main" prst="rect">
            <a:avLst/>
          </a:prstGeom>
          <a:solidFill xmlns:a="http://schemas.openxmlformats.org/drawingml/2006/main">
            <a:srgbClr val="101E31"/>
          </a:solidFill>
          <a:ln xmlns:a="http://schemas.openxmlformats.org/drawingml/2006/main" w="9525">
            <a:solidFill>
              <a:srgbClr val="2D425B"/>
            </a:solidFill>
            <a:prstDash val="solid"/>
          </a:ln>
        </p:spPr>
      </p:sp>
      <p:sp>
        <p:nvSpPr>
          <p:cNvPr id="34" name="held-table-text-3-2">
            <a:extLst xmlns:a="http://schemas.openxmlformats.org/drawingml/2006/main">
              <a:ext uri="{FF2B5EF4-FFF2-40B4-BE49-F238E27FC236}">
                <a16:creationId xmlns:a16="http://schemas.microsoft.com/office/drawing/2014/main" id="{408E3A11-CBAC-4D6E-B665-091AFC33A5E1}"/>
              </a:ext>
            </a:extLst>
          </p:cNvPr>
          <p:cNvSpPr>
            <a:spLocks xmlns:a="http://schemas.openxmlformats.org/drawingml/2006/main" noGrp="1"/>
          </p:cNvSpPr>
          <p:nvPr/>
        </p:nvSpPr>
        <p:spPr>
          <a:xfrm xmlns:a="http://schemas.openxmlformats.org/drawingml/2006/main">
            <a:off x="4533900" y="4248150"/>
            <a:ext cx="26289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PWM 4</a:t>
            </a:r>
          </a:p>
        </p:txBody>
      </p:sp>
      <p:sp>
        <p:nvSpPr>
          <p:cNvPr id="35" name="held-table-cell-3-3">
            <a:extLst xmlns:a="http://schemas.openxmlformats.org/drawingml/2006/main">
              <a:ext uri="{FF2B5EF4-FFF2-40B4-BE49-F238E27FC236}">
                <a16:creationId xmlns:a16="http://schemas.microsoft.com/office/drawing/2014/main" id="{5D18C96D-184C-4A20-94D6-AD77210777C4}"/>
              </a:ext>
            </a:extLst>
          </p:cNvPr>
          <p:cNvSpPr>
            <a:spLocks xmlns:a="http://schemas.openxmlformats.org/drawingml/2006/main" noGrp="1"/>
          </p:cNvSpPr>
          <p:nvPr/>
        </p:nvSpPr>
        <p:spPr>
          <a:xfrm xmlns:a="http://schemas.openxmlformats.org/drawingml/2006/main">
            <a:off x="7277100" y="4171950"/>
            <a:ext cx="4305300" cy="876300"/>
          </a:xfrm>
          <a:prstGeom xmlns:a="http://schemas.openxmlformats.org/drawingml/2006/main" prst="rect">
            <a:avLst/>
          </a:prstGeom>
          <a:solidFill xmlns:a="http://schemas.openxmlformats.org/drawingml/2006/main">
            <a:srgbClr val="101E31"/>
          </a:solidFill>
          <a:ln xmlns:a="http://schemas.openxmlformats.org/drawingml/2006/main" w="9525">
            <a:solidFill>
              <a:srgbClr val="2D425B"/>
            </a:solidFill>
            <a:prstDash val="solid"/>
          </a:ln>
        </p:spPr>
      </p:sp>
      <p:sp>
        <p:nvSpPr>
          <p:cNvPr id="36" name="held-table-text-3-3">
            <a:extLst xmlns:a="http://schemas.openxmlformats.org/drawingml/2006/main">
              <a:ext uri="{FF2B5EF4-FFF2-40B4-BE49-F238E27FC236}">
                <a16:creationId xmlns:a16="http://schemas.microsoft.com/office/drawing/2014/main" id="{6E47D6AF-3A1D-4AEC-8257-5E724D79DC97}"/>
              </a:ext>
            </a:extLst>
          </p:cNvPr>
          <p:cNvSpPr>
            <a:spLocks xmlns:a="http://schemas.openxmlformats.org/drawingml/2006/main" noGrp="1"/>
          </p:cNvSpPr>
          <p:nvPr/>
        </p:nvSpPr>
        <p:spPr>
          <a:xfrm xmlns:a="http://schemas.openxmlformats.org/drawingml/2006/main">
            <a:off x="7391400" y="4248150"/>
            <a:ext cx="4076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+1.0 while held; then 0</a:t>
            </a:r>
          </a:p>
        </p:txBody>
      </p:sp>
      <p:sp>
        <p:nvSpPr>
          <p:cNvPr id="37" name="held-pattern-panel">
            <a:extLst xmlns:a="http://schemas.openxmlformats.org/drawingml/2006/main">
              <a:ext uri="{FF2B5EF4-FFF2-40B4-BE49-F238E27FC236}">
                <a16:creationId xmlns:a16="http://schemas.microsoft.com/office/drawing/2014/main" id="{ABF20861-0D03-40C1-9DB3-9D8026D70B49}"/>
              </a:ext>
            </a:extLst>
          </p:cNvPr>
          <p:cNvSpPr>
            <a:spLocks xmlns:a="http://schemas.openxmlformats.org/drawingml/2006/main" noGrp="1"/>
          </p:cNvSpPr>
          <p:nvPr/>
        </p:nvSpPr>
        <p:spPr>
          <a:xfrm xmlns:a="http://schemas.openxmlformats.org/drawingml/2006/main">
            <a:off x="2343150" y="4991100"/>
            <a:ext cx="7505700" cy="1200150"/>
          </a:xfrm>
          <a:prstGeom xmlns:a="http://schemas.openxmlformats.org/drawingml/2006/main" prst="roundRect">
            <a:avLst>
              <a:gd name="adj" fmla="val 9524"/>
            </a:avLst>
          </a:prstGeom>
          <a:solidFill xmlns:a="http://schemas.openxmlformats.org/drawingml/2006/main">
            <a:srgbClr val="0C1727"/>
          </a:solidFill>
          <a:ln xmlns:a="http://schemas.openxmlformats.org/drawingml/2006/main" w="9525">
            <a:solidFill>
              <a:srgbClr val="2D425B"/>
            </a:solidFill>
            <a:prstDash val="solid"/>
          </a:ln>
        </p:spPr>
      </p:sp>
      <p:sp>
        <p:nvSpPr>
          <p:cNvPr id="38" name="held-pattern-accent">
            <a:extLst xmlns:a="http://schemas.openxmlformats.org/drawingml/2006/main">
              <a:ext uri="{FF2B5EF4-FFF2-40B4-BE49-F238E27FC236}">
                <a16:creationId xmlns:a16="http://schemas.microsoft.com/office/drawing/2014/main" id="{8CF8DAA8-3B64-4B09-8FD2-4DC9E84D7707}"/>
              </a:ext>
            </a:extLst>
          </p:cNvPr>
          <p:cNvSpPr>
            <a:spLocks xmlns:a="http://schemas.openxmlformats.org/drawingml/2006/main" noGrp="1"/>
          </p:cNvSpPr>
          <p:nvPr/>
        </p:nvSpPr>
        <p:spPr>
          <a:xfrm xmlns:a="http://schemas.openxmlformats.org/drawingml/2006/main">
            <a:off x="2343150" y="4991100"/>
            <a:ext cx="57150" cy="1200150"/>
          </a:xfrm>
          <a:prstGeom xmlns:a="http://schemas.openxmlformats.org/drawingml/2006/main" prst="roundRect">
            <a:avLst>
              <a:gd name="adj" fmla="val 50000"/>
            </a:avLst>
          </a:prstGeom>
          <a:solidFill xmlns:a="http://schemas.openxmlformats.org/drawingml/2006/main">
            <a:srgbClr val="42C6FF"/>
          </a:solidFill>
          <a:ln xmlns:a="http://schemas.openxmlformats.org/drawingml/2006/main" w="0">
            <a:noFill/>
            <a:prstDash val="solid"/>
          </a:ln>
        </p:spPr>
      </p:sp>
      <p:sp>
        <p:nvSpPr>
          <p:cNvPr id="39" name="held-pattern-title">
            <a:extLst xmlns:a="http://schemas.openxmlformats.org/drawingml/2006/main">
              <a:ext uri="{FF2B5EF4-FFF2-40B4-BE49-F238E27FC236}">
                <a16:creationId xmlns:a16="http://schemas.microsoft.com/office/drawing/2014/main" id="{995348AA-9DD5-4CC7-AAB0-E60C74F51B0F}"/>
              </a:ext>
            </a:extLst>
          </p:cNvPr>
          <p:cNvSpPr>
            <a:spLocks xmlns:a="http://schemas.openxmlformats.org/drawingml/2006/main" noGrp="1"/>
          </p:cNvSpPr>
          <p:nvPr/>
        </p:nvSpPr>
        <p:spPr>
          <a:xfrm xmlns:a="http://schemas.openxmlformats.org/drawingml/2006/main">
            <a:off x="2571750" y="5124450"/>
            <a:ext cx="7105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a:solidFill>
                  <a:srgbClr val="42C6FF"/>
                </a:solidFill>
                <a:latin typeface="Consolas"/>
                <a:ea typeface="Consolas"/>
                <a:cs typeface="Consolas"/>
              </a:defRPr>
            </a:pPr>
            <a:r>
              <a:rPr sz="1125" b="1">
                <a:solidFill>
                  <a:srgbClr val="42C6FF"/>
                </a:solidFill>
                <a:latin typeface="Consolas"/>
                <a:ea typeface="Consolas"/>
                <a:cs typeface="Consolas"/>
              </a:rPr>
              <a:t>SHARED HARDWARE PATTERN</a:t>
            </a:r>
          </a:p>
        </p:txBody>
      </p:sp>
      <p:sp>
        <p:nvSpPr>
          <p:cNvPr id="40" name="held-pattern-text">
            <a:extLst xmlns:a="http://schemas.openxmlformats.org/drawingml/2006/main">
              <a:ext uri="{FF2B5EF4-FFF2-40B4-BE49-F238E27FC236}">
                <a16:creationId xmlns:a16="http://schemas.microsoft.com/office/drawing/2014/main" id="{D8CC0642-8DD0-42F5-BF5D-54480F46536B}"/>
              </a:ext>
            </a:extLst>
          </p:cNvPr>
          <p:cNvSpPr>
            <a:spLocks xmlns:a="http://schemas.openxmlformats.org/drawingml/2006/main" noGrp="1"/>
          </p:cNvSpPr>
          <p:nvPr/>
        </p:nvSpPr>
        <p:spPr>
          <a:xfrm xmlns:a="http://schemas.openxmlformats.org/drawingml/2006/main">
            <a:off x="2571750" y="5448300"/>
            <a:ext cx="7105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2000"/>
              </a:lnSpc>
              <a:buNone/>
              <a:defRPr sz="1275" b="0">
                <a:solidFill>
                  <a:srgbClr val="F4F7FB"/>
                </a:solidFill>
                <a:latin typeface="Consolas"/>
                <a:ea typeface="Consolas"/>
                <a:cs typeface="Consolas"/>
              </a:defRPr>
            </a:pPr>
            <a:r>
              <a:rPr sz="1275" b="0">
                <a:solidFill>
                  <a:srgbClr val="F4F7FB"/>
                </a:solidFill>
                <a:latin typeface="Consolas"/>
                <a:ea typeface="Consolas"/>
                <a:cs typeface="Consolas"/>
              </a:rPr>
              <a:t>run(speed)  -&gt; Talon.set(speed)</a:t>
            </a:r>
          </a:p>
          <a:p xmlns:a="http://schemas.openxmlformats.org/drawingml/2006/main">
            <a:pPr algn="l">
              <a:lnSpc>
                <a:spcPct val="102000"/>
              </a:lnSpc>
              <a:buNone/>
              <a:defRPr sz="1275" b="0">
                <a:solidFill>
                  <a:srgbClr val="F4F7FB"/>
                </a:solidFill>
                <a:latin typeface="Consolas"/>
                <a:ea typeface="Consolas"/>
                <a:cs typeface="Consolas"/>
              </a:defRPr>
            </a:pPr>
            <a:r>
              <a:rPr sz="1275" b="0">
                <a:solidFill>
                  <a:srgbClr val="F4F7FB"/>
                </a:solidFill>
                <a:latin typeface="Consolas"/>
                <a:ea typeface="Consolas"/>
                <a:cs typeface="Consolas"/>
              </a:rPr>
              <a:t>stop()      -&gt; Talon.set(0)</a:t>
            </a:r>
          </a:p>
        </p:txBody>
      </p:sp>
      <p:sp>
        <p:nvSpPr>
          <p:cNvPr id="41" name="footer-left">
            <a:extLst xmlns:a="http://schemas.openxmlformats.org/drawingml/2006/main">
              <a:ext uri="{FF2B5EF4-FFF2-40B4-BE49-F238E27FC236}">
                <a16:creationId xmlns:a16="http://schemas.microsoft.com/office/drawing/2014/main" id="{94115B8A-D5A0-4429-AF4E-A754C50F448F}"/>
              </a:ext>
            </a:extLst>
          </p:cNvPr>
          <p:cNvSpPr>
            <a:spLocks xmlns:a="http://schemas.openxmlformats.org/drawingml/2006/main" noGrp="1"/>
          </p:cNvSpPr>
          <p:nvPr/>
        </p:nvSpPr>
        <p:spPr>
          <a:xfrm xmlns:a="http://schemas.openxmlformats.org/drawingml/2006/main">
            <a:off x="609600" y="64960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825" b="0">
                <a:solidFill>
                  <a:srgbClr val="5E7188"/>
                </a:solidFill>
                <a:latin typeface="Aptos"/>
                <a:ea typeface="Aptos"/>
                <a:cs typeface="Aptos"/>
              </a:defRPr>
            </a:pPr>
            <a:r>
              <a:rPr sz="825" b="0">
                <a:solidFill>
                  <a:srgbClr val="5E7188"/>
                </a:solidFill>
                <a:latin typeface="Aptos"/>
                <a:ea typeface="Aptos"/>
                <a:cs typeface="Aptos"/>
              </a:rPr>
              <a:t>2020 FRC robot | command-based implementation</a:t>
            </a:r>
          </a:p>
        </p:txBody>
      </p:sp>
      <p:sp>
        <p:nvSpPr>
          <p:cNvPr id="42" name="footer-number">
            <a:extLst xmlns:a="http://schemas.openxmlformats.org/drawingml/2006/main">
              <a:ext uri="{FF2B5EF4-FFF2-40B4-BE49-F238E27FC236}">
                <a16:creationId xmlns:a16="http://schemas.microsoft.com/office/drawing/2014/main" id="{305A034F-0958-41D6-9E0B-291304A107BE}"/>
              </a:ext>
            </a:extLst>
          </p:cNvPr>
          <p:cNvSpPr>
            <a:spLocks xmlns:a="http://schemas.openxmlformats.org/drawingml/2006/main" noGrp="1"/>
          </p:cNvSpPr>
          <p:nvPr/>
        </p:nvSpPr>
        <p:spPr>
          <a:xfrm xmlns:a="http://schemas.openxmlformats.org/drawingml/2006/main">
            <a:off x="11049000" y="647700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00" b="1">
                <a:solidFill>
                  <a:srgbClr val="5E7188"/>
                </a:solidFill>
                <a:latin typeface="Aptos"/>
                <a:ea typeface="Aptos"/>
                <a:cs typeface="Aptos"/>
              </a:defRPr>
            </a:pPr>
            <a:r>
              <a:rPr sz="900" b="1">
                <a:solidFill>
                  <a:srgbClr val="5E7188"/>
                </a:solidFill>
                <a:latin typeface="Aptos"/>
                <a:ea typeface="Aptos"/>
                <a:cs typeface="Aptos"/>
              </a:rPr>
              <a:t>07</a:t>
            </a:r>
          </a:p>
        </p:txBody>
      </p:sp>
    </p:spTree>
    <p:extLst>
      <p:ext uri="{BB962C8B-B14F-4D97-AF65-F5344CB8AC3E}">
        <p14:creationId xmlns:p14="http://schemas.microsoft.com/office/powerpoint/2010/main" val="1599146829"/>
      </p:ext>
    </p:extLst>
  </p:cSld>
</p:sld>
</file>

<file path=ppt/slides/slide8.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20" name="section-label">
            <a:extLst xmlns:a="http://schemas.openxmlformats.org/drawingml/2006/main">
              <a:ext uri="{FF2B5EF4-FFF2-40B4-BE49-F238E27FC236}">
                <a16:creationId xmlns:a16="http://schemas.microsoft.com/office/drawing/2014/main" id="{23804CE4-0C2E-4711-BEED-6B96ACCC7F5A}"/>
              </a:ext>
            </a:extLst>
          </p:cNvPr>
          <p:cNvSpPr>
            <a:spLocks xmlns:a="http://schemas.openxmlformats.org/drawingml/2006/main" noGrp="1"/>
          </p:cNvSpPr>
          <p:nvPr/>
        </p:nvSpPr>
        <p:spPr>
          <a:xfrm xmlns:a="http://schemas.openxmlformats.org/drawingml/2006/main">
            <a:off x="609600" y="3048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 b="1">
                <a:solidFill>
                  <a:srgbClr val="42C6FF"/>
                </a:solidFill>
                <a:latin typeface="Aptos"/>
                <a:ea typeface="Aptos"/>
                <a:cs typeface="Aptos"/>
              </a:defRPr>
            </a:pPr>
            <a:r>
              <a:rPr sz="1050" b="1">
                <a:solidFill>
                  <a:srgbClr val="42C6FF"/>
                </a:solidFill>
                <a:latin typeface="Aptos"/>
                <a:ea typeface="Aptos"/>
                <a:cs typeface="Aptos"/>
              </a:rPr>
              <a:t>3 · HARDWARE OPERATION</a:t>
            </a:r>
          </a:p>
        </p:txBody>
      </p:sp>
      <p:sp>
        <p:nvSpPr>
          <p:cNvPr id="2" name="slide-title">
            <a:extLst xmlns:a="http://schemas.openxmlformats.org/drawingml/2006/main">
              <a:ext uri="{FF2B5EF4-FFF2-40B4-BE49-F238E27FC236}">
                <a16:creationId xmlns:a16="http://schemas.microsoft.com/office/drawing/2014/main" id="{6DD6D136-C7F6-4B8A-9010-E3F1D892B1BB}"/>
              </a:ext>
            </a:extLst>
          </p:cNvPr>
          <p:cNvSpPr>
            <a:spLocks xmlns:a="http://schemas.openxmlformats.org/drawingml/2006/main" noGrp="1"/>
          </p:cNvSpPr>
          <p:nvPr/>
        </p:nvSpPr>
        <p:spPr>
          <a:xfrm xmlns:a="http://schemas.openxmlformats.org/drawingml/2006/main">
            <a:off x="609600" y="533400"/>
            <a:ext cx="1076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2000"/>
              </a:lnSpc>
              <a:buNone/>
              <a:defRPr sz="2625" b="1">
                <a:solidFill>
                  <a:srgbClr val="F4F7FB"/>
                </a:solidFill>
                <a:latin typeface="Aptos"/>
                <a:ea typeface="Aptos"/>
                <a:cs typeface="Aptos"/>
              </a:defRPr>
            </a:pPr>
            <a:r>
              <a:rPr sz="2625" b="1">
                <a:solidFill>
                  <a:srgbClr val="F4F7FB"/>
                </a:solidFill>
                <a:latin typeface="Aptos"/>
                <a:ea typeface="Aptos"/>
                <a:cs typeface="Aptos"/>
              </a:rPr>
              <a:t>The PCM switches both climber solenoids</a:t>
            </a:r>
          </a:p>
        </p:txBody>
      </p:sp>
      <p:sp>
        <p:nvSpPr>
          <p:cNvPr id="3" name="slide-subtitle">
            <a:extLst xmlns:a="http://schemas.openxmlformats.org/drawingml/2006/main">
              <a:ext uri="{FF2B5EF4-FFF2-40B4-BE49-F238E27FC236}">
                <a16:creationId xmlns:a16="http://schemas.microsoft.com/office/drawing/2014/main" id="{1B042098-7923-4B53-A5B5-9E41601D887F}"/>
              </a:ext>
            </a:extLst>
          </p:cNvPr>
          <p:cNvSpPr>
            <a:spLocks xmlns:a="http://schemas.openxmlformats.org/drawingml/2006/main" noGrp="1"/>
          </p:cNvSpPr>
          <p:nvPr/>
        </p:nvSpPr>
        <p:spPr>
          <a:xfrm xmlns:a="http://schemas.openxmlformats.org/drawingml/2006/main">
            <a:off x="609600" y="13335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The roboRIO sends a command over CAN; PCM 0 energizes channel pairs 0/1 and 2/3.</a:t>
            </a:r>
          </a:p>
        </p:txBody>
      </p:sp>
      <p:sp>
        <p:nvSpPr>
          <p:cNvPr id="4" name="title-rule">
            <a:extLst xmlns:a="http://schemas.openxmlformats.org/drawingml/2006/main">
              <a:ext uri="{FF2B5EF4-FFF2-40B4-BE49-F238E27FC236}">
                <a16:creationId xmlns:a16="http://schemas.microsoft.com/office/drawing/2014/main" id="{32A6F104-FE71-4F12-8113-4C36AF604A3C}"/>
              </a:ext>
            </a:extLst>
          </p:cNvPr>
          <p:cNvSpPr>
            <a:spLocks xmlns:a="http://schemas.openxmlformats.org/drawingml/2006/main" noGrp="1"/>
          </p:cNvSpPr>
          <p:nvPr/>
        </p:nvSpPr>
        <p:spPr>
          <a:xfrm xmlns:a="http://schemas.openxmlformats.org/drawingml/2006/main">
            <a:off x="609600" y="1657350"/>
            <a:ext cx="10972800" cy="19050"/>
          </a:xfrm>
          <a:prstGeom xmlns:a="http://schemas.openxmlformats.org/drawingml/2006/main" prst="rect">
            <a:avLst/>
          </a:prstGeom>
          <a:solidFill xmlns:a="http://schemas.openxmlformats.org/drawingml/2006/main">
            <a:srgbClr val="2D425B"/>
          </a:solidFill>
          <a:ln xmlns:a="http://schemas.openxmlformats.org/drawingml/2006/main" w="0">
            <a:noFill/>
            <a:prstDash val="solid"/>
          </a:ln>
        </p:spPr>
      </p:sp>
      <p:sp>
        <p:nvSpPr>
          <p:cNvPr id="5" name="climber-command-panel">
            <a:extLst xmlns:a="http://schemas.openxmlformats.org/drawingml/2006/main">
              <a:ext uri="{FF2B5EF4-FFF2-40B4-BE49-F238E27FC236}">
                <a16:creationId xmlns:a16="http://schemas.microsoft.com/office/drawing/2014/main" id="{2E405B21-EE5F-4C28-82CE-1B50DA86C1AA}"/>
              </a:ext>
            </a:extLst>
          </p:cNvPr>
          <p:cNvSpPr>
            <a:spLocks xmlns:a="http://schemas.openxmlformats.org/drawingml/2006/main" noGrp="1"/>
          </p:cNvSpPr>
          <p:nvPr/>
        </p:nvSpPr>
        <p:spPr>
          <a:xfrm xmlns:a="http://schemas.openxmlformats.org/drawingml/2006/main">
            <a:off x="609600" y="1924050"/>
            <a:ext cx="4953000" cy="3028950"/>
          </a:xfrm>
          <a:prstGeom xmlns:a="http://schemas.openxmlformats.org/drawingml/2006/main" prst="roundRect">
            <a:avLst>
              <a:gd name="adj" fmla="val 3774"/>
            </a:avLst>
          </a:prstGeom>
          <a:solidFill xmlns:a="http://schemas.openxmlformats.org/drawingml/2006/main">
            <a:srgbClr val="0C1727"/>
          </a:solidFill>
          <a:ln xmlns:a="http://schemas.openxmlformats.org/drawingml/2006/main" w="9525">
            <a:solidFill>
              <a:srgbClr val="2D425B"/>
            </a:solidFill>
            <a:prstDash val="solid"/>
          </a:ln>
        </p:spPr>
      </p:sp>
      <p:sp>
        <p:nvSpPr>
          <p:cNvPr id="6" name="climber-command-accent">
            <a:extLst xmlns:a="http://schemas.openxmlformats.org/drawingml/2006/main">
              <a:ext uri="{FF2B5EF4-FFF2-40B4-BE49-F238E27FC236}">
                <a16:creationId xmlns:a16="http://schemas.microsoft.com/office/drawing/2014/main" id="{DE33761D-0E14-49AE-900B-E1C061DA45F0}"/>
              </a:ext>
            </a:extLst>
          </p:cNvPr>
          <p:cNvSpPr>
            <a:spLocks xmlns:a="http://schemas.openxmlformats.org/drawingml/2006/main" noGrp="1"/>
          </p:cNvSpPr>
          <p:nvPr/>
        </p:nvSpPr>
        <p:spPr>
          <a:xfrm xmlns:a="http://schemas.openxmlformats.org/drawingml/2006/main">
            <a:off x="609600" y="1924050"/>
            <a:ext cx="57150" cy="3028950"/>
          </a:xfrm>
          <a:prstGeom xmlns:a="http://schemas.openxmlformats.org/drawingml/2006/main" prst="roundRect">
            <a:avLst>
              <a:gd name="adj" fmla="val 50000"/>
            </a:avLst>
          </a:prstGeom>
          <a:solidFill xmlns:a="http://schemas.openxmlformats.org/drawingml/2006/main">
            <a:srgbClr val="FFB64D"/>
          </a:solidFill>
          <a:ln xmlns:a="http://schemas.openxmlformats.org/drawingml/2006/main" w="0">
            <a:noFill/>
            <a:prstDash val="solid"/>
          </a:ln>
        </p:spPr>
      </p:sp>
      <p:sp>
        <p:nvSpPr>
          <p:cNvPr id="7" name="climber-command-title">
            <a:extLst xmlns:a="http://schemas.openxmlformats.org/drawingml/2006/main">
              <a:ext uri="{FF2B5EF4-FFF2-40B4-BE49-F238E27FC236}">
                <a16:creationId xmlns:a16="http://schemas.microsoft.com/office/drawing/2014/main" id="{FB9F4AC4-B3CB-45D4-AEDC-F074089B80A3}"/>
              </a:ext>
            </a:extLst>
          </p:cNvPr>
          <p:cNvSpPr>
            <a:spLocks xmlns:a="http://schemas.openxmlformats.org/drawingml/2006/main" noGrp="1"/>
          </p:cNvSpPr>
          <p:nvPr/>
        </p:nvSpPr>
        <p:spPr>
          <a:xfrm xmlns:a="http://schemas.openxmlformats.org/drawingml/2006/main">
            <a:off x="838200" y="2057400"/>
            <a:ext cx="4552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a:solidFill>
                  <a:srgbClr val="FFB64D"/>
                </a:solidFill>
                <a:latin typeface="Consolas"/>
                <a:ea typeface="Consolas"/>
                <a:cs typeface="Consolas"/>
              </a:defRPr>
            </a:pPr>
            <a:r>
              <a:rPr sz="1125" b="1">
                <a:solidFill>
                  <a:srgbClr val="FFB64D"/>
                </a:solidFill>
                <a:latin typeface="Consolas"/>
                <a:ea typeface="Consolas"/>
                <a:cs typeface="Consolas"/>
              </a:rPr>
              <a:t>ClimberSubsystem hardware map</a:t>
            </a:r>
          </a:p>
        </p:txBody>
      </p:sp>
      <p:sp>
        <p:nvSpPr>
          <p:cNvPr id="8" name="climber-command-text">
            <a:extLst xmlns:a="http://schemas.openxmlformats.org/drawingml/2006/main">
              <a:ext uri="{FF2B5EF4-FFF2-40B4-BE49-F238E27FC236}">
                <a16:creationId xmlns:a16="http://schemas.microsoft.com/office/drawing/2014/main" id="{B3AEF23D-1673-4D9A-B5BF-1DAB408DF853}"/>
              </a:ext>
            </a:extLst>
          </p:cNvPr>
          <p:cNvSpPr>
            <a:spLocks xmlns:a="http://schemas.openxmlformats.org/drawingml/2006/main" noGrp="1"/>
          </p:cNvSpPr>
          <p:nvPr/>
        </p:nvSpPr>
        <p:spPr>
          <a:xfrm xmlns:a="http://schemas.openxmlformats.org/drawingml/2006/main">
            <a:off x="838200" y="2381250"/>
            <a:ext cx="4552950" cy="2438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2000"/>
              </a:lnSpc>
              <a:buNone/>
              <a:defRPr sz="1500" b="0">
                <a:solidFill>
                  <a:srgbClr val="F4F7FB"/>
                </a:solidFill>
                <a:latin typeface="Consolas"/>
                <a:ea typeface="Consolas"/>
                <a:cs typeface="Consolas"/>
              </a:defRPr>
            </a:pPr>
            <a:r>
              <a:rPr sz="1500" b="0">
                <a:solidFill>
                  <a:srgbClr val="F4F7FB"/>
                </a:solidFill>
                <a:latin typeface="Consolas"/>
                <a:ea typeface="Consolas"/>
                <a:cs typeface="Consolas"/>
              </a:rPr>
              <a:t>CAN module 0  -&gt;  CTRE PCM</a:t>
            </a:r>
          </a:p>
          <a:p xmlns:a="http://schemas.openxmlformats.org/drawingml/2006/main">
            <a:pPr algn="l">
              <a:lnSpc>
                <a:spcPct val="102000"/>
              </a:lnSpc>
              <a:buNone/>
              <a:defRPr sz="1500" b="0">
                <a:solidFill>
                  <a:srgbClr val="F4F7FB"/>
                </a:solidFill>
                <a:latin typeface="Consolas"/>
                <a:ea typeface="Consolas"/>
                <a:cs typeface="Consolas"/>
              </a:defRPr>
            </a:pPr>
            <a:r>
              <a:rPr sz="1500" b="0">
                <a:solidFill>
                  <a:srgbClr val="F4F7FB"/>
                </a:solidFill>
                <a:latin typeface="Consolas"/>
                <a:ea typeface="Consolas"/>
                <a:cs typeface="Consolas"/>
              </a:rPr>
              <a:t/>
            </a:r>
          </a:p>
          <a:p xmlns:a="http://schemas.openxmlformats.org/drawingml/2006/main">
            <a:pPr algn="l">
              <a:lnSpc>
                <a:spcPct val="102000"/>
              </a:lnSpc>
              <a:buNone/>
              <a:defRPr sz="1500" b="0">
                <a:solidFill>
                  <a:srgbClr val="F4F7FB"/>
                </a:solidFill>
                <a:latin typeface="Consolas"/>
                <a:ea typeface="Consolas"/>
                <a:cs typeface="Consolas"/>
              </a:defRPr>
            </a:pPr>
            <a:r>
              <a:rPr sz="1500" b="0">
                <a:solidFill>
                  <a:srgbClr val="F4F7FB"/>
                </a:solidFill>
                <a:latin typeface="Consolas"/>
                <a:ea typeface="Consolas"/>
                <a:cs typeface="Consolas"/>
              </a:rPr>
              <a:t>PCM 0/1  -&gt;  left DoubleSolenoid</a:t>
            </a:r>
          </a:p>
          <a:p xmlns:a="http://schemas.openxmlformats.org/drawingml/2006/main">
            <a:pPr algn="l">
              <a:lnSpc>
                <a:spcPct val="102000"/>
              </a:lnSpc>
              <a:buNone/>
              <a:defRPr sz="1500" b="0">
                <a:solidFill>
                  <a:srgbClr val="F4F7FB"/>
                </a:solidFill>
                <a:latin typeface="Consolas"/>
                <a:ea typeface="Consolas"/>
                <a:cs typeface="Consolas"/>
              </a:defRPr>
            </a:pPr>
            <a:r>
              <a:rPr sz="1500" b="0">
                <a:solidFill>
                  <a:srgbClr val="F4F7FB"/>
                </a:solidFill>
                <a:latin typeface="Consolas"/>
                <a:ea typeface="Consolas"/>
                <a:cs typeface="Consolas"/>
              </a:rPr>
              <a:t>PCM 2/3  -&gt;  right DoubleSolenoid</a:t>
            </a:r>
          </a:p>
          <a:p xmlns:a="http://schemas.openxmlformats.org/drawingml/2006/main">
            <a:r>
              <a:t/>
            </a:r>
          </a:p>
          <a:p xmlns:a="http://schemas.openxmlformats.org/drawingml/2006/main">
            <a:pPr algn="l">
              <a:lnSpc>
                <a:spcPct val="102000"/>
              </a:lnSpc>
              <a:buNone/>
              <a:defRPr sz="1500" b="0">
                <a:solidFill>
                  <a:srgbClr val="F4F7FB"/>
                </a:solidFill>
                <a:latin typeface="Consolas"/>
                <a:ea typeface="Consolas"/>
                <a:cs typeface="Consolas"/>
              </a:defRPr>
            </a:pPr>
            <a:r>
              <a:rPr sz="1500" b="0">
                <a:solidFill>
                  <a:srgbClr val="F4F7FB"/>
                </a:solidFill>
                <a:latin typeface="Consolas"/>
                <a:ea typeface="Consolas"/>
                <a:cs typeface="Consolas"/>
              </a:rPr>
              <a:t>LEFT_OUT + RIGHT_OUT  -&gt;  extend</a:t>
            </a:r>
          </a:p>
          <a:p xmlns:a="http://schemas.openxmlformats.org/drawingml/2006/main">
            <a:pPr algn="l">
              <a:lnSpc>
                <a:spcPct val="102000"/>
              </a:lnSpc>
              <a:buNone/>
              <a:defRPr sz="1500" b="0">
                <a:solidFill>
                  <a:srgbClr val="F4F7FB"/>
                </a:solidFill>
                <a:latin typeface="Consolas"/>
                <a:ea typeface="Consolas"/>
                <a:cs typeface="Consolas"/>
              </a:defRPr>
            </a:pPr>
            <a:r>
              <a:rPr sz="1500" b="0">
                <a:solidFill>
                  <a:srgbClr val="F4F7FB"/>
                </a:solidFill>
                <a:latin typeface="Consolas"/>
                <a:ea typeface="Consolas"/>
                <a:cs typeface="Consolas"/>
              </a:rPr>
              <a:t>LEFT_IN  + RIGHT_IN   -&gt;  retract</a:t>
            </a:r>
          </a:p>
        </p:txBody>
      </p:sp>
      <p:sp>
        <p:nvSpPr>
          <p:cNvPr id="9" name="">
            <a:extLst xmlns:a="http://schemas.openxmlformats.org/drawingml/2006/main">
              <a:ext uri="{FF2B5EF4-FFF2-40B4-BE49-F238E27FC236}">
                <a16:creationId xmlns:a16="http://schemas.microsoft.com/office/drawing/2014/main" id="{ECCE702E-50AA-4E66-97C5-940F3ADD9899}"/>
              </a:ext>
            </a:extLst>
          </p:cNvPr>
          <p:cNvSpPr>
            <a:spLocks xmlns:a="http://schemas.openxmlformats.org/drawingml/2006/main" noGrp="1"/>
          </p:cNvSpPr>
          <p:nvPr/>
        </p:nvSpPr>
        <p:spPr>
          <a:xfrm xmlns:a="http://schemas.openxmlformats.org/drawingml/2006/main">
            <a:off x="6229350" y="20764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025" b="1">
                <a:solidFill>
                  <a:srgbClr val="F4F7FB"/>
                </a:solidFill>
                <a:latin typeface="Aptos"/>
                <a:ea typeface="Aptos"/>
                <a:cs typeface="Aptos"/>
              </a:defRPr>
            </a:pPr>
            <a:r>
              <a:rPr sz="2025" b="1">
                <a:solidFill>
                  <a:srgbClr val="F4F7FB"/>
                </a:solidFill>
                <a:latin typeface="Aptos"/>
                <a:ea typeface="Aptos"/>
                <a:cs typeface="Aptos"/>
              </a:rPr>
              <a:t>State transition</a:t>
            </a:r>
          </a:p>
        </p:txBody>
      </p:sp>
      <p:sp>
        <p:nvSpPr>
          <p:cNvPr id="10" name="retracted">
            <a:extLst xmlns:a="http://schemas.openxmlformats.org/drawingml/2006/main">
              <a:ext uri="{FF2B5EF4-FFF2-40B4-BE49-F238E27FC236}">
                <a16:creationId xmlns:a16="http://schemas.microsoft.com/office/drawing/2014/main" id="{06725329-7245-4CEF-9779-5B966EE8586F}"/>
              </a:ext>
            </a:extLst>
          </p:cNvPr>
          <p:cNvSpPr>
            <a:spLocks xmlns:a="http://schemas.openxmlformats.org/drawingml/2006/main" noGrp="1"/>
          </p:cNvSpPr>
          <p:nvPr/>
        </p:nvSpPr>
        <p:spPr>
          <a:xfrm xmlns:a="http://schemas.openxmlformats.org/drawingml/2006/main">
            <a:off x="6381750" y="2857500"/>
            <a:ext cx="2000250" cy="914400"/>
          </a:xfrm>
          <a:prstGeom xmlns:a="http://schemas.openxmlformats.org/drawingml/2006/main" prst="roundRect">
            <a:avLst>
              <a:gd name="adj" fmla="val 14583"/>
            </a:avLst>
          </a:prstGeom>
          <a:solidFill xmlns:a="http://schemas.openxmlformats.org/drawingml/2006/main">
            <a:srgbClr val="101E31"/>
          </a:solidFill>
          <a:ln xmlns:a="http://schemas.openxmlformats.org/drawingml/2006/main" w="9525">
            <a:solidFill>
              <a:srgbClr val="42C6FF"/>
            </a:solidFill>
            <a:prstDash val="solid"/>
          </a:ln>
        </p:spPr>
      </p:sp>
      <p:sp>
        <p:nvSpPr>
          <p:cNvPr id="11" name="">
            <a:extLst xmlns:a="http://schemas.openxmlformats.org/drawingml/2006/main">
              <a:ext uri="{FF2B5EF4-FFF2-40B4-BE49-F238E27FC236}">
                <a16:creationId xmlns:a16="http://schemas.microsoft.com/office/drawing/2014/main" id="{017D4A34-7EA3-4DAF-A8E0-F200D346B2BC}"/>
              </a:ext>
            </a:extLst>
          </p:cNvPr>
          <p:cNvSpPr>
            <a:spLocks xmlns:a="http://schemas.openxmlformats.org/drawingml/2006/main" noGrp="1"/>
          </p:cNvSpPr>
          <p:nvPr/>
        </p:nvSpPr>
        <p:spPr>
          <a:xfrm xmlns:a="http://schemas.openxmlformats.org/drawingml/2006/main">
            <a:off x="6629400" y="3143250"/>
            <a:ext cx="1504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800" b="1">
                <a:solidFill>
                  <a:srgbClr val="42C6FF"/>
                </a:solidFill>
                <a:latin typeface="Aptos"/>
                <a:ea typeface="Aptos"/>
                <a:cs typeface="Aptos"/>
              </a:defRPr>
            </a:pPr>
            <a:r>
              <a:rPr sz="1800" b="1">
                <a:solidFill>
                  <a:srgbClr val="42C6FF"/>
                </a:solidFill>
                <a:latin typeface="Aptos"/>
                <a:ea typeface="Aptos"/>
                <a:cs typeface="Aptos"/>
              </a:rPr>
              <a:t>Retracted</a:t>
            </a:r>
          </a:p>
        </p:txBody>
      </p:sp>
      <p:sp>
        <p:nvSpPr>
          <p:cNvPr id="12" name="">
            <a:extLst xmlns:a="http://schemas.openxmlformats.org/drawingml/2006/main">
              <a:ext uri="{FF2B5EF4-FFF2-40B4-BE49-F238E27FC236}">
                <a16:creationId xmlns:a16="http://schemas.microsoft.com/office/drawing/2014/main" id="{07D417DB-A950-476A-A3AB-0858B905641E}"/>
              </a:ext>
            </a:extLst>
          </p:cNvPr>
          <p:cNvSpPr>
            <a:spLocks xmlns:a="http://schemas.openxmlformats.org/drawingml/2006/main" noGrp="1"/>
          </p:cNvSpPr>
          <p:nvPr/>
        </p:nvSpPr>
        <p:spPr>
          <a:xfrm xmlns:a="http://schemas.openxmlformats.org/drawingml/2006/main">
            <a:off x="8572500" y="3086100"/>
            <a:ext cx="66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2250" b="1">
                <a:solidFill>
                  <a:srgbClr val="FFB64D"/>
                </a:solidFill>
                <a:latin typeface="Aptos"/>
                <a:ea typeface="Aptos"/>
                <a:cs typeface="Aptos"/>
              </a:defRPr>
            </a:pPr>
            <a:r>
              <a:rPr sz="2250" b="1">
                <a:solidFill>
                  <a:srgbClr val="FFB64D"/>
                </a:solidFill>
                <a:latin typeface="Aptos"/>
                <a:ea typeface="Aptos"/>
                <a:cs typeface="Aptos"/>
              </a:rPr>
              <a:t>⇄</a:t>
            </a:r>
          </a:p>
        </p:txBody>
      </p:sp>
      <p:sp>
        <p:nvSpPr>
          <p:cNvPr id="13" name="extended">
            <a:extLst xmlns:a="http://schemas.openxmlformats.org/drawingml/2006/main">
              <a:ext uri="{FF2B5EF4-FFF2-40B4-BE49-F238E27FC236}">
                <a16:creationId xmlns:a16="http://schemas.microsoft.com/office/drawing/2014/main" id="{FA3A52C7-9E53-4B16-834D-9812268013FA}"/>
              </a:ext>
            </a:extLst>
          </p:cNvPr>
          <p:cNvSpPr>
            <a:spLocks xmlns:a="http://schemas.openxmlformats.org/drawingml/2006/main" noGrp="1"/>
          </p:cNvSpPr>
          <p:nvPr/>
        </p:nvSpPr>
        <p:spPr>
          <a:xfrm xmlns:a="http://schemas.openxmlformats.org/drawingml/2006/main">
            <a:off x="9410700" y="2857500"/>
            <a:ext cx="2000250" cy="914400"/>
          </a:xfrm>
          <a:prstGeom xmlns:a="http://schemas.openxmlformats.org/drawingml/2006/main" prst="roundRect">
            <a:avLst>
              <a:gd name="adj" fmla="val 14583"/>
            </a:avLst>
          </a:prstGeom>
          <a:solidFill xmlns:a="http://schemas.openxmlformats.org/drawingml/2006/main">
            <a:srgbClr val="101E31"/>
          </a:solidFill>
          <a:ln xmlns:a="http://schemas.openxmlformats.org/drawingml/2006/main" w="9525">
            <a:solidFill>
              <a:srgbClr val="62D48A"/>
            </a:solidFill>
            <a:prstDash val="solid"/>
          </a:ln>
        </p:spPr>
      </p:sp>
      <p:sp>
        <p:nvSpPr>
          <p:cNvPr id="14" name="">
            <a:extLst xmlns:a="http://schemas.openxmlformats.org/drawingml/2006/main">
              <a:ext uri="{FF2B5EF4-FFF2-40B4-BE49-F238E27FC236}">
                <a16:creationId xmlns:a16="http://schemas.microsoft.com/office/drawing/2014/main" id="{DCC7C917-04E5-49C2-96AC-7D4C58F881EF}"/>
              </a:ext>
            </a:extLst>
          </p:cNvPr>
          <p:cNvSpPr>
            <a:spLocks xmlns:a="http://schemas.openxmlformats.org/drawingml/2006/main" noGrp="1"/>
          </p:cNvSpPr>
          <p:nvPr/>
        </p:nvSpPr>
        <p:spPr>
          <a:xfrm xmlns:a="http://schemas.openxmlformats.org/drawingml/2006/main">
            <a:off x="9658350" y="3143250"/>
            <a:ext cx="1504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800" b="1">
                <a:solidFill>
                  <a:srgbClr val="62D48A"/>
                </a:solidFill>
                <a:latin typeface="Aptos"/>
                <a:ea typeface="Aptos"/>
                <a:cs typeface="Aptos"/>
              </a:defRPr>
            </a:pPr>
            <a:r>
              <a:rPr sz="1800" b="1">
                <a:solidFill>
                  <a:srgbClr val="62D48A"/>
                </a:solidFill>
                <a:latin typeface="Aptos"/>
                <a:ea typeface="Aptos"/>
                <a:cs typeface="Aptos"/>
              </a:rPr>
              <a:t>Extended</a:t>
            </a:r>
          </a:p>
        </p:txBody>
      </p:sp>
      <p:sp>
        <p:nvSpPr>
          <p:cNvPr id="15" name="">
            <a:extLst xmlns:a="http://schemas.openxmlformats.org/drawingml/2006/main">
              <a:ext uri="{FF2B5EF4-FFF2-40B4-BE49-F238E27FC236}">
                <a16:creationId xmlns:a16="http://schemas.microsoft.com/office/drawing/2014/main" id="{49B895A1-41EF-4C75-9541-CF2827C39DE5}"/>
              </a:ext>
            </a:extLst>
          </p:cNvPr>
          <p:cNvSpPr>
            <a:spLocks xmlns:a="http://schemas.openxmlformats.org/drawingml/2006/main" noGrp="1"/>
          </p:cNvSpPr>
          <p:nvPr/>
        </p:nvSpPr>
        <p:spPr>
          <a:xfrm xmlns:a="http://schemas.openxmlformats.org/drawingml/2006/main">
            <a:off x="6229350" y="4438650"/>
            <a:ext cx="5181600" cy="1066800"/>
          </a:xfrm>
          <a:prstGeom xmlns:a="http://schemas.openxmlformats.org/drawingml/2006/main" prst="roundRect">
            <a:avLst>
              <a:gd name="adj" fmla="val 10714"/>
            </a:avLst>
          </a:prstGeom>
          <a:solidFill xmlns:a="http://schemas.openxmlformats.org/drawingml/2006/main">
            <a:srgbClr val="162941"/>
          </a:solidFill>
          <a:ln xmlns:a="http://schemas.openxmlformats.org/drawingml/2006/main" w="9525">
            <a:solidFill>
              <a:srgbClr val="FFB64D"/>
            </a:solidFill>
            <a:prstDash val="solid"/>
          </a:ln>
        </p:spPr>
      </p:sp>
      <p:sp>
        <p:nvSpPr>
          <p:cNvPr id="16" name="">
            <a:extLst xmlns:a="http://schemas.openxmlformats.org/drawingml/2006/main">
              <a:ext uri="{FF2B5EF4-FFF2-40B4-BE49-F238E27FC236}">
                <a16:creationId xmlns:a16="http://schemas.microsoft.com/office/drawing/2014/main" id="{E181F09B-AD18-4CAD-AD7D-3AAD8851DFDC}"/>
              </a:ext>
            </a:extLst>
          </p:cNvPr>
          <p:cNvSpPr>
            <a:spLocks xmlns:a="http://schemas.openxmlformats.org/drawingml/2006/main" noGrp="1"/>
          </p:cNvSpPr>
          <p:nvPr/>
        </p:nvSpPr>
        <p:spPr>
          <a:xfrm xmlns:a="http://schemas.openxmlformats.org/drawingml/2006/main">
            <a:off x="6477000" y="464820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FFB64D"/>
                </a:solidFill>
                <a:latin typeface="Aptos"/>
                <a:ea typeface="Aptos"/>
                <a:cs typeface="Aptos"/>
              </a:defRPr>
            </a:pPr>
            <a:r>
              <a:rPr sz="1500" b="1">
                <a:solidFill>
                  <a:srgbClr val="FFB64D"/>
                </a:solidFill>
                <a:latin typeface="Aptos"/>
                <a:ea typeface="Aptos"/>
                <a:cs typeface="Aptos"/>
              </a:rPr>
              <a:t>Startup assumption</a:t>
            </a:r>
          </a:p>
        </p:txBody>
      </p:sp>
      <p:sp>
        <p:nvSpPr>
          <p:cNvPr id="17" name="">
            <a:extLst xmlns:a="http://schemas.openxmlformats.org/drawingml/2006/main">
              <a:ext uri="{FF2B5EF4-FFF2-40B4-BE49-F238E27FC236}">
                <a16:creationId xmlns:a16="http://schemas.microsoft.com/office/drawing/2014/main" id="{0FDCB721-C61A-449D-9859-BD90F0B50EFA}"/>
              </a:ext>
            </a:extLst>
          </p:cNvPr>
          <p:cNvSpPr>
            <a:spLocks xmlns:a="http://schemas.openxmlformats.org/drawingml/2006/main" noGrp="1"/>
          </p:cNvSpPr>
          <p:nvPr/>
        </p:nvSpPr>
        <p:spPr>
          <a:xfrm xmlns:a="http://schemas.openxmlformats.org/drawingml/2006/main">
            <a:off x="6477000" y="4991100"/>
            <a:ext cx="4629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0">
                <a:solidFill>
                  <a:srgbClr val="F4F7FB"/>
                </a:solidFill>
                <a:latin typeface="Aptos"/>
                <a:ea typeface="Aptos"/>
                <a:cs typeface="Aptos"/>
              </a:defRPr>
            </a:pPr>
            <a:r>
              <a:rPr sz="1350" b="0">
                <a:solidFill>
                  <a:srgbClr val="F4F7FB"/>
                </a:solidFill>
                <a:latin typeface="Aptos"/>
                <a:ea typeface="Aptos"/>
                <a:cs typeface="Aptos"/>
              </a:rPr>
              <a:t>The code starts with armsExtended = false. The physical arms must begin retracted.</a:t>
            </a:r>
          </a:p>
        </p:txBody>
      </p:sp>
      <p:sp>
        <p:nvSpPr>
          <p:cNvPr id="18" name="footer-left">
            <a:extLst xmlns:a="http://schemas.openxmlformats.org/drawingml/2006/main">
              <a:ext uri="{FF2B5EF4-FFF2-40B4-BE49-F238E27FC236}">
                <a16:creationId xmlns:a16="http://schemas.microsoft.com/office/drawing/2014/main" id="{816F9F98-B1A5-453A-8C60-9B090580AC6E}"/>
              </a:ext>
            </a:extLst>
          </p:cNvPr>
          <p:cNvSpPr>
            <a:spLocks xmlns:a="http://schemas.openxmlformats.org/drawingml/2006/main" noGrp="1"/>
          </p:cNvSpPr>
          <p:nvPr/>
        </p:nvSpPr>
        <p:spPr>
          <a:xfrm xmlns:a="http://schemas.openxmlformats.org/drawingml/2006/main">
            <a:off x="609600" y="64960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825" b="0">
                <a:solidFill>
                  <a:srgbClr val="5E7188"/>
                </a:solidFill>
                <a:latin typeface="Aptos"/>
                <a:ea typeface="Aptos"/>
                <a:cs typeface="Aptos"/>
              </a:defRPr>
            </a:pPr>
            <a:r>
              <a:rPr sz="825" b="0">
                <a:solidFill>
                  <a:srgbClr val="5E7188"/>
                </a:solidFill>
                <a:latin typeface="Aptos"/>
                <a:ea typeface="Aptos"/>
                <a:cs typeface="Aptos"/>
              </a:rPr>
              <a:t>2020 FRC robot | command-based implementation</a:t>
            </a:r>
          </a:p>
        </p:txBody>
      </p:sp>
      <p:sp>
        <p:nvSpPr>
          <p:cNvPr id="19" name="footer-number">
            <a:extLst xmlns:a="http://schemas.openxmlformats.org/drawingml/2006/main">
              <a:ext uri="{FF2B5EF4-FFF2-40B4-BE49-F238E27FC236}">
                <a16:creationId xmlns:a16="http://schemas.microsoft.com/office/drawing/2014/main" id="{97552D68-DC7B-4359-ACDD-8488FF48909A}"/>
              </a:ext>
            </a:extLst>
          </p:cNvPr>
          <p:cNvSpPr>
            <a:spLocks xmlns:a="http://schemas.openxmlformats.org/drawingml/2006/main" noGrp="1"/>
          </p:cNvSpPr>
          <p:nvPr/>
        </p:nvSpPr>
        <p:spPr>
          <a:xfrm xmlns:a="http://schemas.openxmlformats.org/drawingml/2006/main">
            <a:off x="11049000" y="647700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00" b="1">
                <a:solidFill>
                  <a:srgbClr val="5E7188"/>
                </a:solidFill>
                <a:latin typeface="Aptos"/>
                <a:ea typeface="Aptos"/>
                <a:cs typeface="Aptos"/>
              </a:defRPr>
            </a:pPr>
            <a:r>
              <a:rPr sz="900" b="1">
                <a:solidFill>
                  <a:srgbClr val="5E7188"/>
                </a:solidFill>
                <a:latin typeface="Aptos"/>
                <a:ea typeface="Aptos"/>
                <a:cs typeface="Aptos"/>
              </a:rPr>
              <a:t>08</a:t>
            </a:r>
          </a:p>
        </p:txBody>
      </p:sp>
    </p:spTree>
    <p:extLst>
      <p:ext uri="{BB962C8B-B14F-4D97-AF65-F5344CB8AC3E}">
        <p14:creationId xmlns:p14="http://schemas.microsoft.com/office/powerpoint/2010/main" val="603091148"/>
      </p:ext>
    </p:extLst>
  </p:cSld>
</p:sld>
</file>

<file path=ppt/slides/slide9.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33" name="section-label">
            <a:extLst xmlns:a="http://schemas.openxmlformats.org/drawingml/2006/main">
              <a:ext uri="{FF2B5EF4-FFF2-40B4-BE49-F238E27FC236}">
                <a16:creationId xmlns:a16="http://schemas.microsoft.com/office/drawing/2014/main" id="{B24DB374-6C07-4362-9FC7-2476C9E6CDEA}"/>
              </a:ext>
            </a:extLst>
          </p:cNvPr>
          <p:cNvSpPr>
            <a:spLocks xmlns:a="http://schemas.openxmlformats.org/drawingml/2006/main" noGrp="1"/>
          </p:cNvSpPr>
          <p:nvPr/>
        </p:nvSpPr>
        <p:spPr>
          <a:xfrm xmlns:a="http://schemas.openxmlformats.org/drawingml/2006/main">
            <a:off x="609600" y="3048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 b="1">
                <a:solidFill>
                  <a:srgbClr val="42C6FF"/>
                </a:solidFill>
                <a:latin typeface="Aptos"/>
                <a:ea typeface="Aptos"/>
                <a:cs typeface="Aptos"/>
              </a:defRPr>
            </a:pPr>
            <a:r>
              <a:rPr sz="1050" b="1">
                <a:solidFill>
                  <a:srgbClr val="42C6FF"/>
                </a:solidFill>
                <a:latin typeface="Aptos"/>
                <a:ea typeface="Aptos"/>
                <a:cs typeface="Aptos"/>
              </a:rPr>
              <a:t>4 · SOFTWARE CONTROL</a:t>
            </a:r>
          </a:p>
        </p:txBody>
      </p:sp>
      <p:sp>
        <p:nvSpPr>
          <p:cNvPr id="2" name="slide-title">
            <a:extLst xmlns:a="http://schemas.openxmlformats.org/drawingml/2006/main">
              <a:ext uri="{FF2B5EF4-FFF2-40B4-BE49-F238E27FC236}">
                <a16:creationId xmlns:a16="http://schemas.microsoft.com/office/drawing/2014/main" id="{0D681DA6-E408-4CCF-9B4A-AC37B4DF76B8}"/>
              </a:ext>
            </a:extLst>
          </p:cNvPr>
          <p:cNvSpPr>
            <a:spLocks xmlns:a="http://schemas.openxmlformats.org/drawingml/2006/main" noGrp="1"/>
          </p:cNvSpPr>
          <p:nvPr/>
        </p:nvSpPr>
        <p:spPr>
          <a:xfrm xmlns:a="http://schemas.openxmlformats.org/drawingml/2006/main">
            <a:off x="609600" y="533400"/>
            <a:ext cx="1076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2000"/>
              </a:lnSpc>
              <a:buNone/>
              <a:defRPr sz="2625" b="1">
                <a:solidFill>
                  <a:srgbClr val="F4F7FB"/>
                </a:solidFill>
                <a:latin typeface="Aptos"/>
                <a:ea typeface="Aptos"/>
                <a:cs typeface="Aptos"/>
              </a:defRPr>
            </a:pPr>
            <a:r>
              <a:rPr sz="2625" b="1">
                <a:solidFill>
                  <a:srgbClr val="F4F7FB"/>
                </a:solidFill>
                <a:latin typeface="Aptos"/>
                <a:ea typeface="Aptos"/>
                <a:cs typeface="Aptos"/>
              </a:rPr>
              <a:t>Software gives each hardware piece one owner and one control path</a:t>
            </a:r>
          </a:p>
        </p:txBody>
      </p:sp>
      <p:sp>
        <p:nvSpPr>
          <p:cNvPr id="3" name="slide-subtitle">
            <a:extLst xmlns:a="http://schemas.openxmlformats.org/drawingml/2006/main">
              <a:ext uri="{FF2B5EF4-FFF2-40B4-BE49-F238E27FC236}">
                <a16:creationId xmlns:a16="http://schemas.microsoft.com/office/drawing/2014/main" id="{BA2A3396-EB74-4B95-8B73-64E4A9BCCE06}"/>
              </a:ext>
            </a:extLst>
          </p:cNvPr>
          <p:cNvSpPr>
            <a:spLocks xmlns:a="http://schemas.openxmlformats.org/drawingml/2006/main" noGrp="1"/>
          </p:cNvSpPr>
          <p:nvPr/>
        </p:nvSpPr>
        <p:spPr>
          <a:xfrm xmlns:a="http://schemas.openxmlformats.org/drawingml/2006/main">
            <a:off x="609600" y="13335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RobotContainer identifies the objects, commands request actions, and subsystems talk to the hardware.</a:t>
            </a:r>
          </a:p>
        </p:txBody>
      </p:sp>
      <p:sp>
        <p:nvSpPr>
          <p:cNvPr id="4" name="title-rule">
            <a:extLst xmlns:a="http://schemas.openxmlformats.org/drawingml/2006/main">
              <a:ext uri="{FF2B5EF4-FFF2-40B4-BE49-F238E27FC236}">
                <a16:creationId xmlns:a16="http://schemas.microsoft.com/office/drawing/2014/main" id="{E8000023-3791-46DE-83AA-B539182C6A6E}"/>
              </a:ext>
            </a:extLst>
          </p:cNvPr>
          <p:cNvSpPr>
            <a:spLocks xmlns:a="http://schemas.openxmlformats.org/drawingml/2006/main" noGrp="1"/>
          </p:cNvSpPr>
          <p:nvPr/>
        </p:nvSpPr>
        <p:spPr>
          <a:xfrm xmlns:a="http://schemas.openxmlformats.org/drawingml/2006/main">
            <a:off x="609600" y="1657350"/>
            <a:ext cx="10972800" cy="19050"/>
          </a:xfrm>
          <a:prstGeom xmlns:a="http://schemas.openxmlformats.org/drawingml/2006/main" prst="rect">
            <a:avLst/>
          </a:prstGeom>
          <a:solidFill xmlns:a="http://schemas.openxmlformats.org/drawingml/2006/main">
            <a:srgbClr val="2D425B"/>
          </a:solidFill>
          <a:ln xmlns:a="http://schemas.openxmlformats.org/drawingml/2006/main" w="0">
            <a:noFill/>
            <a:prstDash val="solid"/>
          </a:ln>
        </p:spPr>
      </p:sp>
      <p:sp>
        <p:nvSpPr>
          <p:cNvPr id="5" name="layer-0">
            <a:extLst xmlns:a="http://schemas.openxmlformats.org/drawingml/2006/main">
              <a:ext uri="{FF2B5EF4-FFF2-40B4-BE49-F238E27FC236}">
                <a16:creationId xmlns:a16="http://schemas.microsoft.com/office/drawing/2014/main" id="{66D249D3-2432-4ADF-86A6-01A36826B1FA}"/>
              </a:ext>
            </a:extLst>
          </p:cNvPr>
          <p:cNvSpPr>
            <a:spLocks xmlns:a="http://schemas.openxmlformats.org/drawingml/2006/main" noGrp="1"/>
          </p:cNvSpPr>
          <p:nvPr/>
        </p:nvSpPr>
        <p:spPr>
          <a:xfrm xmlns:a="http://schemas.openxmlformats.org/drawingml/2006/main">
            <a:off x="609600" y="2400300"/>
            <a:ext cx="1885950" cy="2076450"/>
          </a:xfrm>
          <a:prstGeom xmlns:a="http://schemas.openxmlformats.org/drawingml/2006/main" prst="roundRect">
            <a:avLst>
              <a:gd name="adj" fmla="val 7071"/>
            </a:avLst>
          </a:prstGeom>
          <a:solidFill xmlns:a="http://schemas.openxmlformats.org/drawingml/2006/main">
            <a:srgbClr val="101E31"/>
          </a:solidFill>
          <a:ln xmlns:a="http://schemas.openxmlformats.org/drawingml/2006/main" w="9525">
            <a:solidFill>
              <a:srgbClr val="FFB64D"/>
            </a:solidFill>
            <a:prstDash val="solid"/>
          </a:ln>
        </p:spPr>
      </p:sp>
      <p:sp>
        <p:nvSpPr>
          <p:cNvPr id="6" name="layer-1">
            <a:extLst xmlns:a="http://schemas.openxmlformats.org/drawingml/2006/main">
              <a:ext uri="{FF2B5EF4-FFF2-40B4-BE49-F238E27FC236}">
                <a16:creationId xmlns:a16="http://schemas.microsoft.com/office/drawing/2014/main" id="{EFFDCADA-846E-497F-AB5F-7721B0537BB6}"/>
              </a:ext>
            </a:extLst>
          </p:cNvPr>
          <p:cNvSpPr>
            <a:spLocks xmlns:a="http://schemas.openxmlformats.org/drawingml/2006/main" noGrp="1"/>
          </p:cNvSpPr>
          <p:nvPr/>
        </p:nvSpPr>
        <p:spPr>
          <a:xfrm xmlns:a="http://schemas.openxmlformats.org/drawingml/2006/main">
            <a:off x="2800350" y="2400300"/>
            <a:ext cx="1885950" cy="2076450"/>
          </a:xfrm>
          <a:prstGeom xmlns:a="http://schemas.openxmlformats.org/drawingml/2006/main" prst="roundRect">
            <a:avLst>
              <a:gd name="adj" fmla="val 7071"/>
            </a:avLst>
          </a:prstGeom>
          <a:solidFill xmlns:a="http://schemas.openxmlformats.org/drawingml/2006/main">
            <a:srgbClr val="101E31"/>
          </a:solidFill>
          <a:ln xmlns:a="http://schemas.openxmlformats.org/drawingml/2006/main" w="9525">
            <a:solidFill>
              <a:srgbClr val="42C6FF"/>
            </a:solidFill>
            <a:prstDash val="solid"/>
          </a:ln>
        </p:spPr>
      </p:sp>
      <p:sp>
        <p:nvSpPr>
          <p:cNvPr id="7" name="layer-2">
            <a:extLst xmlns:a="http://schemas.openxmlformats.org/drawingml/2006/main">
              <a:ext uri="{FF2B5EF4-FFF2-40B4-BE49-F238E27FC236}">
                <a16:creationId xmlns:a16="http://schemas.microsoft.com/office/drawing/2014/main" id="{98B48D6F-3334-45BF-81FB-7E74E77254FB}"/>
              </a:ext>
            </a:extLst>
          </p:cNvPr>
          <p:cNvSpPr>
            <a:spLocks xmlns:a="http://schemas.openxmlformats.org/drawingml/2006/main" noGrp="1"/>
          </p:cNvSpPr>
          <p:nvPr/>
        </p:nvSpPr>
        <p:spPr>
          <a:xfrm xmlns:a="http://schemas.openxmlformats.org/drawingml/2006/main">
            <a:off x="4991100" y="2400300"/>
            <a:ext cx="1885950" cy="2076450"/>
          </a:xfrm>
          <a:prstGeom xmlns:a="http://schemas.openxmlformats.org/drawingml/2006/main" prst="roundRect">
            <a:avLst>
              <a:gd name="adj" fmla="val 7071"/>
            </a:avLst>
          </a:prstGeom>
          <a:solidFill xmlns:a="http://schemas.openxmlformats.org/drawingml/2006/main">
            <a:srgbClr val="101E31"/>
          </a:solidFill>
          <a:ln xmlns:a="http://schemas.openxmlformats.org/drawingml/2006/main" w="9525">
            <a:solidFill>
              <a:srgbClr val="42C6FF"/>
            </a:solidFill>
            <a:prstDash val="solid"/>
          </a:ln>
        </p:spPr>
      </p:sp>
      <p:sp>
        <p:nvSpPr>
          <p:cNvPr id="8" name="layer-3">
            <a:extLst xmlns:a="http://schemas.openxmlformats.org/drawingml/2006/main">
              <a:ext uri="{FF2B5EF4-FFF2-40B4-BE49-F238E27FC236}">
                <a16:creationId xmlns:a16="http://schemas.microsoft.com/office/drawing/2014/main" id="{45EB9CE4-6ACB-4E79-A545-B5506FBB2A75}"/>
              </a:ext>
            </a:extLst>
          </p:cNvPr>
          <p:cNvSpPr>
            <a:spLocks xmlns:a="http://schemas.openxmlformats.org/drawingml/2006/main" noGrp="1"/>
          </p:cNvSpPr>
          <p:nvPr/>
        </p:nvSpPr>
        <p:spPr>
          <a:xfrm xmlns:a="http://schemas.openxmlformats.org/drawingml/2006/main">
            <a:off x="7181850" y="2400300"/>
            <a:ext cx="1885950" cy="2076450"/>
          </a:xfrm>
          <a:prstGeom xmlns:a="http://schemas.openxmlformats.org/drawingml/2006/main" prst="roundRect">
            <a:avLst>
              <a:gd name="adj" fmla="val 7071"/>
            </a:avLst>
          </a:prstGeom>
          <a:solidFill xmlns:a="http://schemas.openxmlformats.org/drawingml/2006/main">
            <a:srgbClr val="101E31"/>
          </a:solidFill>
          <a:ln xmlns:a="http://schemas.openxmlformats.org/drawingml/2006/main" w="9525">
            <a:solidFill>
              <a:srgbClr val="42C6FF"/>
            </a:solidFill>
            <a:prstDash val="solid"/>
          </a:ln>
        </p:spPr>
      </p:sp>
      <p:sp>
        <p:nvSpPr>
          <p:cNvPr id="9" name="layer-4">
            <a:extLst xmlns:a="http://schemas.openxmlformats.org/drawingml/2006/main">
              <a:ext uri="{FF2B5EF4-FFF2-40B4-BE49-F238E27FC236}">
                <a16:creationId xmlns:a16="http://schemas.microsoft.com/office/drawing/2014/main" id="{E51159AA-54CD-44A8-A4E8-5F41B635DEEE}"/>
              </a:ext>
            </a:extLst>
          </p:cNvPr>
          <p:cNvSpPr>
            <a:spLocks xmlns:a="http://schemas.openxmlformats.org/drawingml/2006/main" noGrp="1"/>
          </p:cNvSpPr>
          <p:nvPr/>
        </p:nvSpPr>
        <p:spPr>
          <a:xfrm xmlns:a="http://schemas.openxmlformats.org/drawingml/2006/main">
            <a:off x="9372600" y="2400300"/>
            <a:ext cx="1885950" cy="2076450"/>
          </a:xfrm>
          <a:prstGeom xmlns:a="http://schemas.openxmlformats.org/drawingml/2006/main" prst="roundRect">
            <a:avLst>
              <a:gd name="adj" fmla="val 7071"/>
            </a:avLst>
          </a:prstGeom>
          <a:solidFill xmlns:a="http://schemas.openxmlformats.org/drawingml/2006/main">
            <a:srgbClr val="101E31"/>
          </a:solidFill>
          <a:ln xmlns:a="http://schemas.openxmlformats.org/drawingml/2006/main" w="9525">
            <a:solidFill>
              <a:srgbClr val="62D48A"/>
            </a:solidFill>
            <a:prstDash val="solid"/>
          </a:ln>
        </p:spPr>
      </p:sp>
      <p:cxnSp>
        <p:nvCxnSpPr>
          <p:cNvPr id="146" name=""/>
          <p:cNvCxnSpPr>
            <a:stCxn xmlns:a="http://schemas.openxmlformats.org/drawingml/2006/main" id="5" idx="3"/>
            <a:endCxn xmlns:a="http://schemas.openxmlformats.org/drawingml/2006/main" id="6" idx="1"/>
          </p:cNvCxnSpPr>
          <p:nvPr/>
        </p:nvCxnSpPr>
        <p:spPr>
          <a:xfrm xmlns:a="http://schemas.openxmlformats.org/drawingml/2006/main">
            <a:off x="2495550" y="3438525"/>
            <a:ext cx="304800" cy="0"/>
          </a:xfrm>
          <a:prstGeom xmlns:a="http://schemas.openxmlformats.org/drawingml/2006/main" prst="straightConnector1">
            <a:avLst/>
          </a:prstGeom>
          <a:ln xmlns:a="http://schemas.openxmlformats.org/drawingml/2006/main" w="19050">
            <a:solidFill>
              <a:srgbClr val="5E7188"/>
            </a:solidFill>
            <a:prstDash val="solid"/>
            <a:tailEnd type="arrow" w="sm" len="sm"/>
          </a:ln>
        </p:spPr>
      </p:cxnSp>
      <p:cxnSp>
        <p:nvCxnSpPr>
          <p:cNvPr id="147" name=""/>
          <p:cNvCxnSpPr>
            <a:stCxn xmlns:a="http://schemas.openxmlformats.org/drawingml/2006/main" id="6" idx="3"/>
            <a:endCxn xmlns:a="http://schemas.openxmlformats.org/drawingml/2006/main" id="7" idx="1"/>
          </p:cNvCxnSpPr>
          <p:nvPr/>
        </p:nvCxnSpPr>
        <p:spPr>
          <a:xfrm xmlns:a="http://schemas.openxmlformats.org/drawingml/2006/main">
            <a:off x="4686300" y="3438525"/>
            <a:ext cx="304800" cy="0"/>
          </a:xfrm>
          <a:prstGeom xmlns:a="http://schemas.openxmlformats.org/drawingml/2006/main" prst="straightConnector1">
            <a:avLst/>
          </a:prstGeom>
          <a:ln xmlns:a="http://schemas.openxmlformats.org/drawingml/2006/main" w="19050">
            <a:solidFill>
              <a:srgbClr val="5E7188"/>
            </a:solidFill>
            <a:prstDash val="solid"/>
            <a:tailEnd type="arrow" w="sm" len="sm"/>
          </a:ln>
        </p:spPr>
      </p:cxnSp>
      <p:cxnSp>
        <p:nvCxnSpPr>
          <p:cNvPr id="148" name=""/>
          <p:cNvCxnSpPr>
            <a:stCxn xmlns:a="http://schemas.openxmlformats.org/drawingml/2006/main" id="7" idx="3"/>
            <a:endCxn xmlns:a="http://schemas.openxmlformats.org/drawingml/2006/main" id="8" idx="1"/>
          </p:cNvCxnSpPr>
          <p:nvPr/>
        </p:nvCxnSpPr>
        <p:spPr>
          <a:xfrm xmlns:a="http://schemas.openxmlformats.org/drawingml/2006/main">
            <a:off x="6877050" y="3438525"/>
            <a:ext cx="304800" cy="0"/>
          </a:xfrm>
          <a:prstGeom xmlns:a="http://schemas.openxmlformats.org/drawingml/2006/main" prst="straightConnector1">
            <a:avLst/>
          </a:prstGeom>
          <a:ln xmlns:a="http://schemas.openxmlformats.org/drawingml/2006/main" w="19050">
            <a:solidFill>
              <a:srgbClr val="5E7188"/>
            </a:solidFill>
            <a:prstDash val="solid"/>
            <a:tailEnd type="arrow" w="sm" len="sm"/>
          </a:ln>
        </p:spPr>
      </p:cxnSp>
      <p:cxnSp>
        <p:nvCxnSpPr>
          <p:cNvPr id="149" name=""/>
          <p:cNvCxnSpPr>
            <a:stCxn xmlns:a="http://schemas.openxmlformats.org/drawingml/2006/main" id="8" idx="3"/>
            <a:endCxn xmlns:a="http://schemas.openxmlformats.org/drawingml/2006/main" id="9" idx="1"/>
          </p:cNvCxnSpPr>
          <p:nvPr/>
        </p:nvCxnSpPr>
        <p:spPr>
          <a:xfrm xmlns:a="http://schemas.openxmlformats.org/drawingml/2006/main">
            <a:off x="9067800" y="3438525"/>
            <a:ext cx="304800" cy="0"/>
          </a:xfrm>
          <a:prstGeom xmlns:a="http://schemas.openxmlformats.org/drawingml/2006/main" prst="straightConnector1">
            <a:avLst/>
          </a:prstGeom>
          <a:ln xmlns:a="http://schemas.openxmlformats.org/drawingml/2006/main" w="19050">
            <a:solidFill>
              <a:srgbClr val="5E7188"/>
            </a:solidFill>
            <a:prstDash val="solid"/>
            <a:tailEnd type="arrow" w="sm" len="sm"/>
          </a:ln>
        </p:spPr>
      </p:cxnSp>
      <p:sp>
        <p:nvSpPr>
          <p:cNvPr id="14" name="">
            <a:extLst xmlns:a="http://schemas.openxmlformats.org/drawingml/2006/main">
              <a:ext uri="{FF2B5EF4-FFF2-40B4-BE49-F238E27FC236}">
                <a16:creationId xmlns:a16="http://schemas.microsoft.com/office/drawing/2014/main" id="{B120038E-8AB1-47DB-B65C-77446EEDC9D0}"/>
              </a:ext>
            </a:extLst>
          </p:cNvPr>
          <p:cNvSpPr>
            <a:spLocks xmlns:a="http://schemas.openxmlformats.org/drawingml/2006/main" noGrp="1"/>
          </p:cNvSpPr>
          <p:nvPr/>
        </p:nvSpPr>
        <p:spPr>
          <a:xfrm xmlns:a="http://schemas.openxmlformats.org/drawingml/2006/main">
            <a:off x="781050" y="25908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FFB64D"/>
                </a:solidFill>
                <a:latin typeface="Aptos"/>
                <a:ea typeface="Aptos"/>
                <a:cs typeface="Aptos"/>
              </a:defRPr>
            </a:pPr>
            <a:r>
              <a:rPr sz="1500" b="1">
                <a:solidFill>
                  <a:srgbClr val="FFB64D"/>
                </a:solidFill>
                <a:latin typeface="Aptos"/>
                <a:ea typeface="Aptos"/>
                <a:cs typeface="Aptos"/>
              </a:rPr>
              <a:t>1</a:t>
            </a:r>
          </a:p>
        </p:txBody>
      </p:sp>
      <p:sp>
        <p:nvSpPr>
          <p:cNvPr id="15" name="">
            <a:extLst xmlns:a="http://schemas.openxmlformats.org/drawingml/2006/main">
              <a:ext uri="{FF2B5EF4-FFF2-40B4-BE49-F238E27FC236}">
                <a16:creationId xmlns:a16="http://schemas.microsoft.com/office/drawing/2014/main" id="{BC157FB7-8EEC-44F8-AA74-013E202FC44A}"/>
              </a:ext>
            </a:extLst>
          </p:cNvPr>
          <p:cNvSpPr>
            <a:spLocks xmlns:a="http://schemas.openxmlformats.org/drawingml/2006/main" noGrp="1"/>
          </p:cNvSpPr>
          <p:nvPr/>
        </p:nvSpPr>
        <p:spPr>
          <a:xfrm xmlns:a="http://schemas.openxmlformats.org/drawingml/2006/main">
            <a:off x="781050" y="3105150"/>
            <a:ext cx="1543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4F7FB"/>
                </a:solidFill>
                <a:latin typeface="Aptos"/>
                <a:ea typeface="Aptos"/>
                <a:cs typeface="Aptos"/>
              </a:defRPr>
            </a:pPr>
            <a:r>
              <a:rPr sz="1650" b="1">
                <a:solidFill>
                  <a:srgbClr val="F4F7FB"/>
                </a:solidFill>
                <a:latin typeface="Aptos"/>
                <a:ea typeface="Aptos"/>
                <a:cs typeface="Aptos"/>
              </a:rPr>
              <a:t>Controllers</a:t>
            </a:r>
          </a:p>
        </p:txBody>
      </p:sp>
      <p:sp>
        <p:nvSpPr>
          <p:cNvPr id="16" name="">
            <a:extLst xmlns:a="http://schemas.openxmlformats.org/drawingml/2006/main">
              <a:ext uri="{FF2B5EF4-FFF2-40B4-BE49-F238E27FC236}">
                <a16:creationId xmlns:a16="http://schemas.microsoft.com/office/drawing/2014/main" id="{F4C6C23D-D900-4B0D-9029-7293117D3121}"/>
              </a:ext>
            </a:extLst>
          </p:cNvPr>
          <p:cNvSpPr>
            <a:spLocks xmlns:a="http://schemas.openxmlformats.org/drawingml/2006/main" noGrp="1"/>
          </p:cNvSpPr>
          <p:nvPr/>
        </p:nvSpPr>
        <p:spPr>
          <a:xfrm xmlns:a="http://schemas.openxmlformats.org/drawingml/2006/main">
            <a:off x="781050" y="3943350"/>
            <a:ext cx="1543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Axes and buttons</a:t>
            </a:r>
          </a:p>
        </p:txBody>
      </p:sp>
      <p:sp>
        <p:nvSpPr>
          <p:cNvPr id="17" name="">
            <a:extLst xmlns:a="http://schemas.openxmlformats.org/drawingml/2006/main">
              <a:ext uri="{FF2B5EF4-FFF2-40B4-BE49-F238E27FC236}">
                <a16:creationId xmlns:a16="http://schemas.microsoft.com/office/drawing/2014/main" id="{EC74DCD4-DA49-4921-941E-FFEA5744CB96}"/>
              </a:ext>
            </a:extLst>
          </p:cNvPr>
          <p:cNvSpPr>
            <a:spLocks xmlns:a="http://schemas.openxmlformats.org/drawingml/2006/main" noGrp="1"/>
          </p:cNvSpPr>
          <p:nvPr/>
        </p:nvSpPr>
        <p:spPr>
          <a:xfrm xmlns:a="http://schemas.openxmlformats.org/drawingml/2006/main">
            <a:off x="2971800" y="25908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42C6FF"/>
                </a:solidFill>
                <a:latin typeface="Aptos"/>
                <a:ea typeface="Aptos"/>
                <a:cs typeface="Aptos"/>
              </a:defRPr>
            </a:pPr>
            <a:r>
              <a:rPr sz="1500" b="1">
                <a:solidFill>
                  <a:srgbClr val="42C6FF"/>
                </a:solidFill>
                <a:latin typeface="Aptos"/>
                <a:ea typeface="Aptos"/>
                <a:cs typeface="Aptos"/>
              </a:rPr>
              <a:t>2</a:t>
            </a:r>
          </a:p>
        </p:txBody>
      </p:sp>
      <p:sp>
        <p:nvSpPr>
          <p:cNvPr id="18" name="">
            <a:extLst xmlns:a="http://schemas.openxmlformats.org/drawingml/2006/main">
              <a:ext uri="{FF2B5EF4-FFF2-40B4-BE49-F238E27FC236}">
                <a16:creationId xmlns:a16="http://schemas.microsoft.com/office/drawing/2014/main" id="{5BC79FAB-D810-48A1-9A84-31FE26106FE9}"/>
              </a:ext>
            </a:extLst>
          </p:cNvPr>
          <p:cNvSpPr>
            <a:spLocks xmlns:a="http://schemas.openxmlformats.org/drawingml/2006/main" noGrp="1"/>
          </p:cNvSpPr>
          <p:nvPr/>
        </p:nvSpPr>
        <p:spPr>
          <a:xfrm xmlns:a="http://schemas.openxmlformats.org/drawingml/2006/main">
            <a:off x="2971800" y="3105150"/>
            <a:ext cx="1543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4F7FB"/>
                </a:solidFill>
                <a:latin typeface="Aptos"/>
                <a:ea typeface="Aptos"/>
                <a:cs typeface="Aptos"/>
              </a:defRPr>
            </a:pPr>
            <a:r>
              <a:rPr sz="1650" b="1">
                <a:solidFill>
                  <a:srgbClr val="F4F7FB"/>
                </a:solidFill>
                <a:latin typeface="Aptos"/>
                <a:ea typeface="Aptos"/>
                <a:cs typeface="Aptos"/>
              </a:rPr>
              <a:t>RobotContainer</a:t>
            </a:r>
          </a:p>
        </p:txBody>
      </p:sp>
      <p:sp>
        <p:nvSpPr>
          <p:cNvPr id="19" name="">
            <a:extLst xmlns:a="http://schemas.openxmlformats.org/drawingml/2006/main">
              <a:ext uri="{FF2B5EF4-FFF2-40B4-BE49-F238E27FC236}">
                <a16:creationId xmlns:a16="http://schemas.microsoft.com/office/drawing/2014/main" id="{BEFB9313-30FA-4610-B987-C70A2F9B78E0}"/>
              </a:ext>
            </a:extLst>
          </p:cNvPr>
          <p:cNvSpPr>
            <a:spLocks xmlns:a="http://schemas.openxmlformats.org/drawingml/2006/main" noGrp="1"/>
          </p:cNvSpPr>
          <p:nvPr/>
        </p:nvSpPr>
        <p:spPr>
          <a:xfrm xmlns:a="http://schemas.openxmlformats.org/drawingml/2006/main">
            <a:off x="2971800" y="3943350"/>
            <a:ext cx="1543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Objects and bindings</a:t>
            </a:r>
          </a:p>
        </p:txBody>
      </p:sp>
      <p:sp>
        <p:nvSpPr>
          <p:cNvPr id="20" name="">
            <a:extLst xmlns:a="http://schemas.openxmlformats.org/drawingml/2006/main">
              <a:ext uri="{FF2B5EF4-FFF2-40B4-BE49-F238E27FC236}">
                <a16:creationId xmlns:a16="http://schemas.microsoft.com/office/drawing/2014/main" id="{C7AD9195-9F78-4EB3-9B0F-BD075E3D6099}"/>
              </a:ext>
            </a:extLst>
          </p:cNvPr>
          <p:cNvSpPr>
            <a:spLocks xmlns:a="http://schemas.openxmlformats.org/drawingml/2006/main" noGrp="1"/>
          </p:cNvSpPr>
          <p:nvPr/>
        </p:nvSpPr>
        <p:spPr>
          <a:xfrm xmlns:a="http://schemas.openxmlformats.org/drawingml/2006/main">
            <a:off x="5162550" y="25908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42C6FF"/>
                </a:solidFill>
                <a:latin typeface="Aptos"/>
                <a:ea typeface="Aptos"/>
                <a:cs typeface="Aptos"/>
              </a:defRPr>
            </a:pPr>
            <a:r>
              <a:rPr sz="1500" b="1">
                <a:solidFill>
                  <a:srgbClr val="42C6FF"/>
                </a:solidFill>
                <a:latin typeface="Aptos"/>
                <a:ea typeface="Aptos"/>
                <a:cs typeface="Aptos"/>
              </a:rPr>
              <a:t>3</a:t>
            </a:r>
          </a:p>
        </p:txBody>
      </p:sp>
      <p:sp>
        <p:nvSpPr>
          <p:cNvPr id="21" name="">
            <a:extLst xmlns:a="http://schemas.openxmlformats.org/drawingml/2006/main">
              <a:ext uri="{FF2B5EF4-FFF2-40B4-BE49-F238E27FC236}">
                <a16:creationId xmlns:a16="http://schemas.microsoft.com/office/drawing/2014/main" id="{4CB70B2E-A2ED-46E9-BF73-B09F224A8EA1}"/>
              </a:ext>
            </a:extLst>
          </p:cNvPr>
          <p:cNvSpPr>
            <a:spLocks xmlns:a="http://schemas.openxmlformats.org/drawingml/2006/main" noGrp="1"/>
          </p:cNvSpPr>
          <p:nvPr/>
        </p:nvSpPr>
        <p:spPr>
          <a:xfrm xmlns:a="http://schemas.openxmlformats.org/drawingml/2006/main">
            <a:off x="5162550" y="3105150"/>
            <a:ext cx="1543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4F7FB"/>
                </a:solidFill>
                <a:latin typeface="Aptos"/>
                <a:ea typeface="Aptos"/>
                <a:cs typeface="Aptos"/>
              </a:defRPr>
            </a:pPr>
            <a:r>
              <a:rPr sz="1650" b="1">
                <a:solidFill>
                  <a:srgbClr val="F4F7FB"/>
                </a:solidFill>
                <a:latin typeface="Aptos"/>
                <a:ea typeface="Aptos"/>
                <a:cs typeface="Aptos"/>
              </a:rPr>
              <a:t>Commands</a:t>
            </a:r>
          </a:p>
        </p:txBody>
      </p:sp>
      <p:sp>
        <p:nvSpPr>
          <p:cNvPr id="22" name="">
            <a:extLst xmlns:a="http://schemas.openxmlformats.org/drawingml/2006/main">
              <a:ext uri="{FF2B5EF4-FFF2-40B4-BE49-F238E27FC236}">
                <a16:creationId xmlns:a16="http://schemas.microsoft.com/office/drawing/2014/main" id="{659D0D6A-F970-415C-9F27-EF2FC8AFEAD3}"/>
              </a:ext>
            </a:extLst>
          </p:cNvPr>
          <p:cNvSpPr>
            <a:spLocks xmlns:a="http://schemas.openxmlformats.org/drawingml/2006/main" noGrp="1"/>
          </p:cNvSpPr>
          <p:nvPr/>
        </p:nvSpPr>
        <p:spPr>
          <a:xfrm xmlns:a="http://schemas.openxmlformats.org/drawingml/2006/main">
            <a:off x="5162550" y="3943350"/>
            <a:ext cx="1543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Scheduled behavior</a:t>
            </a:r>
          </a:p>
        </p:txBody>
      </p:sp>
      <p:sp>
        <p:nvSpPr>
          <p:cNvPr id="23" name="">
            <a:extLst xmlns:a="http://schemas.openxmlformats.org/drawingml/2006/main">
              <a:ext uri="{FF2B5EF4-FFF2-40B4-BE49-F238E27FC236}">
                <a16:creationId xmlns:a16="http://schemas.microsoft.com/office/drawing/2014/main" id="{80A74869-8F3C-4BCF-9DB6-D83619BFBF64}"/>
              </a:ext>
            </a:extLst>
          </p:cNvPr>
          <p:cNvSpPr>
            <a:spLocks xmlns:a="http://schemas.openxmlformats.org/drawingml/2006/main" noGrp="1"/>
          </p:cNvSpPr>
          <p:nvPr/>
        </p:nvSpPr>
        <p:spPr>
          <a:xfrm xmlns:a="http://schemas.openxmlformats.org/drawingml/2006/main">
            <a:off x="7353300" y="25908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42C6FF"/>
                </a:solidFill>
                <a:latin typeface="Aptos"/>
                <a:ea typeface="Aptos"/>
                <a:cs typeface="Aptos"/>
              </a:defRPr>
            </a:pPr>
            <a:r>
              <a:rPr sz="1500" b="1">
                <a:solidFill>
                  <a:srgbClr val="42C6FF"/>
                </a:solidFill>
                <a:latin typeface="Aptos"/>
                <a:ea typeface="Aptos"/>
                <a:cs typeface="Aptos"/>
              </a:rPr>
              <a:t>4</a:t>
            </a:r>
          </a:p>
        </p:txBody>
      </p:sp>
      <p:sp>
        <p:nvSpPr>
          <p:cNvPr id="24" name="">
            <a:extLst xmlns:a="http://schemas.openxmlformats.org/drawingml/2006/main">
              <a:ext uri="{FF2B5EF4-FFF2-40B4-BE49-F238E27FC236}">
                <a16:creationId xmlns:a16="http://schemas.microsoft.com/office/drawing/2014/main" id="{3FEB0B8C-23EB-4A0E-9F48-2549F3793C4D}"/>
              </a:ext>
            </a:extLst>
          </p:cNvPr>
          <p:cNvSpPr>
            <a:spLocks xmlns:a="http://schemas.openxmlformats.org/drawingml/2006/main" noGrp="1"/>
          </p:cNvSpPr>
          <p:nvPr/>
        </p:nvSpPr>
        <p:spPr>
          <a:xfrm xmlns:a="http://schemas.openxmlformats.org/drawingml/2006/main">
            <a:off x="7353300" y="3105150"/>
            <a:ext cx="1543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4F7FB"/>
                </a:solidFill>
                <a:latin typeface="Aptos"/>
                <a:ea typeface="Aptos"/>
                <a:cs typeface="Aptos"/>
              </a:defRPr>
            </a:pPr>
            <a:r>
              <a:rPr sz="1650" b="1">
                <a:solidFill>
                  <a:srgbClr val="F4F7FB"/>
                </a:solidFill>
                <a:latin typeface="Aptos"/>
                <a:ea typeface="Aptos"/>
                <a:cs typeface="Aptos"/>
              </a:rPr>
              <a:t>Subsystems</a:t>
            </a:r>
          </a:p>
        </p:txBody>
      </p:sp>
      <p:sp>
        <p:nvSpPr>
          <p:cNvPr id="25" name="">
            <a:extLst xmlns:a="http://schemas.openxmlformats.org/drawingml/2006/main">
              <a:ext uri="{FF2B5EF4-FFF2-40B4-BE49-F238E27FC236}">
                <a16:creationId xmlns:a16="http://schemas.microsoft.com/office/drawing/2014/main" id="{CF1EBB5C-BBC4-4461-BB58-BF44A59F29AF}"/>
              </a:ext>
            </a:extLst>
          </p:cNvPr>
          <p:cNvSpPr>
            <a:spLocks xmlns:a="http://schemas.openxmlformats.org/drawingml/2006/main" noGrp="1"/>
          </p:cNvSpPr>
          <p:nvPr/>
        </p:nvSpPr>
        <p:spPr>
          <a:xfrm xmlns:a="http://schemas.openxmlformats.org/drawingml/2006/main">
            <a:off x="7353300" y="3943350"/>
            <a:ext cx="1543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Hardware ownership</a:t>
            </a:r>
          </a:p>
        </p:txBody>
      </p:sp>
      <p:sp>
        <p:nvSpPr>
          <p:cNvPr id="26" name="">
            <a:extLst xmlns:a="http://schemas.openxmlformats.org/drawingml/2006/main">
              <a:ext uri="{FF2B5EF4-FFF2-40B4-BE49-F238E27FC236}">
                <a16:creationId xmlns:a16="http://schemas.microsoft.com/office/drawing/2014/main" id="{8722F443-99A4-4283-9B8F-17961319463D}"/>
              </a:ext>
            </a:extLst>
          </p:cNvPr>
          <p:cNvSpPr>
            <a:spLocks xmlns:a="http://schemas.openxmlformats.org/drawingml/2006/main" noGrp="1"/>
          </p:cNvSpPr>
          <p:nvPr/>
        </p:nvSpPr>
        <p:spPr>
          <a:xfrm xmlns:a="http://schemas.openxmlformats.org/drawingml/2006/main">
            <a:off x="9544050" y="25908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62D48A"/>
                </a:solidFill>
                <a:latin typeface="Aptos"/>
                <a:ea typeface="Aptos"/>
                <a:cs typeface="Aptos"/>
              </a:defRPr>
            </a:pPr>
            <a:r>
              <a:rPr sz="1500" b="1">
                <a:solidFill>
                  <a:srgbClr val="62D48A"/>
                </a:solidFill>
                <a:latin typeface="Aptos"/>
                <a:ea typeface="Aptos"/>
                <a:cs typeface="Aptos"/>
              </a:rPr>
              <a:t>5</a:t>
            </a:r>
          </a:p>
        </p:txBody>
      </p:sp>
      <p:sp>
        <p:nvSpPr>
          <p:cNvPr id="27" name="">
            <a:extLst xmlns:a="http://schemas.openxmlformats.org/drawingml/2006/main">
              <a:ext uri="{FF2B5EF4-FFF2-40B4-BE49-F238E27FC236}">
                <a16:creationId xmlns:a16="http://schemas.microsoft.com/office/drawing/2014/main" id="{61947573-9F9C-4F34-9595-20E60B40E304}"/>
              </a:ext>
            </a:extLst>
          </p:cNvPr>
          <p:cNvSpPr>
            <a:spLocks xmlns:a="http://schemas.openxmlformats.org/drawingml/2006/main" noGrp="1"/>
          </p:cNvSpPr>
          <p:nvPr/>
        </p:nvSpPr>
        <p:spPr>
          <a:xfrm xmlns:a="http://schemas.openxmlformats.org/drawingml/2006/main">
            <a:off x="9544050" y="3105150"/>
            <a:ext cx="1543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4F7FB"/>
                </a:solidFill>
                <a:latin typeface="Aptos"/>
                <a:ea typeface="Aptos"/>
                <a:cs typeface="Aptos"/>
              </a:defRPr>
            </a:pPr>
            <a:r>
              <a:rPr sz="1650" b="1">
                <a:solidFill>
                  <a:srgbClr val="F4F7FB"/>
                </a:solidFill>
                <a:latin typeface="Aptos"/>
                <a:ea typeface="Aptos"/>
                <a:cs typeface="Aptos"/>
              </a:rPr>
              <a:t>WPILib hardware classes</a:t>
            </a:r>
          </a:p>
        </p:txBody>
      </p:sp>
      <p:sp>
        <p:nvSpPr>
          <p:cNvPr id="28" name="">
            <a:extLst xmlns:a="http://schemas.openxmlformats.org/drawingml/2006/main">
              <a:ext uri="{FF2B5EF4-FFF2-40B4-BE49-F238E27FC236}">
                <a16:creationId xmlns:a16="http://schemas.microsoft.com/office/drawing/2014/main" id="{D92685E8-5456-4323-B881-200FA5E019A9}"/>
              </a:ext>
            </a:extLst>
          </p:cNvPr>
          <p:cNvSpPr>
            <a:spLocks xmlns:a="http://schemas.openxmlformats.org/drawingml/2006/main" noGrp="1"/>
          </p:cNvSpPr>
          <p:nvPr/>
        </p:nvSpPr>
        <p:spPr>
          <a:xfrm xmlns:a="http://schemas.openxmlformats.org/drawingml/2006/main">
            <a:off x="9544050" y="3943350"/>
            <a:ext cx="1543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Talon and DoubleSolenoid</a:t>
            </a:r>
          </a:p>
        </p:txBody>
      </p:sp>
      <p:sp>
        <p:nvSpPr>
          <p:cNvPr id="29" name="">
            <a:extLst xmlns:a="http://schemas.openxmlformats.org/drawingml/2006/main">
              <a:ext uri="{FF2B5EF4-FFF2-40B4-BE49-F238E27FC236}">
                <a16:creationId xmlns:a16="http://schemas.microsoft.com/office/drawing/2014/main" id="{6DEAAB91-8319-494B-808E-911D98777A0E}"/>
              </a:ext>
            </a:extLst>
          </p:cNvPr>
          <p:cNvSpPr>
            <a:spLocks xmlns:a="http://schemas.openxmlformats.org/drawingml/2006/main" noGrp="1"/>
          </p:cNvSpPr>
          <p:nvPr/>
        </p:nvSpPr>
        <p:spPr>
          <a:xfrm xmlns:a="http://schemas.openxmlformats.org/drawingml/2006/main">
            <a:off x="1333500" y="5086350"/>
            <a:ext cx="9525000" cy="590550"/>
          </a:xfrm>
          <a:prstGeom xmlns:a="http://schemas.openxmlformats.org/drawingml/2006/main" prst="roundRect">
            <a:avLst>
              <a:gd name="adj" fmla="val 16129"/>
            </a:avLst>
          </a:prstGeom>
          <a:solidFill xmlns:a="http://schemas.openxmlformats.org/drawingml/2006/main">
            <a:srgbClr val="162941"/>
          </a:solidFill>
          <a:ln xmlns:a="http://schemas.openxmlformats.org/drawingml/2006/main" w="9525">
            <a:solidFill>
              <a:srgbClr val="2D425B"/>
            </a:solidFill>
            <a:prstDash val="solid"/>
          </a:ln>
        </p:spPr>
      </p:sp>
      <p:sp>
        <p:nvSpPr>
          <p:cNvPr id="30" name="">
            <a:extLst xmlns:a="http://schemas.openxmlformats.org/drawingml/2006/main">
              <a:ext uri="{FF2B5EF4-FFF2-40B4-BE49-F238E27FC236}">
                <a16:creationId xmlns:a16="http://schemas.microsoft.com/office/drawing/2014/main" id="{3ED95920-A743-42BE-BF9A-1F14048D41AA}"/>
              </a:ext>
            </a:extLst>
          </p:cNvPr>
          <p:cNvSpPr>
            <a:spLocks xmlns:a="http://schemas.openxmlformats.org/drawingml/2006/main" noGrp="1"/>
          </p:cNvSpPr>
          <p:nvPr/>
        </p:nvSpPr>
        <p:spPr>
          <a:xfrm xmlns:a="http://schemas.openxmlformats.org/drawingml/2006/main">
            <a:off x="1581150" y="5238750"/>
            <a:ext cx="9029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425" b="1">
                <a:solidFill>
                  <a:srgbClr val="F4F7FB"/>
                </a:solidFill>
                <a:latin typeface="Aptos"/>
                <a:ea typeface="Aptos"/>
                <a:cs typeface="Aptos"/>
              </a:defRPr>
            </a:pPr>
            <a:r>
              <a:rPr sz="1425" b="1">
                <a:solidFill>
                  <a:srgbClr val="F4F7FB"/>
                </a:solidFill>
                <a:latin typeface="Aptos"/>
                <a:ea typeface="Aptos"/>
                <a:cs typeface="Aptos"/>
              </a:rPr>
              <a:t>CommandScheduler polls triggers, runs scheduled commands, and enforces subsystem requirements.</a:t>
            </a:r>
          </a:p>
        </p:txBody>
      </p:sp>
      <p:sp>
        <p:nvSpPr>
          <p:cNvPr id="31" name="footer-left">
            <a:extLst xmlns:a="http://schemas.openxmlformats.org/drawingml/2006/main">
              <a:ext uri="{FF2B5EF4-FFF2-40B4-BE49-F238E27FC236}">
                <a16:creationId xmlns:a16="http://schemas.microsoft.com/office/drawing/2014/main" id="{0D5B8A41-BA19-4B49-8803-F34C64557D27}"/>
              </a:ext>
            </a:extLst>
          </p:cNvPr>
          <p:cNvSpPr>
            <a:spLocks xmlns:a="http://schemas.openxmlformats.org/drawingml/2006/main" noGrp="1"/>
          </p:cNvSpPr>
          <p:nvPr/>
        </p:nvSpPr>
        <p:spPr>
          <a:xfrm xmlns:a="http://schemas.openxmlformats.org/drawingml/2006/main">
            <a:off x="609600" y="64960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825" b="0">
                <a:solidFill>
                  <a:srgbClr val="5E7188"/>
                </a:solidFill>
                <a:latin typeface="Aptos"/>
                <a:ea typeface="Aptos"/>
                <a:cs typeface="Aptos"/>
              </a:defRPr>
            </a:pPr>
            <a:r>
              <a:rPr sz="825" b="0">
                <a:solidFill>
                  <a:srgbClr val="5E7188"/>
                </a:solidFill>
                <a:latin typeface="Aptos"/>
                <a:ea typeface="Aptos"/>
                <a:cs typeface="Aptos"/>
              </a:rPr>
              <a:t>2020 FRC robot | command-based implementation</a:t>
            </a:r>
          </a:p>
        </p:txBody>
      </p:sp>
      <p:sp>
        <p:nvSpPr>
          <p:cNvPr id="32" name="footer-number">
            <a:extLst xmlns:a="http://schemas.openxmlformats.org/drawingml/2006/main">
              <a:ext uri="{FF2B5EF4-FFF2-40B4-BE49-F238E27FC236}">
                <a16:creationId xmlns:a16="http://schemas.microsoft.com/office/drawing/2014/main" id="{475FB84C-5A8B-406B-8587-77949935478E}"/>
              </a:ext>
            </a:extLst>
          </p:cNvPr>
          <p:cNvSpPr>
            <a:spLocks xmlns:a="http://schemas.openxmlformats.org/drawingml/2006/main" noGrp="1"/>
          </p:cNvSpPr>
          <p:nvPr/>
        </p:nvSpPr>
        <p:spPr>
          <a:xfrm xmlns:a="http://schemas.openxmlformats.org/drawingml/2006/main">
            <a:off x="11049000" y="647700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00" b="1">
                <a:solidFill>
                  <a:srgbClr val="5E7188"/>
                </a:solidFill>
                <a:latin typeface="Aptos"/>
                <a:ea typeface="Aptos"/>
                <a:cs typeface="Aptos"/>
              </a:defRPr>
            </a:pPr>
            <a:r>
              <a:rPr sz="900" b="1">
                <a:solidFill>
                  <a:srgbClr val="5E7188"/>
                </a:solidFill>
                <a:latin typeface="Aptos"/>
                <a:ea typeface="Aptos"/>
                <a:cs typeface="Aptos"/>
              </a:rPr>
              <a:t>09</a:t>
            </a:r>
          </a:p>
        </p:txBody>
      </p:sp>
    </p:spTree>
    <p:extLst>
      <p:ext uri="{BB962C8B-B14F-4D97-AF65-F5344CB8AC3E}">
        <p14:creationId xmlns:p14="http://schemas.microsoft.com/office/powerpoint/2010/main" val="534196845"/>
      </p:ext>
    </p:extLst>
  </p:cSld>
</p:sld>
</file>

<file path=ppt/slides/slide10.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20" name="section-label">
            <a:extLst xmlns:a="http://schemas.openxmlformats.org/drawingml/2006/main">
              <a:ext uri="{FF2B5EF4-FFF2-40B4-BE49-F238E27FC236}">
                <a16:creationId xmlns:a16="http://schemas.microsoft.com/office/drawing/2014/main" id="{98C6D8DB-FA3C-4E56-AAD5-5C237223C4A1}"/>
              </a:ext>
            </a:extLst>
          </p:cNvPr>
          <p:cNvSpPr>
            <a:spLocks xmlns:a="http://schemas.openxmlformats.org/drawingml/2006/main" noGrp="1"/>
          </p:cNvSpPr>
          <p:nvPr/>
        </p:nvSpPr>
        <p:spPr>
          <a:xfrm xmlns:a="http://schemas.openxmlformats.org/drawingml/2006/main">
            <a:off x="609600" y="3048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 b="1">
                <a:solidFill>
                  <a:srgbClr val="42C6FF"/>
                </a:solidFill>
                <a:latin typeface="Aptos"/>
                <a:ea typeface="Aptos"/>
                <a:cs typeface="Aptos"/>
              </a:defRPr>
            </a:pPr>
            <a:r>
              <a:rPr sz="1050" b="1">
                <a:solidFill>
                  <a:srgbClr val="42C6FF"/>
                </a:solidFill>
                <a:latin typeface="Aptos"/>
                <a:ea typeface="Aptos"/>
                <a:cs typeface="Aptos"/>
              </a:rPr>
              <a:t>4 · SOFTWARE CONTROL</a:t>
            </a:r>
          </a:p>
        </p:txBody>
      </p:sp>
      <p:sp>
        <p:nvSpPr>
          <p:cNvPr id="2" name="slide-title">
            <a:extLst xmlns:a="http://schemas.openxmlformats.org/drawingml/2006/main">
              <a:ext uri="{FF2B5EF4-FFF2-40B4-BE49-F238E27FC236}">
                <a16:creationId xmlns:a16="http://schemas.microsoft.com/office/drawing/2014/main" id="{81C1F82E-5F59-4444-BF94-999C94854AAD}"/>
              </a:ext>
            </a:extLst>
          </p:cNvPr>
          <p:cNvSpPr>
            <a:spLocks xmlns:a="http://schemas.openxmlformats.org/drawingml/2006/main" noGrp="1"/>
          </p:cNvSpPr>
          <p:nvPr/>
        </p:nvSpPr>
        <p:spPr>
          <a:xfrm xmlns:a="http://schemas.openxmlformats.org/drawingml/2006/main">
            <a:off x="609600" y="533400"/>
            <a:ext cx="1076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2000"/>
              </a:lnSpc>
              <a:buNone/>
              <a:defRPr sz="2625" b="1">
                <a:solidFill>
                  <a:srgbClr val="F4F7FB"/>
                </a:solidFill>
                <a:latin typeface="Aptos"/>
                <a:ea typeface="Aptos"/>
                <a:cs typeface="Aptos"/>
              </a:defRPr>
            </a:pPr>
            <a:r>
              <a:rPr sz="2625" b="1">
                <a:solidFill>
                  <a:srgbClr val="F4F7FB"/>
                </a:solidFill>
                <a:latin typeface="Aptos"/>
                <a:ea typeface="Aptos"/>
                <a:cs typeface="Aptos"/>
              </a:rPr>
              <a:t>RobotContainer creates and connects the live robot objects</a:t>
            </a:r>
          </a:p>
        </p:txBody>
      </p:sp>
      <p:sp>
        <p:nvSpPr>
          <p:cNvPr id="3" name="slide-subtitle">
            <a:extLst xmlns:a="http://schemas.openxmlformats.org/drawingml/2006/main">
              <a:ext uri="{FF2B5EF4-FFF2-40B4-BE49-F238E27FC236}">
                <a16:creationId xmlns:a16="http://schemas.microsoft.com/office/drawing/2014/main" id="{ECE56417-A938-4757-B75C-33797ACB71BB}"/>
              </a:ext>
            </a:extLst>
          </p:cNvPr>
          <p:cNvSpPr>
            <a:spLocks xmlns:a="http://schemas.openxmlformats.org/drawingml/2006/main" noGrp="1"/>
          </p:cNvSpPr>
          <p:nvPr/>
        </p:nvSpPr>
        <p:spPr>
          <a:xfrm xmlns:a="http://schemas.openxmlformats.org/drawingml/2006/main">
            <a:off x="609600" y="13335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robotInit() creates RobotContainer once; its constructor creates the controllers, subsystems, commands, and bindings.</a:t>
            </a:r>
          </a:p>
        </p:txBody>
      </p:sp>
      <p:sp>
        <p:nvSpPr>
          <p:cNvPr id="4" name="title-rule">
            <a:extLst xmlns:a="http://schemas.openxmlformats.org/drawingml/2006/main">
              <a:ext uri="{FF2B5EF4-FFF2-40B4-BE49-F238E27FC236}">
                <a16:creationId xmlns:a16="http://schemas.microsoft.com/office/drawing/2014/main" id="{E87BEB88-6838-49B3-8546-093415058B15}"/>
              </a:ext>
            </a:extLst>
          </p:cNvPr>
          <p:cNvSpPr>
            <a:spLocks xmlns:a="http://schemas.openxmlformats.org/drawingml/2006/main" noGrp="1"/>
          </p:cNvSpPr>
          <p:nvPr/>
        </p:nvSpPr>
        <p:spPr>
          <a:xfrm xmlns:a="http://schemas.openxmlformats.org/drawingml/2006/main">
            <a:off x="609600" y="1657350"/>
            <a:ext cx="10972800" cy="19050"/>
          </a:xfrm>
          <a:prstGeom xmlns:a="http://schemas.openxmlformats.org/drawingml/2006/main" prst="rect">
            <a:avLst/>
          </a:prstGeom>
          <a:solidFill xmlns:a="http://schemas.openxmlformats.org/drawingml/2006/main">
            <a:srgbClr val="2D425B"/>
          </a:solidFill>
          <a:ln xmlns:a="http://schemas.openxmlformats.org/drawingml/2006/main" w="0">
            <a:noFill/>
            <a:prstDash val="solid"/>
          </a:ln>
        </p:spPr>
      </p:sp>
      <p:sp>
        <p:nvSpPr>
          <p:cNvPr id="5" name="startup-code-panel">
            <a:extLst xmlns:a="http://schemas.openxmlformats.org/drawingml/2006/main">
              <a:ext uri="{FF2B5EF4-FFF2-40B4-BE49-F238E27FC236}">
                <a16:creationId xmlns:a16="http://schemas.microsoft.com/office/drawing/2014/main" id="{97488220-CE1C-4B8C-841F-51D996865F01}"/>
              </a:ext>
            </a:extLst>
          </p:cNvPr>
          <p:cNvSpPr>
            <a:spLocks xmlns:a="http://schemas.openxmlformats.org/drawingml/2006/main" noGrp="1"/>
          </p:cNvSpPr>
          <p:nvPr/>
        </p:nvSpPr>
        <p:spPr>
          <a:xfrm xmlns:a="http://schemas.openxmlformats.org/drawingml/2006/main">
            <a:off x="609600" y="1790700"/>
            <a:ext cx="6096000" cy="4343400"/>
          </a:xfrm>
          <a:prstGeom xmlns:a="http://schemas.openxmlformats.org/drawingml/2006/main" prst="roundRect">
            <a:avLst>
              <a:gd name="adj" fmla="val 2632"/>
            </a:avLst>
          </a:prstGeom>
          <a:solidFill xmlns:a="http://schemas.openxmlformats.org/drawingml/2006/main">
            <a:srgbClr val="0C1727"/>
          </a:solidFill>
          <a:ln xmlns:a="http://schemas.openxmlformats.org/drawingml/2006/main" w="9525">
            <a:solidFill>
              <a:srgbClr val="2D425B"/>
            </a:solidFill>
            <a:prstDash val="solid"/>
          </a:ln>
        </p:spPr>
      </p:sp>
      <p:sp>
        <p:nvSpPr>
          <p:cNvPr id="6" name="startup-code-accent">
            <a:extLst xmlns:a="http://schemas.openxmlformats.org/drawingml/2006/main">
              <a:ext uri="{FF2B5EF4-FFF2-40B4-BE49-F238E27FC236}">
                <a16:creationId xmlns:a16="http://schemas.microsoft.com/office/drawing/2014/main" id="{7AA02527-D4CF-48A7-BF64-2E35FAA7745E}"/>
              </a:ext>
            </a:extLst>
          </p:cNvPr>
          <p:cNvSpPr>
            <a:spLocks xmlns:a="http://schemas.openxmlformats.org/drawingml/2006/main" noGrp="1"/>
          </p:cNvSpPr>
          <p:nvPr/>
        </p:nvSpPr>
        <p:spPr>
          <a:xfrm xmlns:a="http://schemas.openxmlformats.org/drawingml/2006/main">
            <a:off x="609600" y="1790700"/>
            <a:ext cx="57150" cy="4343400"/>
          </a:xfrm>
          <a:prstGeom xmlns:a="http://schemas.openxmlformats.org/drawingml/2006/main" prst="roundRect">
            <a:avLst>
              <a:gd name="adj" fmla="val 50000"/>
            </a:avLst>
          </a:prstGeom>
          <a:solidFill xmlns:a="http://schemas.openxmlformats.org/drawingml/2006/main">
            <a:srgbClr val="62D48A"/>
          </a:solidFill>
          <a:ln xmlns:a="http://schemas.openxmlformats.org/drawingml/2006/main" w="0">
            <a:noFill/>
            <a:prstDash val="solid"/>
          </a:ln>
        </p:spPr>
      </p:sp>
      <p:sp>
        <p:nvSpPr>
          <p:cNvPr id="7" name="startup-code-title">
            <a:extLst xmlns:a="http://schemas.openxmlformats.org/drawingml/2006/main">
              <a:ext uri="{FF2B5EF4-FFF2-40B4-BE49-F238E27FC236}">
                <a16:creationId xmlns:a16="http://schemas.microsoft.com/office/drawing/2014/main" id="{D8FB77EF-27CA-4269-9FA6-797B3D241351}"/>
              </a:ext>
            </a:extLst>
          </p:cNvPr>
          <p:cNvSpPr>
            <a:spLocks xmlns:a="http://schemas.openxmlformats.org/drawingml/2006/main" noGrp="1"/>
          </p:cNvSpPr>
          <p:nvPr/>
        </p:nvSpPr>
        <p:spPr>
          <a:xfrm xmlns:a="http://schemas.openxmlformats.org/drawingml/2006/main">
            <a:off x="838200" y="1924050"/>
            <a:ext cx="5695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a:solidFill>
                  <a:srgbClr val="62D48A"/>
                </a:solidFill>
                <a:latin typeface="Consolas"/>
                <a:ea typeface="Consolas"/>
                <a:cs typeface="Consolas"/>
              </a:defRPr>
            </a:pPr>
            <a:r>
              <a:rPr sz="1125" b="1">
                <a:solidFill>
                  <a:srgbClr val="62D48A"/>
                </a:solidFill>
                <a:latin typeface="Consolas"/>
                <a:ea typeface="Consolas"/>
                <a:cs typeface="Consolas"/>
              </a:rPr>
              <a:t>STARTUP PATH</a:t>
            </a:r>
          </a:p>
        </p:txBody>
      </p:sp>
      <p:sp>
        <p:nvSpPr>
          <p:cNvPr id="8" name="startup-code-text">
            <a:extLst xmlns:a="http://schemas.openxmlformats.org/drawingml/2006/main">
              <a:ext uri="{FF2B5EF4-FFF2-40B4-BE49-F238E27FC236}">
                <a16:creationId xmlns:a16="http://schemas.microsoft.com/office/drawing/2014/main" id="{D4D5D7BE-FF62-4011-8C15-20F2A20F2C24}"/>
              </a:ext>
            </a:extLst>
          </p:cNvPr>
          <p:cNvSpPr>
            <a:spLocks xmlns:a="http://schemas.openxmlformats.org/drawingml/2006/main" noGrp="1"/>
          </p:cNvSpPr>
          <p:nvPr/>
        </p:nvSpPr>
        <p:spPr>
          <a:xfrm xmlns:a="http://schemas.openxmlformats.org/drawingml/2006/main">
            <a:off x="838200" y="2247900"/>
            <a:ext cx="5695950" cy="3752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public void robotInit() {</a:t>
            </a:r>
          </a:p>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    robotContainer = new RobotContainer();</a:t>
            </a:r>
          </a:p>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a:t>
            </a:r>
          </a:p>
          <a:p xmlns:a="http://schemas.openxmlformats.org/drawingml/2006/main">
            <a:r>
              <a:t/>
            </a:r>
          </a:p>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public RobotContainer() {</a:t>
            </a:r>
          </a:p>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    driverController = new CommandXboxController(</a:t>
            </a:r>
          </a:p>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        Constants.Operator.DRIVER_CONTROLLER);</a:t>
            </a:r>
          </a:p>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    operatorController = new CommandXboxController(</a:t>
            </a:r>
          </a:p>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        Constants.Operator.OPERATOR_CONTROLLER);</a:t>
            </a:r>
          </a:p>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    driveSubsystem = new DriveSubsystem();</a:t>
            </a:r>
          </a:p>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    climberSubsystem = new ClimberSubsystem();</a:t>
            </a:r>
          </a:p>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    beltSubsystem = new BeltSubsystem();</a:t>
            </a:r>
          </a:p>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    rollerSubsystem = new RollerSubsystem();</a:t>
            </a:r>
          </a:p>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    CameraServer.startAutomaticCapture(0);</a:t>
            </a:r>
          </a:p>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    configureDefaultCommands();</a:t>
            </a:r>
          </a:p>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    configureBindings();</a:t>
            </a:r>
          </a:p>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a:t>
            </a:r>
          </a:p>
        </p:txBody>
      </p:sp>
      <p:sp>
        <p:nvSpPr>
          <p:cNvPr id="9" name="">
            <a:extLst xmlns:a="http://schemas.openxmlformats.org/drawingml/2006/main">
              <a:ext uri="{FF2B5EF4-FFF2-40B4-BE49-F238E27FC236}">
                <a16:creationId xmlns:a16="http://schemas.microsoft.com/office/drawing/2014/main" id="{A58D3E44-A434-4BEC-835F-21EF0F882D82}"/>
              </a:ext>
            </a:extLst>
          </p:cNvPr>
          <p:cNvSpPr>
            <a:spLocks xmlns:a="http://schemas.openxmlformats.org/drawingml/2006/main" noGrp="1"/>
          </p:cNvSpPr>
          <p:nvPr/>
        </p:nvSpPr>
        <p:spPr>
          <a:xfrm xmlns:a="http://schemas.openxmlformats.org/drawingml/2006/main">
            <a:off x="7219950" y="2038350"/>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025" b="1">
                <a:solidFill>
                  <a:srgbClr val="F4F7FB"/>
                </a:solidFill>
                <a:latin typeface="Aptos"/>
                <a:ea typeface="Aptos"/>
                <a:cs typeface="Aptos"/>
              </a:defRPr>
            </a:pPr>
            <a:r>
              <a:rPr sz="2025" b="1">
                <a:solidFill>
                  <a:srgbClr val="F4F7FB"/>
                </a:solidFill>
                <a:latin typeface="Aptos"/>
                <a:ea typeface="Aptos"/>
                <a:cs typeface="Aptos"/>
              </a:rPr>
              <a:t>After construction</a:t>
            </a:r>
          </a:p>
        </p:txBody>
      </p:sp>
      <p:sp>
        <p:nvSpPr>
          <p:cNvPr id="10" name="bullets-dot-0">
            <a:extLst xmlns:a="http://schemas.openxmlformats.org/drawingml/2006/main">
              <a:ext uri="{FF2B5EF4-FFF2-40B4-BE49-F238E27FC236}">
                <a16:creationId xmlns:a16="http://schemas.microsoft.com/office/drawing/2014/main" id="{DF1B579D-7541-4A53-85A3-FE76240933E5}"/>
              </a:ext>
            </a:extLst>
          </p:cNvPr>
          <p:cNvSpPr>
            <a:spLocks xmlns:a="http://schemas.openxmlformats.org/drawingml/2006/main" noGrp="1"/>
          </p:cNvSpPr>
          <p:nvPr/>
        </p:nvSpPr>
        <p:spPr>
          <a:xfrm xmlns:a="http://schemas.openxmlformats.org/drawingml/2006/main">
            <a:off x="7239000" y="2828925"/>
            <a:ext cx="95250" cy="95250"/>
          </a:xfrm>
          <a:prstGeom xmlns:a="http://schemas.openxmlformats.org/drawingml/2006/main" prst="roundRect">
            <a:avLst>
              <a:gd name="adj" fmla="val 50000"/>
            </a:avLst>
          </a:prstGeom>
          <a:solidFill xmlns:a="http://schemas.openxmlformats.org/drawingml/2006/main">
            <a:srgbClr val="62D48A"/>
          </a:solidFill>
          <a:ln xmlns:a="http://schemas.openxmlformats.org/drawingml/2006/main" w="0">
            <a:noFill/>
            <a:prstDash val="solid"/>
          </a:ln>
        </p:spPr>
      </p:sp>
      <p:sp>
        <p:nvSpPr>
          <p:cNvPr id="11" name="bullets-0">
            <a:extLst xmlns:a="http://schemas.openxmlformats.org/drawingml/2006/main">
              <a:ext uri="{FF2B5EF4-FFF2-40B4-BE49-F238E27FC236}">
                <a16:creationId xmlns:a16="http://schemas.microsoft.com/office/drawing/2014/main" id="{493AEF60-9BAC-471B-9AB2-19BDD99971AC}"/>
              </a:ext>
            </a:extLst>
          </p:cNvPr>
          <p:cNvSpPr>
            <a:spLocks xmlns:a="http://schemas.openxmlformats.org/drawingml/2006/main" noGrp="1"/>
          </p:cNvSpPr>
          <p:nvPr/>
        </p:nvSpPr>
        <p:spPr>
          <a:xfrm xmlns:a="http://schemas.openxmlformats.org/drawingml/2006/main">
            <a:off x="7467600" y="2743200"/>
            <a:ext cx="3771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0">
                <a:solidFill>
                  <a:srgbClr val="F4F7FB"/>
                </a:solidFill>
                <a:latin typeface="Aptos"/>
                <a:ea typeface="Aptos"/>
                <a:cs typeface="Aptos"/>
              </a:defRPr>
            </a:pPr>
            <a:r>
              <a:rPr sz="1500" b="0">
                <a:solidFill>
                  <a:srgbClr val="F4F7FB"/>
                </a:solidFill>
                <a:latin typeface="Aptos"/>
                <a:ea typeface="Aptos"/>
                <a:cs typeface="Aptos"/>
              </a:rPr>
              <a:t>Each hardware object is encapsulated by one subsystem.</a:t>
            </a:r>
          </a:p>
        </p:txBody>
      </p:sp>
      <p:sp>
        <p:nvSpPr>
          <p:cNvPr id="12" name="bullets-dot-1">
            <a:extLst xmlns:a="http://schemas.openxmlformats.org/drawingml/2006/main">
              <a:ext uri="{FF2B5EF4-FFF2-40B4-BE49-F238E27FC236}">
                <a16:creationId xmlns:a16="http://schemas.microsoft.com/office/drawing/2014/main" id="{0CDC4D25-84A8-41AD-9BFB-3F400729F502}"/>
              </a:ext>
            </a:extLst>
          </p:cNvPr>
          <p:cNvSpPr>
            <a:spLocks xmlns:a="http://schemas.openxmlformats.org/drawingml/2006/main" noGrp="1"/>
          </p:cNvSpPr>
          <p:nvPr/>
        </p:nvSpPr>
        <p:spPr>
          <a:xfrm xmlns:a="http://schemas.openxmlformats.org/drawingml/2006/main">
            <a:off x="7239000" y="3476625"/>
            <a:ext cx="95250" cy="95250"/>
          </a:xfrm>
          <a:prstGeom xmlns:a="http://schemas.openxmlformats.org/drawingml/2006/main" prst="roundRect">
            <a:avLst>
              <a:gd name="adj" fmla="val 50000"/>
            </a:avLst>
          </a:prstGeom>
          <a:solidFill xmlns:a="http://schemas.openxmlformats.org/drawingml/2006/main">
            <a:srgbClr val="62D48A"/>
          </a:solidFill>
          <a:ln xmlns:a="http://schemas.openxmlformats.org/drawingml/2006/main" w="0">
            <a:noFill/>
            <a:prstDash val="solid"/>
          </a:ln>
        </p:spPr>
      </p:sp>
      <p:sp>
        <p:nvSpPr>
          <p:cNvPr id="13" name="bullets-1">
            <a:extLst xmlns:a="http://schemas.openxmlformats.org/drawingml/2006/main">
              <a:ext uri="{FF2B5EF4-FFF2-40B4-BE49-F238E27FC236}">
                <a16:creationId xmlns:a16="http://schemas.microsoft.com/office/drawing/2014/main" id="{C88A7CBF-A562-4116-B733-A39FE8D70020}"/>
              </a:ext>
            </a:extLst>
          </p:cNvPr>
          <p:cNvSpPr>
            <a:spLocks xmlns:a="http://schemas.openxmlformats.org/drawingml/2006/main" noGrp="1"/>
          </p:cNvSpPr>
          <p:nvPr/>
        </p:nvSpPr>
        <p:spPr>
          <a:xfrm xmlns:a="http://schemas.openxmlformats.org/drawingml/2006/main">
            <a:off x="7467600" y="3390900"/>
            <a:ext cx="3771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0">
                <a:solidFill>
                  <a:srgbClr val="F4F7FB"/>
                </a:solidFill>
                <a:latin typeface="Aptos"/>
                <a:ea typeface="Aptos"/>
                <a:cs typeface="Aptos"/>
              </a:defRPr>
            </a:pPr>
            <a:r>
              <a:rPr sz="1500" b="0">
                <a:solidFill>
                  <a:srgbClr val="F4F7FB"/>
                </a:solidFill>
                <a:latin typeface="Aptos"/>
                <a:ea typeface="Aptos"/>
                <a:cs typeface="Aptos"/>
              </a:rPr>
              <a:t>The drive default command is ready.</a:t>
            </a:r>
          </a:p>
        </p:txBody>
      </p:sp>
      <p:sp>
        <p:nvSpPr>
          <p:cNvPr id="14" name="bullets-dot-2">
            <a:extLst xmlns:a="http://schemas.openxmlformats.org/drawingml/2006/main">
              <a:ext uri="{FF2B5EF4-FFF2-40B4-BE49-F238E27FC236}">
                <a16:creationId xmlns:a16="http://schemas.microsoft.com/office/drawing/2014/main" id="{306980A9-2F16-4A39-BBC7-B5E76E11AC19}"/>
              </a:ext>
            </a:extLst>
          </p:cNvPr>
          <p:cNvSpPr>
            <a:spLocks xmlns:a="http://schemas.openxmlformats.org/drawingml/2006/main" noGrp="1"/>
          </p:cNvSpPr>
          <p:nvPr/>
        </p:nvSpPr>
        <p:spPr>
          <a:xfrm xmlns:a="http://schemas.openxmlformats.org/drawingml/2006/main">
            <a:off x="7239000" y="4124325"/>
            <a:ext cx="95250" cy="95250"/>
          </a:xfrm>
          <a:prstGeom xmlns:a="http://schemas.openxmlformats.org/drawingml/2006/main" prst="roundRect">
            <a:avLst>
              <a:gd name="adj" fmla="val 50000"/>
            </a:avLst>
          </a:prstGeom>
          <a:solidFill xmlns:a="http://schemas.openxmlformats.org/drawingml/2006/main">
            <a:srgbClr val="62D48A"/>
          </a:solidFill>
          <a:ln xmlns:a="http://schemas.openxmlformats.org/drawingml/2006/main" w="0">
            <a:noFill/>
            <a:prstDash val="solid"/>
          </a:ln>
        </p:spPr>
      </p:sp>
      <p:sp>
        <p:nvSpPr>
          <p:cNvPr id="15" name="bullets-2">
            <a:extLst xmlns:a="http://schemas.openxmlformats.org/drawingml/2006/main">
              <a:ext uri="{FF2B5EF4-FFF2-40B4-BE49-F238E27FC236}">
                <a16:creationId xmlns:a16="http://schemas.microsoft.com/office/drawing/2014/main" id="{E3AD8519-D25F-444D-B799-D6FB5D653265}"/>
              </a:ext>
            </a:extLst>
          </p:cNvPr>
          <p:cNvSpPr>
            <a:spLocks xmlns:a="http://schemas.openxmlformats.org/drawingml/2006/main" noGrp="1"/>
          </p:cNvSpPr>
          <p:nvPr/>
        </p:nvSpPr>
        <p:spPr>
          <a:xfrm xmlns:a="http://schemas.openxmlformats.org/drawingml/2006/main">
            <a:off x="7467600" y="4038600"/>
            <a:ext cx="3771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0">
                <a:solidFill>
                  <a:srgbClr val="F4F7FB"/>
                </a:solidFill>
                <a:latin typeface="Aptos"/>
                <a:ea typeface="Aptos"/>
                <a:cs typeface="Aptos"/>
              </a:defRPr>
            </a:pPr>
            <a:r>
              <a:rPr sz="1500" b="0">
                <a:solidFill>
                  <a:srgbClr val="F4F7FB"/>
                </a:solidFill>
                <a:latin typeface="Aptos"/>
                <a:ea typeface="Aptos"/>
                <a:cs typeface="Aptos"/>
              </a:rPr>
              <a:t>Trigger bindings are configured.</a:t>
            </a:r>
          </a:p>
        </p:txBody>
      </p:sp>
      <p:sp>
        <p:nvSpPr>
          <p:cNvPr id="16" name="bullets-dot-3">
            <a:extLst xmlns:a="http://schemas.openxmlformats.org/drawingml/2006/main">
              <a:ext uri="{FF2B5EF4-FFF2-40B4-BE49-F238E27FC236}">
                <a16:creationId xmlns:a16="http://schemas.microsoft.com/office/drawing/2014/main" id="{3DEBDA4E-BE39-4184-AFF4-783C61C61111}"/>
              </a:ext>
            </a:extLst>
          </p:cNvPr>
          <p:cNvSpPr>
            <a:spLocks xmlns:a="http://schemas.openxmlformats.org/drawingml/2006/main" noGrp="1"/>
          </p:cNvSpPr>
          <p:nvPr/>
        </p:nvSpPr>
        <p:spPr>
          <a:xfrm xmlns:a="http://schemas.openxmlformats.org/drawingml/2006/main">
            <a:off x="7239000" y="4772025"/>
            <a:ext cx="95250" cy="95250"/>
          </a:xfrm>
          <a:prstGeom xmlns:a="http://schemas.openxmlformats.org/drawingml/2006/main" prst="roundRect">
            <a:avLst>
              <a:gd name="adj" fmla="val 50000"/>
            </a:avLst>
          </a:prstGeom>
          <a:solidFill xmlns:a="http://schemas.openxmlformats.org/drawingml/2006/main">
            <a:srgbClr val="62D48A"/>
          </a:solidFill>
          <a:ln xmlns:a="http://schemas.openxmlformats.org/drawingml/2006/main" w="0">
            <a:noFill/>
            <a:prstDash val="solid"/>
          </a:ln>
        </p:spPr>
      </p:sp>
      <p:sp>
        <p:nvSpPr>
          <p:cNvPr id="17" name="bullets-3">
            <a:extLst xmlns:a="http://schemas.openxmlformats.org/drawingml/2006/main">
              <a:ext uri="{FF2B5EF4-FFF2-40B4-BE49-F238E27FC236}">
                <a16:creationId xmlns:a16="http://schemas.microsoft.com/office/drawing/2014/main" id="{EDB4BF54-5826-420F-B931-33F33628AD2C}"/>
              </a:ext>
            </a:extLst>
          </p:cNvPr>
          <p:cNvSpPr>
            <a:spLocks xmlns:a="http://schemas.openxmlformats.org/drawingml/2006/main" noGrp="1"/>
          </p:cNvSpPr>
          <p:nvPr/>
        </p:nvSpPr>
        <p:spPr>
          <a:xfrm xmlns:a="http://schemas.openxmlformats.org/drawingml/2006/main">
            <a:off x="7467600" y="4686300"/>
            <a:ext cx="3771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0">
                <a:solidFill>
                  <a:srgbClr val="F4F7FB"/>
                </a:solidFill>
                <a:latin typeface="Aptos"/>
                <a:ea typeface="Aptos"/>
                <a:cs typeface="Aptos"/>
              </a:defRPr>
            </a:pPr>
            <a:r>
              <a:rPr sz="1500" b="0">
                <a:solidFill>
                  <a:srgbClr val="F4F7FB"/>
                </a:solidFill>
                <a:latin typeface="Aptos"/>
                <a:ea typeface="Aptos"/>
                <a:cs typeface="Aptos"/>
              </a:rPr>
              <a:t>The USB camera is streaming.</a:t>
            </a:r>
          </a:p>
        </p:txBody>
      </p:sp>
      <p:sp>
        <p:nvSpPr>
          <p:cNvPr id="18" name="footer-left">
            <a:extLst xmlns:a="http://schemas.openxmlformats.org/drawingml/2006/main">
              <a:ext uri="{FF2B5EF4-FFF2-40B4-BE49-F238E27FC236}">
                <a16:creationId xmlns:a16="http://schemas.microsoft.com/office/drawing/2014/main" id="{765919B9-3FDA-4EC5-8A38-08BDFEE0F2F0}"/>
              </a:ext>
            </a:extLst>
          </p:cNvPr>
          <p:cNvSpPr>
            <a:spLocks xmlns:a="http://schemas.openxmlformats.org/drawingml/2006/main" noGrp="1"/>
          </p:cNvSpPr>
          <p:nvPr/>
        </p:nvSpPr>
        <p:spPr>
          <a:xfrm xmlns:a="http://schemas.openxmlformats.org/drawingml/2006/main">
            <a:off x="609600" y="64960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825" b="0">
                <a:solidFill>
                  <a:srgbClr val="5E7188"/>
                </a:solidFill>
                <a:latin typeface="Aptos"/>
                <a:ea typeface="Aptos"/>
                <a:cs typeface="Aptos"/>
              </a:defRPr>
            </a:pPr>
            <a:r>
              <a:rPr sz="825" b="0">
                <a:solidFill>
                  <a:srgbClr val="5E7188"/>
                </a:solidFill>
                <a:latin typeface="Aptos"/>
                <a:ea typeface="Aptos"/>
                <a:cs typeface="Aptos"/>
              </a:rPr>
              <a:t>2020 FRC robot | command-based implementation</a:t>
            </a:r>
          </a:p>
        </p:txBody>
      </p:sp>
      <p:sp>
        <p:nvSpPr>
          <p:cNvPr id="19" name="footer-number">
            <a:extLst xmlns:a="http://schemas.openxmlformats.org/drawingml/2006/main">
              <a:ext uri="{FF2B5EF4-FFF2-40B4-BE49-F238E27FC236}">
                <a16:creationId xmlns:a16="http://schemas.microsoft.com/office/drawing/2014/main" id="{0BC99321-7EB7-4FA0-91F5-11D056986317}"/>
              </a:ext>
            </a:extLst>
          </p:cNvPr>
          <p:cNvSpPr>
            <a:spLocks xmlns:a="http://schemas.openxmlformats.org/drawingml/2006/main" noGrp="1"/>
          </p:cNvSpPr>
          <p:nvPr/>
        </p:nvSpPr>
        <p:spPr>
          <a:xfrm xmlns:a="http://schemas.openxmlformats.org/drawingml/2006/main">
            <a:off x="11049000" y="647700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00" b="1">
                <a:solidFill>
                  <a:srgbClr val="5E7188"/>
                </a:solidFill>
                <a:latin typeface="Aptos"/>
                <a:ea typeface="Aptos"/>
                <a:cs typeface="Aptos"/>
              </a:defRPr>
            </a:pPr>
            <a:r>
              <a:rPr sz="900" b="1">
                <a:solidFill>
                  <a:srgbClr val="5E7188"/>
                </a:solidFill>
                <a:latin typeface="Aptos"/>
                <a:ea typeface="Aptos"/>
                <a:cs typeface="Aptos"/>
              </a:rPr>
              <a:t>10</a:t>
            </a:r>
          </a:p>
        </p:txBody>
      </p:sp>
    </p:spTree>
    <p:extLst>
      <p:ext uri="{BB962C8B-B14F-4D97-AF65-F5344CB8AC3E}">
        <p14:creationId xmlns:p14="http://schemas.microsoft.com/office/powerpoint/2010/main" val="1859469705"/>
      </p:ext>
    </p:extLst>
  </p:cSld>
</p:sld>
</file>

<file path=ppt/slides/slide11.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33" name="section-label">
            <a:extLst xmlns:a="http://schemas.openxmlformats.org/drawingml/2006/main">
              <a:ext uri="{FF2B5EF4-FFF2-40B4-BE49-F238E27FC236}">
                <a16:creationId xmlns:a16="http://schemas.microsoft.com/office/drawing/2014/main" id="{B24DB374-6C07-4362-9FC7-2476C9E6CDEA}"/>
              </a:ext>
            </a:extLst>
          </p:cNvPr>
          <p:cNvSpPr>
            <a:spLocks xmlns:a="http://schemas.openxmlformats.org/drawingml/2006/main" noGrp="1"/>
          </p:cNvSpPr>
          <p:nvPr/>
        </p:nvSpPr>
        <p:spPr>
          <a:xfrm xmlns:a="http://schemas.openxmlformats.org/drawingml/2006/main">
            <a:off x="609600" y="3048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 b="1">
                <a:solidFill>
                  <a:srgbClr val="42C6FF"/>
                </a:solidFill>
                <a:latin typeface="Aptos"/>
                <a:ea typeface="Aptos"/>
                <a:cs typeface="Aptos"/>
              </a:defRPr>
            </a:pPr>
            <a:r>
              <a:rPr sz="1050" b="1">
                <a:solidFill>
                  <a:srgbClr val="42C6FF"/>
                </a:solidFill>
                <a:latin typeface="Aptos"/>
                <a:ea typeface="Aptos"/>
                <a:cs typeface="Aptos"/>
              </a:rPr>
              <a:t>4 · SOFTWARE CONTROL</a:t>
            </a:r>
          </a:p>
        </p:txBody>
      </p:sp>
      <p:sp>
        <p:nvSpPr>
          <p:cNvPr id="2" name="slide-title">
            <a:extLst xmlns:a="http://schemas.openxmlformats.org/drawingml/2006/main">
              <a:ext uri="{FF2B5EF4-FFF2-40B4-BE49-F238E27FC236}">
                <a16:creationId xmlns:a16="http://schemas.microsoft.com/office/drawing/2014/main" id="{0D681DA6-E408-4CCF-9B4A-AC37B4DF76B8}"/>
              </a:ext>
            </a:extLst>
          </p:cNvPr>
          <p:cNvSpPr>
            <a:spLocks xmlns:a="http://schemas.openxmlformats.org/drawingml/2006/main" noGrp="1"/>
          </p:cNvSpPr>
          <p:nvPr/>
        </p:nvSpPr>
        <p:spPr>
          <a:xfrm xmlns:a="http://schemas.openxmlformats.org/drawingml/2006/main">
            <a:off x="609600" y="533400"/>
            <a:ext cx="1076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2000"/>
              </a:lnSpc>
              <a:buNone/>
              <a:defRPr sz="2625" b="1">
                <a:solidFill>
                  <a:srgbClr val="F4F7FB"/>
                </a:solidFill>
                <a:latin typeface="Aptos"/>
                <a:ea typeface="Aptos"/>
                <a:cs typeface="Aptos"/>
              </a:defRPr>
            </a:pPr>
            <a:r>
              <a:rPr sz="2625" b="1">
                <a:solidFill>
                  <a:srgbClr val="F4F7FB"/>
                </a:solidFill>
                <a:latin typeface="Aptos"/>
                <a:ea typeface="Aptos"/>
                <a:cs typeface="Aptos"/>
              </a:rPr>
              <a:t>Commands call the subsystem that owns each mechanism</a:t>
            </a:r>
          </a:p>
        </p:txBody>
      </p:sp>
      <p:sp>
        <p:nvSpPr>
          <p:cNvPr id="3" name="slide-subtitle">
            <a:extLst xmlns:a="http://schemas.openxmlformats.org/drawingml/2006/main">
              <a:ext uri="{FF2B5EF4-FFF2-40B4-BE49-F238E27FC236}">
                <a16:creationId xmlns:a16="http://schemas.microsoft.com/office/drawing/2014/main" id="{BA2A3396-EB74-4B95-8B73-64E4A9BCCE06}"/>
              </a:ext>
            </a:extLst>
          </p:cNvPr>
          <p:cNvSpPr>
            <a:spLocks xmlns:a="http://schemas.openxmlformats.org/drawingml/2006/main" noGrp="1"/>
          </p:cNvSpPr>
          <p:nvPr/>
        </p:nvSpPr>
        <p:spPr>
          <a:xfrm xmlns:a="http://schemas.openxmlformats.org/drawingml/2006/main">
            <a:off x="609600" y="13335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Subsystems define how hardware operates; commands define when each action runs.</a:t>
            </a:r>
          </a:p>
        </p:txBody>
      </p:sp>
      <p:sp>
        <p:nvSpPr>
          <p:cNvPr id="4" name="title-rule">
            <a:extLst xmlns:a="http://schemas.openxmlformats.org/drawingml/2006/main">
              <a:ext uri="{FF2B5EF4-FFF2-40B4-BE49-F238E27FC236}">
                <a16:creationId xmlns:a16="http://schemas.microsoft.com/office/drawing/2014/main" id="{E8000023-3791-46DE-83AA-B539182C6A6E}"/>
              </a:ext>
            </a:extLst>
          </p:cNvPr>
          <p:cNvSpPr>
            <a:spLocks xmlns:a="http://schemas.openxmlformats.org/drawingml/2006/main" noGrp="1"/>
          </p:cNvSpPr>
          <p:nvPr/>
        </p:nvSpPr>
        <p:spPr>
          <a:xfrm xmlns:a="http://schemas.openxmlformats.org/drawingml/2006/main">
            <a:off x="609600" y="1657350"/>
            <a:ext cx="10972800" cy="19050"/>
          </a:xfrm>
          <a:prstGeom xmlns:a="http://schemas.openxmlformats.org/drawingml/2006/main" prst="rect">
            <a:avLst/>
          </a:prstGeom>
          <a:solidFill xmlns:a="http://schemas.openxmlformats.org/drawingml/2006/main">
            <a:srgbClr val="2D425B"/>
          </a:solidFill>
          <a:ln xmlns:a="http://schemas.openxmlformats.org/drawingml/2006/main" w="0">
            <a:noFill/>
            <a:prstDash val="solid"/>
          </a:ln>
        </p:spPr>
      </p:sp>
      <p:sp>
        <p:nvSpPr>
          <p:cNvPr id="5" name="layer-0">
            <a:extLst xmlns:a="http://schemas.openxmlformats.org/drawingml/2006/main">
              <a:ext uri="{FF2B5EF4-FFF2-40B4-BE49-F238E27FC236}">
                <a16:creationId xmlns:a16="http://schemas.microsoft.com/office/drawing/2014/main" id="{66D249D3-2432-4ADF-86A6-01A36826B1FA}"/>
              </a:ext>
            </a:extLst>
          </p:cNvPr>
          <p:cNvSpPr>
            <a:spLocks xmlns:a="http://schemas.openxmlformats.org/drawingml/2006/main" noGrp="1"/>
          </p:cNvSpPr>
          <p:nvPr/>
        </p:nvSpPr>
        <p:spPr>
          <a:xfrm xmlns:a="http://schemas.openxmlformats.org/drawingml/2006/main">
            <a:off x="609600" y="2400300"/>
            <a:ext cx="1885950" cy="2076450"/>
          </a:xfrm>
          <a:prstGeom xmlns:a="http://schemas.openxmlformats.org/drawingml/2006/main" prst="roundRect">
            <a:avLst>
              <a:gd name="adj" fmla="val 7071"/>
            </a:avLst>
          </a:prstGeom>
          <a:solidFill xmlns:a="http://schemas.openxmlformats.org/drawingml/2006/main">
            <a:srgbClr val="101E31"/>
          </a:solidFill>
          <a:ln xmlns:a="http://schemas.openxmlformats.org/drawingml/2006/main" w="9525">
            <a:solidFill>
              <a:srgbClr val="FFB64D"/>
            </a:solidFill>
            <a:prstDash val="solid"/>
          </a:ln>
        </p:spPr>
      </p:sp>
      <p:sp>
        <p:nvSpPr>
          <p:cNvPr id="6" name="layer-1">
            <a:extLst xmlns:a="http://schemas.openxmlformats.org/drawingml/2006/main">
              <a:ext uri="{FF2B5EF4-FFF2-40B4-BE49-F238E27FC236}">
                <a16:creationId xmlns:a16="http://schemas.microsoft.com/office/drawing/2014/main" id="{EFFDCADA-846E-497F-AB5F-7721B0537BB6}"/>
              </a:ext>
            </a:extLst>
          </p:cNvPr>
          <p:cNvSpPr>
            <a:spLocks xmlns:a="http://schemas.openxmlformats.org/drawingml/2006/main" noGrp="1"/>
          </p:cNvSpPr>
          <p:nvPr/>
        </p:nvSpPr>
        <p:spPr>
          <a:xfrm xmlns:a="http://schemas.openxmlformats.org/drawingml/2006/main">
            <a:off x="2800350" y="2400300"/>
            <a:ext cx="1885950" cy="2076450"/>
          </a:xfrm>
          <a:prstGeom xmlns:a="http://schemas.openxmlformats.org/drawingml/2006/main" prst="roundRect">
            <a:avLst>
              <a:gd name="adj" fmla="val 7071"/>
            </a:avLst>
          </a:prstGeom>
          <a:solidFill xmlns:a="http://schemas.openxmlformats.org/drawingml/2006/main">
            <a:srgbClr val="101E31"/>
          </a:solidFill>
          <a:ln xmlns:a="http://schemas.openxmlformats.org/drawingml/2006/main" w="9525">
            <a:solidFill>
              <a:srgbClr val="42C6FF"/>
            </a:solidFill>
            <a:prstDash val="solid"/>
          </a:ln>
        </p:spPr>
      </p:sp>
      <p:sp>
        <p:nvSpPr>
          <p:cNvPr id="7" name="layer-2">
            <a:extLst xmlns:a="http://schemas.openxmlformats.org/drawingml/2006/main">
              <a:ext uri="{FF2B5EF4-FFF2-40B4-BE49-F238E27FC236}">
                <a16:creationId xmlns:a16="http://schemas.microsoft.com/office/drawing/2014/main" id="{98B48D6F-3334-45BF-81FB-7E74E77254FB}"/>
              </a:ext>
            </a:extLst>
          </p:cNvPr>
          <p:cNvSpPr>
            <a:spLocks xmlns:a="http://schemas.openxmlformats.org/drawingml/2006/main" noGrp="1"/>
          </p:cNvSpPr>
          <p:nvPr/>
        </p:nvSpPr>
        <p:spPr>
          <a:xfrm xmlns:a="http://schemas.openxmlformats.org/drawingml/2006/main">
            <a:off x="4991100" y="2400300"/>
            <a:ext cx="1885950" cy="2076450"/>
          </a:xfrm>
          <a:prstGeom xmlns:a="http://schemas.openxmlformats.org/drawingml/2006/main" prst="roundRect">
            <a:avLst>
              <a:gd name="adj" fmla="val 7071"/>
            </a:avLst>
          </a:prstGeom>
          <a:solidFill xmlns:a="http://schemas.openxmlformats.org/drawingml/2006/main">
            <a:srgbClr val="101E31"/>
          </a:solidFill>
          <a:ln xmlns:a="http://schemas.openxmlformats.org/drawingml/2006/main" w="9525">
            <a:solidFill>
              <a:srgbClr val="42C6FF"/>
            </a:solidFill>
            <a:prstDash val="solid"/>
          </a:ln>
        </p:spPr>
      </p:sp>
      <p:sp>
        <p:nvSpPr>
          <p:cNvPr id="8" name="layer-3">
            <a:extLst xmlns:a="http://schemas.openxmlformats.org/drawingml/2006/main">
              <a:ext uri="{FF2B5EF4-FFF2-40B4-BE49-F238E27FC236}">
                <a16:creationId xmlns:a16="http://schemas.microsoft.com/office/drawing/2014/main" id="{45EB9CE4-6ACB-4E79-A545-B5506FBB2A75}"/>
              </a:ext>
            </a:extLst>
          </p:cNvPr>
          <p:cNvSpPr>
            <a:spLocks xmlns:a="http://schemas.openxmlformats.org/drawingml/2006/main" noGrp="1"/>
          </p:cNvSpPr>
          <p:nvPr/>
        </p:nvSpPr>
        <p:spPr>
          <a:xfrm xmlns:a="http://schemas.openxmlformats.org/drawingml/2006/main">
            <a:off x="7181850" y="2400300"/>
            <a:ext cx="1885950" cy="2076450"/>
          </a:xfrm>
          <a:prstGeom xmlns:a="http://schemas.openxmlformats.org/drawingml/2006/main" prst="roundRect">
            <a:avLst>
              <a:gd name="adj" fmla="val 7071"/>
            </a:avLst>
          </a:prstGeom>
          <a:solidFill xmlns:a="http://schemas.openxmlformats.org/drawingml/2006/main">
            <a:srgbClr val="101E31"/>
          </a:solidFill>
          <a:ln xmlns:a="http://schemas.openxmlformats.org/drawingml/2006/main" w="9525">
            <a:solidFill>
              <a:srgbClr val="42C6FF"/>
            </a:solidFill>
            <a:prstDash val="solid"/>
          </a:ln>
        </p:spPr>
      </p:sp>
      <p:sp>
        <p:nvSpPr>
          <p:cNvPr id="9" name="layer-4">
            <a:extLst xmlns:a="http://schemas.openxmlformats.org/drawingml/2006/main">
              <a:ext uri="{FF2B5EF4-FFF2-40B4-BE49-F238E27FC236}">
                <a16:creationId xmlns:a16="http://schemas.microsoft.com/office/drawing/2014/main" id="{E51159AA-54CD-44A8-A4E8-5F41B635DEEE}"/>
              </a:ext>
            </a:extLst>
          </p:cNvPr>
          <p:cNvSpPr>
            <a:spLocks xmlns:a="http://schemas.openxmlformats.org/drawingml/2006/main" noGrp="1"/>
          </p:cNvSpPr>
          <p:nvPr/>
        </p:nvSpPr>
        <p:spPr>
          <a:xfrm xmlns:a="http://schemas.openxmlformats.org/drawingml/2006/main">
            <a:off x="9372600" y="2400300"/>
            <a:ext cx="1885950" cy="2076450"/>
          </a:xfrm>
          <a:prstGeom xmlns:a="http://schemas.openxmlformats.org/drawingml/2006/main" prst="roundRect">
            <a:avLst>
              <a:gd name="adj" fmla="val 7071"/>
            </a:avLst>
          </a:prstGeom>
          <a:solidFill xmlns:a="http://schemas.openxmlformats.org/drawingml/2006/main">
            <a:srgbClr val="101E31"/>
          </a:solidFill>
          <a:ln xmlns:a="http://schemas.openxmlformats.org/drawingml/2006/main" w="9525">
            <a:solidFill>
              <a:srgbClr val="62D48A"/>
            </a:solidFill>
            <a:prstDash val="solid"/>
          </a:ln>
        </p:spPr>
      </p:sp>
      <p:cxnSp>
        <p:nvCxnSpPr>
          <p:cNvPr id="146" name=""/>
          <p:cNvCxnSpPr>
            <a:stCxn xmlns:a="http://schemas.openxmlformats.org/drawingml/2006/main" id="5" idx="3"/>
            <a:endCxn xmlns:a="http://schemas.openxmlformats.org/drawingml/2006/main" id="6" idx="1"/>
          </p:cNvCxnSpPr>
          <p:nvPr/>
        </p:nvCxnSpPr>
        <p:spPr>
          <a:xfrm xmlns:a="http://schemas.openxmlformats.org/drawingml/2006/main">
            <a:off x="2495550" y="3438525"/>
            <a:ext cx="304800" cy="0"/>
          </a:xfrm>
          <a:prstGeom xmlns:a="http://schemas.openxmlformats.org/drawingml/2006/main" prst="straightConnector1">
            <a:avLst/>
          </a:prstGeom>
          <a:ln xmlns:a="http://schemas.openxmlformats.org/drawingml/2006/main" w="19050">
            <a:solidFill>
              <a:srgbClr val="5E7188"/>
            </a:solidFill>
            <a:prstDash val="solid"/>
            <a:tailEnd type="arrow" w="sm" len="sm"/>
          </a:ln>
        </p:spPr>
      </p:cxnSp>
      <p:cxnSp>
        <p:nvCxnSpPr>
          <p:cNvPr id="147" name=""/>
          <p:cNvCxnSpPr>
            <a:stCxn xmlns:a="http://schemas.openxmlformats.org/drawingml/2006/main" id="6" idx="3"/>
            <a:endCxn xmlns:a="http://schemas.openxmlformats.org/drawingml/2006/main" id="7" idx="1"/>
          </p:cNvCxnSpPr>
          <p:nvPr/>
        </p:nvCxnSpPr>
        <p:spPr>
          <a:xfrm xmlns:a="http://schemas.openxmlformats.org/drawingml/2006/main">
            <a:off x="4686300" y="3438525"/>
            <a:ext cx="304800" cy="0"/>
          </a:xfrm>
          <a:prstGeom xmlns:a="http://schemas.openxmlformats.org/drawingml/2006/main" prst="straightConnector1">
            <a:avLst/>
          </a:prstGeom>
          <a:ln xmlns:a="http://schemas.openxmlformats.org/drawingml/2006/main" w="19050">
            <a:solidFill>
              <a:srgbClr val="5E7188"/>
            </a:solidFill>
            <a:prstDash val="solid"/>
            <a:tailEnd type="arrow" w="sm" len="sm"/>
          </a:ln>
        </p:spPr>
      </p:cxnSp>
      <p:cxnSp>
        <p:nvCxnSpPr>
          <p:cNvPr id="148" name=""/>
          <p:cNvCxnSpPr>
            <a:stCxn xmlns:a="http://schemas.openxmlformats.org/drawingml/2006/main" id="7" idx="3"/>
            <a:endCxn xmlns:a="http://schemas.openxmlformats.org/drawingml/2006/main" id="8" idx="1"/>
          </p:cNvCxnSpPr>
          <p:nvPr/>
        </p:nvCxnSpPr>
        <p:spPr>
          <a:xfrm xmlns:a="http://schemas.openxmlformats.org/drawingml/2006/main">
            <a:off x="6877050" y="3438525"/>
            <a:ext cx="304800" cy="0"/>
          </a:xfrm>
          <a:prstGeom xmlns:a="http://schemas.openxmlformats.org/drawingml/2006/main" prst="straightConnector1">
            <a:avLst/>
          </a:prstGeom>
          <a:ln xmlns:a="http://schemas.openxmlformats.org/drawingml/2006/main" w="19050">
            <a:solidFill>
              <a:srgbClr val="5E7188"/>
            </a:solidFill>
            <a:prstDash val="solid"/>
            <a:tailEnd type="arrow" w="sm" len="sm"/>
          </a:ln>
        </p:spPr>
      </p:cxnSp>
      <p:cxnSp>
        <p:nvCxnSpPr>
          <p:cNvPr id="149" name=""/>
          <p:cNvCxnSpPr>
            <a:stCxn xmlns:a="http://schemas.openxmlformats.org/drawingml/2006/main" id="8" idx="3"/>
            <a:endCxn xmlns:a="http://schemas.openxmlformats.org/drawingml/2006/main" id="9" idx="1"/>
          </p:cNvCxnSpPr>
          <p:nvPr/>
        </p:nvCxnSpPr>
        <p:spPr>
          <a:xfrm xmlns:a="http://schemas.openxmlformats.org/drawingml/2006/main">
            <a:off x="9067800" y="3438525"/>
            <a:ext cx="304800" cy="0"/>
          </a:xfrm>
          <a:prstGeom xmlns:a="http://schemas.openxmlformats.org/drawingml/2006/main" prst="straightConnector1">
            <a:avLst/>
          </a:prstGeom>
          <a:ln xmlns:a="http://schemas.openxmlformats.org/drawingml/2006/main" w="19050">
            <a:solidFill>
              <a:srgbClr val="5E7188"/>
            </a:solidFill>
            <a:prstDash val="solid"/>
            <a:tailEnd type="arrow" w="sm" len="sm"/>
          </a:ln>
        </p:spPr>
      </p:cxnSp>
      <p:sp>
        <p:nvSpPr>
          <p:cNvPr id="14" name="">
            <a:extLst xmlns:a="http://schemas.openxmlformats.org/drawingml/2006/main">
              <a:ext uri="{FF2B5EF4-FFF2-40B4-BE49-F238E27FC236}">
                <a16:creationId xmlns:a16="http://schemas.microsoft.com/office/drawing/2014/main" id="{B120038E-8AB1-47DB-B65C-77446EEDC9D0}"/>
              </a:ext>
            </a:extLst>
          </p:cNvPr>
          <p:cNvSpPr>
            <a:spLocks xmlns:a="http://schemas.openxmlformats.org/drawingml/2006/main" noGrp="1"/>
          </p:cNvSpPr>
          <p:nvPr/>
        </p:nvSpPr>
        <p:spPr>
          <a:xfrm xmlns:a="http://schemas.openxmlformats.org/drawingml/2006/main">
            <a:off x="781050" y="25908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FFB64D"/>
                </a:solidFill>
                <a:latin typeface="Aptos"/>
                <a:ea typeface="Aptos"/>
                <a:cs typeface="Aptos"/>
              </a:defRPr>
            </a:pPr>
            <a:r>
              <a:rPr sz="1500" b="1">
                <a:solidFill>
                  <a:srgbClr val="FFB64D"/>
                </a:solidFill>
                <a:latin typeface="Aptos"/>
                <a:ea typeface="Aptos"/>
                <a:cs typeface="Aptos"/>
              </a:rPr>
              <a:t>1</a:t>
            </a:r>
          </a:p>
        </p:txBody>
      </p:sp>
      <p:sp>
        <p:nvSpPr>
          <p:cNvPr id="15" name="">
            <a:extLst xmlns:a="http://schemas.openxmlformats.org/drawingml/2006/main">
              <a:ext uri="{FF2B5EF4-FFF2-40B4-BE49-F238E27FC236}">
                <a16:creationId xmlns:a16="http://schemas.microsoft.com/office/drawing/2014/main" id="{BC157FB7-8EEC-44F8-AA74-013E202FC44A}"/>
              </a:ext>
            </a:extLst>
          </p:cNvPr>
          <p:cNvSpPr>
            <a:spLocks xmlns:a="http://schemas.openxmlformats.org/drawingml/2006/main" noGrp="1"/>
          </p:cNvSpPr>
          <p:nvPr/>
        </p:nvSpPr>
        <p:spPr>
          <a:xfrm xmlns:a="http://schemas.openxmlformats.org/drawingml/2006/main">
            <a:off x="781050" y="3105150"/>
            <a:ext cx="1543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4F7FB"/>
                </a:solidFill>
                <a:latin typeface="Aptos"/>
                <a:ea typeface="Aptos"/>
                <a:cs typeface="Aptos"/>
              </a:defRPr>
            </a:pPr>
            <a:r>
              <a:rPr sz="1650" b="1">
                <a:solidFill>
                  <a:srgbClr val="F4F7FB"/>
                </a:solidFill>
                <a:latin typeface="Aptos"/>
                <a:ea typeface="Aptos"/>
                <a:cs typeface="Aptos"/>
              </a:rPr>
              <a:t>Subsystem method</a:t>
            </a:r>
          </a:p>
        </p:txBody>
      </p:sp>
      <p:sp>
        <p:nvSpPr>
          <p:cNvPr id="16" name="">
            <a:extLst xmlns:a="http://schemas.openxmlformats.org/drawingml/2006/main">
              <a:ext uri="{FF2B5EF4-FFF2-40B4-BE49-F238E27FC236}">
                <a16:creationId xmlns:a16="http://schemas.microsoft.com/office/drawing/2014/main" id="{F4C6C23D-D900-4B0D-9029-7293117D3121}"/>
              </a:ext>
            </a:extLst>
          </p:cNvPr>
          <p:cNvSpPr>
            <a:spLocks xmlns:a="http://schemas.openxmlformats.org/drawingml/2006/main" noGrp="1"/>
          </p:cNvSpPr>
          <p:nvPr/>
        </p:nvSpPr>
        <p:spPr>
          <a:xfrm xmlns:a="http://schemas.openxmlformats.org/drawingml/2006/main">
            <a:off x="781050" y="3943350"/>
            <a:ext cx="1543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Defines a capability</a:t>
            </a:r>
          </a:p>
        </p:txBody>
      </p:sp>
      <p:sp>
        <p:nvSpPr>
          <p:cNvPr id="17" name="">
            <a:extLst xmlns:a="http://schemas.openxmlformats.org/drawingml/2006/main">
              <a:ext uri="{FF2B5EF4-FFF2-40B4-BE49-F238E27FC236}">
                <a16:creationId xmlns:a16="http://schemas.microsoft.com/office/drawing/2014/main" id="{EC74DCD4-DA49-4921-941E-FFEA5744CB96}"/>
              </a:ext>
            </a:extLst>
          </p:cNvPr>
          <p:cNvSpPr>
            <a:spLocks xmlns:a="http://schemas.openxmlformats.org/drawingml/2006/main" noGrp="1"/>
          </p:cNvSpPr>
          <p:nvPr/>
        </p:nvSpPr>
        <p:spPr>
          <a:xfrm xmlns:a="http://schemas.openxmlformats.org/drawingml/2006/main">
            <a:off x="2971800" y="25908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42C6FF"/>
                </a:solidFill>
                <a:latin typeface="Aptos"/>
                <a:ea typeface="Aptos"/>
                <a:cs typeface="Aptos"/>
              </a:defRPr>
            </a:pPr>
            <a:r>
              <a:rPr sz="1500" b="1">
                <a:solidFill>
                  <a:srgbClr val="42C6FF"/>
                </a:solidFill>
                <a:latin typeface="Aptos"/>
                <a:ea typeface="Aptos"/>
                <a:cs typeface="Aptos"/>
              </a:rPr>
              <a:t>2</a:t>
            </a:r>
          </a:p>
        </p:txBody>
      </p:sp>
      <p:sp>
        <p:nvSpPr>
          <p:cNvPr id="18" name="">
            <a:extLst xmlns:a="http://schemas.openxmlformats.org/drawingml/2006/main">
              <a:ext uri="{FF2B5EF4-FFF2-40B4-BE49-F238E27FC236}">
                <a16:creationId xmlns:a16="http://schemas.microsoft.com/office/drawing/2014/main" id="{5BC79FAB-D810-48A1-9A84-31FE26106FE9}"/>
              </a:ext>
            </a:extLst>
          </p:cNvPr>
          <p:cNvSpPr>
            <a:spLocks xmlns:a="http://schemas.openxmlformats.org/drawingml/2006/main" noGrp="1"/>
          </p:cNvSpPr>
          <p:nvPr/>
        </p:nvSpPr>
        <p:spPr>
          <a:xfrm xmlns:a="http://schemas.openxmlformats.org/drawingml/2006/main">
            <a:off x="2971800" y="3105150"/>
            <a:ext cx="1543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4F7FB"/>
                </a:solidFill>
                <a:latin typeface="Aptos"/>
                <a:ea typeface="Aptos"/>
                <a:cs typeface="Aptos"/>
              </a:defRPr>
            </a:pPr>
            <a:r>
              <a:rPr sz="1650" b="1">
                <a:solidFill>
                  <a:srgbClr val="F4F7FB"/>
                </a:solidFill>
                <a:latin typeface="Aptos"/>
                <a:ea typeface="Aptos"/>
                <a:cs typeface="Aptos"/>
              </a:rPr>
              <a:t>Command</a:t>
            </a:r>
          </a:p>
        </p:txBody>
      </p:sp>
      <p:sp>
        <p:nvSpPr>
          <p:cNvPr id="19" name="">
            <a:extLst xmlns:a="http://schemas.openxmlformats.org/drawingml/2006/main">
              <a:ext uri="{FF2B5EF4-FFF2-40B4-BE49-F238E27FC236}">
                <a16:creationId xmlns:a16="http://schemas.microsoft.com/office/drawing/2014/main" id="{BEFB9313-30FA-4610-B987-C70A2F9B78E0}"/>
              </a:ext>
            </a:extLst>
          </p:cNvPr>
          <p:cNvSpPr>
            <a:spLocks xmlns:a="http://schemas.openxmlformats.org/drawingml/2006/main" noGrp="1"/>
          </p:cNvSpPr>
          <p:nvPr/>
        </p:nvSpPr>
        <p:spPr>
          <a:xfrm xmlns:a="http://schemas.openxmlformats.org/drawingml/2006/main">
            <a:off x="2971800" y="3943350"/>
            <a:ext cx="1543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Packages one action</a:t>
            </a:r>
          </a:p>
        </p:txBody>
      </p:sp>
      <p:sp>
        <p:nvSpPr>
          <p:cNvPr id="20" name="">
            <a:extLst xmlns:a="http://schemas.openxmlformats.org/drawingml/2006/main">
              <a:ext uri="{FF2B5EF4-FFF2-40B4-BE49-F238E27FC236}">
                <a16:creationId xmlns:a16="http://schemas.microsoft.com/office/drawing/2014/main" id="{C7AD9195-9F78-4EB3-9B0F-BD075E3D6099}"/>
              </a:ext>
            </a:extLst>
          </p:cNvPr>
          <p:cNvSpPr>
            <a:spLocks xmlns:a="http://schemas.openxmlformats.org/drawingml/2006/main" noGrp="1"/>
          </p:cNvSpPr>
          <p:nvPr/>
        </p:nvSpPr>
        <p:spPr>
          <a:xfrm xmlns:a="http://schemas.openxmlformats.org/drawingml/2006/main">
            <a:off x="5162550" y="25908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42C6FF"/>
                </a:solidFill>
                <a:latin typeface="Aptos"/>
                <a:ea typeface="Aptos"/>
                <a:cs typeface="Aptos"/>
              </a:defRPr>
            </a:pPr>
            <a:r>
              <a:rPr sz="1500" b="1">
                <a:solidFill>
                  <a:srgbClr val="42C6FF"/>
                </a:solidFill>
                <a:latin typeface="Aptos"/>
                <a:ea typeface="Aptos"/>
                <a:cs typeface="Aptos"/>
              </a:rPr>
              <a:t>3</a:t>
            </a:r>
          </a:p>
        </p:txBody>
      </p:sp>
      <p:sp>
        <p:nvSpPr>
          <p:cNvPr id="21" name="">
            <a:extLst xmlns:a="http://schemas.openxmlformats.org/drawingml/2006/main">
              <a:ext uri="{FF2B5EF4-FFF2-40B4-BE49-F238E27FC236}">
                <a16:creationId xmlns:a16="http://schemas.microsoft.com/office/drawing/2014/main" id="{4CB70B2E-A2ED-46E9-BF73-B09F224A8EA1}"/>
              </a:ext>
            </a:extLst>
          </p:cNvPr>
          <p:cNvSpPr>
            <a:spLocks xmlns:a="http://schemas.openxmlformats.org/drawingml/2006/main" noGrp="1"/>
          </p:cNvSpPr>
          <p:nvPr/>
        </p:nvSpPr>
        <p:spPr>
          <a:xfrm xmlns:a="http://schemas.openxmlformats.org/drawingml/2006/main">
            <a:off x="5162550" y="3105150"/>
            <a:ext cx="1543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4F7FB"/>
                </a:solidFill>
                <a:latin typeface="Aptos"/>
                <a:ea typeface="Aptos"/>
                <a:cs typeface="Aptos"/>
              </a:defRPr>
            </a:pPr>
            <a:r>
              <a:rPr sz="1650" b="1">
                <a:solidFill>
                  <a:srgbClr val="F4F7FB"/>
                </a:solidFill>
                <a:latin typeface="Aptos"/>
                <a:ea typeface="Aptos"/>
                <a:cs typeface="Aptos"/>
              </a:rPr>
              <a:t>Requirements</a:t>
            </a:r>
          </a:p>
        </p:txBody>
      </p:sp>
      <p:sp>
        <p:nvSpPr>
          <p:cNvPr id="22" name="">
            <a:extLst xmlns:a="http://schemas.openxmlformats.org/drawingml/2006/main">
              <a:ext uri="{FF2B5EF4-FFF2-40B4-BE49-F238E27FC236}">
                <a16:creationId xmlns:a16="http://schemas.microsoft.com/office/drawing/2014/main" id="{659D0D6A-F970-415C-9F27-EF2FC8AFEAD3}"/>
              </a:ext>
            </a:extLst>
          </p:cNvPr>
          <p:cNvSpPr>
            <a:spLocks xmlns:a="http://schemas.openxmlformats.org/drawingml/2006/main" noGrp="1"/>
          </p:cNvSpPr>
          <p:nvPr/>
        </p:nvSpPr>
        <p:spPr>
          <a:xfrm xmlns:a="http://schemas.openxmlformats.org/drawingml/2006/main">
            <a:off x="5162550" y="3943350"/>
            <a:ext cx="1543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Declare subsystem use</a:t>
            </a:r>
          </a:p>
        </p:txBody>
      </p:sp>
      <p:sp>
        <p:nvSpPr>
          <p:cNvPr id="23" name="">
            <a:extLst xmlns:a="http://schemas.openxmlformats.org/drawingml/2006/main">
              <a:ext uri="{FF2B5EF4-FFF2-40B4-BE49-F238E27FC236}">
                <a16:creationId xmlns:a16="http://schemas.microsoft.com/office/drawing/2014/main" id="{80A74869-8F3C-4BCF-9DB6-D83619BFBF64}"/>
              </a:ext>
            </a:extLst>
          </p:cNvPr>
          <p:cNvSpPr>
            <a:spLocks xmlns:a="http://schemas.openxmlformats.org/drawingml/2006/main" noGrp="1"/>
          </p:cNvSpPr>
          <p:nvPr/>
        </p:nvSpPr>
        <p:spPr>
          <a:xfrm xmlns:a="http://schemas.openxmlformats.org/drawingml/2006/main">
            <a:off x="7353300" y="25908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42C6FF"/>
                </a:solidFill>
                <a:latin typeface="Aptos"/>
                <a:ea typeface="Aptos"/>
                <a:cs typeface="Aptos"/>
              </a:defRPr>
            </a:pPr>
            <a:r>
              <a:rPr sz="1500" b="1">
                <a:solidFill>
                  <a:srgbClr val="42C6FF"/>
                </a:solidFill>
                <a:latin typeface="Aptos"/>
                <a:ea typeface="Aptos"/>
                <a:cs typeface="Aptos"/>
              </a:rPr>
              <a:t>4</a:t>
            </a:r>
          </a:p>
        </p:txBody>
      </p:sp>
      <p:sp>
        <p:nvSpPr>
          <p:cNvPr id="24" name="">
            <a:extLst xmlns:a="http://schemas.openxmlformats.org/drawingml/2006/main">
              <a:ext uri="{FF2B5EF4-FFF2-40B4-BE49-F238E27FC236}">
                <a16:creationId xmlns:a16="http://schemas.microsoft.com/office/drawing/2014/main" id="{3FEB0B8C-23EB-4A0E-9F48-2549F3793C4D}"/>
              </a:ext>
            </a:extLst>
          </p:cNvPr>
          <p:cNvSpPr>
            <a:spLocks xmlns:a="http://schemas.openxmlformats.org/drawingml/2006/main" noGrp="1"/>
          </p:cNvSpPr>
          <p:nvPr/>
        </p:nvSpPr>
        <p:spPr>
          <a:xfrm xmlns:a="http://schemas.openxmlformats.org/drawingml/2006/main">
            <a:off x="7353300" y="3105150"/>
            <a:ext cx="1543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4F7FB"/>
                </a:solidFill>
                <a:latin typeface="Aptos"/>
                <a:ea typeface="Aptos"/>
                <a:cs typeface="Aptos"/>
              </a:defRPr>
            </a:pPr>
            <a:r>
              <a:rPr sz="1650" b="1">
                <a:solidFill>
                  <a:srgbClr val="F4F7FB"/>
                </a:solidFill>
                <a:latin typeface="Aptos"/>
                <a:ea typeface="Aptos"/>
                <a:cs typeface="Aptos"/>
              </a:rPr>
              <a:t>Trigger or sequence</a:t>
            </a:r>
          </a:p>
        </p:txBody>
      </p:sp>
      <p:sp>
        <p:nvSpPr>
          <p:cNvPr id="25" name="">
            <a:extLst xmlns:a="http://schemas.openxmlformats.org/drawingml/2006/main">
              <a:ext uri="{FF2B5EF4-FFF2-40B4-BE49-F238E27FC236}">
                <a16:creationId xmlns:a16="http://schemas.microsoft.com/office/drawing/2014/main" id="{CF1EBB5C-BBC4-4461-BB58-BF44A59F29AF}"/>
              </a:ext>
            </a:extLst>
          </p:cNvPr>
          <p:cNvSpPr>
            <a:spLocks xmlns:a="http://schemas.openxmlformats.org/drawingml/2006/main" noGrp="1"/>
          </p:cNvSpPr>
          <p:nvPr/>
        </p:nvSpPr>
        <p:spPr>
          <a:xfrm xmlns:a="http://schemas.openxmlformats.org/drawingml/2006/main">
            <a:off x="7353300" y="3943350"/>
            <a:ext cx="1543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Schedules the command</a:t>
            </a:r>
          </a:p>
        </p:txBody>
      </p:sp>
      <p:sp>
        <p:nvSpPr>
          <p:cNvPr id="26" name="">
            <a:extLst xmlns:a="http://schemas.openxmlformats.org/drawingml/2006/main">
              <a:ext uri="{FF2B5EF4-FFF2-40B4-BE49-F238E27FC236}">
                <a16:creationId xmlns:a16="http://schemas.microsoft.com/office/drawing/2014/main" id="{8722F443-99A4-4283-9B8F-17961319463D}"/>
              </a:ext>
            </a:extLst>
          </p:cNvPr>
          <p:cNvSpPr>
            <a:spLocks xmlns:a="http://schemas.openxmlformats.org/drawingml/2006/main" noGrp="1"/>
          </p:cNvSpPr>
          <p:nvPr/>
        </p:nvSpPr>
        <p:spPr>
          <a:xfrm xmlns:a="http://schemas.openxmlformats.org/drawingml/2006/main">
            <a:off x="9544050" y="25908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62D48A"/>
                </a:solidFill>
                <a:latin typeface="Aptos"/>
                <a:ea typeface="Aptos"/>
                <a:cs typeface="Aptos"/>
              </a:defRPr>
            </a:pPr>
            <a:r>
              <a:rPr sz="1500" b="1">
                <a:solidFill>
                  <a:srgbClr val="62D48A"/>
                </a:solidFill>
                <a:latin typeface="Aptos"/>
                <a:ea typeface="Aptos"/>
                <a:cs typeface="Aptos"/>
              </a:rPr>
              <a:t>5</a:t>
            </a:r>
          </a:p>
        </p:txBody>
      </p:sp>
      <p:sp>
        <p:nvSpPr>
          <p:cNvPr id="27" name="">
            <a:extLst xmlns:a="http://schemas.openxmlformats.org/drawingml/2006/main">
              <a:ext uri="{FF2B5EF4-FFF2-40B4-BE49-F238E27FC236}">
                <a16:creationId xmlns:a16="http://schemas.microsoft.com/office/drawing/2014/main" id="{61947573-9F9C-4F34-9595-20E60B40E304}"/>
              </a:ext>
            </a:extLst>
          </p:cNvPr>
          <p:cNvSpPr>
            <a:spLocks xmlns:a="http://schemas.openxmlformats.org/drawingml/2006/main" noGrp="1"/>
          </p:cNvSpPr>
          <p:nvPr/>
        </p:nvSpPr>
        <p:spPr>
          <a:xfrm xmlns:a="http://schemas.openxmlformats.org/drawingml/2006/main">
            <a:off x="9544050" y="3105150"/>
            <a:ext cx="1543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4F7FB"/>
                </a:solidFill>
                <a:latin typeface="Aptos"/>
                <a:ea typeface="Aptos"/>
                <a:cs typeface="Aptos"/>
              </a:defRPr>
            </a:pPr>
            <a:r>
              <a:rPr sz="1650" b="1">
                <a:solidFill>
                  <a:srgbClr val="F4F7FB"/>
                </a:solidFill>
                <a:latin typeface="Aptos"/>
                <a:ea typeface="Aptos"/>
                <a:cs typeface="Aptos"/>
              </a:rPr>
              <a:t>Scheduler</a:t>
            </a:r>
          </a:p>
        </p:txBody>
      </p:sp>
      <p:sp>
        <p:nvSpPr>
          <p:cNvPr id="28" name="">
            <a:extLst xmlns:a="http://schemas.openxmlformats.org/drawingml/2006/main">
              <a:ext uri="{FF2B5EF4-FFF2-40B4-BE49-F238E27FC236}">
                <a16:creationId xmlns:a16="http://schemas.microsoft.com/office/drawing/2014/main" id="{D92685E8-5456-4323-B881-200FA5E019A9}"/>
              </a:ext>
            </a:extLst>
          </p:cNvPr>
          <p:cNvSpPr>
            <a:spLocks xmlns:a="http://schemas.openxmlformats.org/drawingml/2006/main" noGrp="1"/>
          </p:cNvSpPr>
          <p:nvPr/>
        </p:nvSpPr>
        <p:spPr>
          <a:xfrm xmlns:a="http://schemas.openxmlformats.org/drawingml/2006/main">
            <a:off x="9544050" y="3943350"/>
            <a:ext cx="1543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CommandScheduler runs it</a:t>
            </a:r>
          </a:p>
        </p:txBody>
      </p:sp>
      <p:sp>
        <p:nvSpPr>
          <p:cNvPr id="29" name="">
            <a:extLst xmlns:a="http://schemas.openxmlformats.org/drawingml/2006/main">
              <a:ext uri="{FF2B5EF4-FFF2-40B4-BE49-F238E27FC236}">
                <a16:creationId xmlns:a16="http://schemas.microsoft.com/office/drawing/2014/main" id="{6DEAAB91-8319-494B-808E-911D98777A0E}"/>
              </a:ext>
            </a:extLst>
          </p:cNvPr>
          <p:cNvSpPr>
            <a:spLocks xmlns:a="http://schemas.openxmlformats.org/drawingml/2006/main" noGrp="1"/>
          </p:cNvSpPr>
          <p:nvPr/>
        </p:nvSpPr>
        <p:spPr>
          <a:xfrm xmlns:a="http://schemas.openxmlformats.org/drawingml/2006/main">
            <a:off x="1333500" y="5086350"/>
            <a:ext cx="9525000" cy="590550"/>
          </a:xfrm>
          <a:prstGeom xmlns:a="http://schemas.openxmlformats.org/drawingml/2006/main" prst="roundRect">
            <a:avLst>
              <a:gd name="adj" fmla="val 16129"/>
            </a:avLst>
          </a:prstGeom>
          <a:solidFill xmlns:a="http://schemas.openxmlformats.org/drawingml/2006/main">
            <a:srgbClr val="162941"/>
          </a:solidFill>
          <a:ln xmlns:a="http://schemas.openxmlformats.org/drawingml/2006/main" w="9525">
            <a:solidFill>
              <a:srgbClr val="2D425B"/>
            </a:solidFill>
            <a:prstDash val="solid"/>
          </a:ln>
        </p:spPr>
      </p:sp>
      <p:sp>
        <p:nvSpPr>
          <p:cNvPr id="30" name="">
            <a:extLst xmlns:a="http://schemas.openxmlformats.org/drawingml/2006/main">
              <a:ext uri="{FF2B5EF4-FFF2-40B4-BE49-F238E27FC236}">
                <a16:creationId xmlns:a16="http://schemas.microsoft.com/office/drawing/2014/main" id="{3ED95920-A743-42BE-BF9A-1F14048D41AA}"/>
              </a:ext>
            </a:extLst>
          </p:cNvPr>
          <p:cNvSpPr>
            <a:spLocks xmlns:a="http://schemas.openxmlformats.org/drawingml/2006/main" noGrp="1"/>
          </p:cNvSpPr>
          <p:nvPr/>
        </p:nvSpPr>
        <p:spPr>
          <a:xfrm xmlns:a="http://schemas.openxmlformats.org/drawingml/2006/main">
            <a:off x="1581150" y="5238750"/>
            <a:ext cx="9029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425" b="1">
                <a:solidFill>
                  <a:srgbClr val="F4F7FB"/>
                </a:solidFill>
                <a:latin typeface="Aptos"/>
                <a:ea typeface="Aptos"/>
                <a:cs typeface="Aptos"/>
              </a:defRPr>
            </a:pPr>
            <a:r>
              <a:rPr sz="1425" b="1">
                <a:solidFill>
                  <a:srgbClr val="F4F7FB"/>
                </a:solidFill>
                <a:latin typeface="Aptos"/>
                <a:ea typeface="Aptos"/>
                <a:cs typeface="Aptos"/>
              </a:rPr>
              <a:t>A command calls subsystem methods; it does not access motors or solenoids directly.</a:t>
            </a:r>
          </a:p>
        </p:txBody>
      </p:sp>
      <p:sp>
        <p:nvSpPr>
          <p:cNvPr id="31" name="footer-left">
            <a:extLst xmlns:a="http://schemas.openxmlformats.org/drawingml/2006/main">
              <a:ext uri="{FF2B5EF4-FFF2-40B4-BE49-F238E27FC236}">
                <a16:creationId xmlns:a16="http://schemas.microsoft.com/office/drawing/2014/main" id="{0D5B8A41-BA19-4B49-8803-F34C64557D27}"/>
              </a:ext>
            </a:extLst>
          </p:cNvPr>
          <p:cNvSpPr>
            <a:spLocks xmlns:a="http://schemas.openxmlformats.org/drawingml/2006/main" noGrp="1"/>
          </p:cNvSpPr>
          <p:nvPr/>
        </p:nvSpPr>
        <p:spPr>
          <a:xfrm xmlns:a="http://schemas.openxmlformats.org/drawingml/2006/main">
            <a:off x="609600" y="64960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825" b="0">
                <a:solidFill>
                  <a:srgbClr val="5E7188"/>
                </a:solidFill>
                <a:latin typeface="Aptos"/>
                <a:ea typeface="Aptos"/>
                <a:cs typeface="Aptos"/>
              </a:defRPr>
            </a:pPr>
            <a:r>
              <a:rPr sz="825" b="0">
                <a:solidFill>
                  <a:srgbClr val="5E7188"/>
                </a:solidFill>
                <a:latin typeface="Aptos"/>
                <a:ea typeface="Aptos"/>
                <a:cs typeface="Aptos"/>
              </a:rPr>
              <a:t>2020 FRC robot | command-based implementation</a:t>
            </a:r>
          </a:p>
        </p:txBody>
      </p:sp>
      <p:sp>
        <p:nvSpPr>
          <p:cNvPr id="32" name="footer-number">
            <a:extLst xmlns:a="http://schemas.openxmlformats.org/drawingml/2006/main">
              <a:ext uri="{FF2B5EF4-FFF2-40B4-BE49-F238E27FC236}">
                <a16:creationId xmlns:a16="http://schemas.microsoft.com/office/drawing/2014/main" id="{475FB84C-5A8B-406B-8587-77949935478E}"/>
              </a:ext>
            </a:extLst>
          </p:cNvPr>
          <p:cNvSpPr>
            <a:spLocks xmlns:a="http://schemas.openxmlformats.org/drawingml/2006/main" noGrp="1"/>
          </p:cNvSpPr>
          <p:nvPr/>
        </p:nvSpPr>
        <p:spPr>
          <a:xfrm xmlns:a="http://schemas.openxmlformats.org/drawingml/2006/main">
            <a:off x="11049000" y="647700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00" b="1">
                <a:solidFill>
                  <a:srgbClr val="5E7188"/>
                </a:solidFill>
                <a:latin typeface="Aptos"/>
                <a:ea typeface="Aptos"/>
                <a:cs typeface="Aptos"/>
              </a:defRPr>
            </a:pPr>
            <a:r>
              <a:rPr sz="900" b="1">
                <a:solidFill>
                  <a:srgbClr val="5E7188"/>
                </a:solidFill>
                <a:latin typeface="Aptos"/>
                <a:ea typeface="Aptos"/>
                <a:cs typeface="Aptos"/>
              </a:rPr>
              <a:t>11</a:t>
            </a:r>
          </a:p>
        </p:txBody>
      </p:sp>
    </p:spTree>
    <p:extLst>
      <p:ext uri="{BB962C8B-B14F-4D97-AF65-F5344CB8AC3E}">
        <p14:creationId xmlns:p14="http://schemas.microsoft.com/office/powerpoint/2010/main" val="534196845"/>
      </p:ext>
    </p:extLst>
  </p:cSld>
</p:sld>
</file>

<file path=ppt/slides/slide12.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22" name="section-label">
            <a:extLst xmlns:a="http://schemas.openxmlformats.org/drawingml/2006/main">
              <a:ext uri="{FF2B5EF4-FFF2-40B4-BE49-F238E27FC236}">
                <a16:creationId xmlns:a16="http://schemas.microsoft.com/office/drawing/2014/main" id="{42B54514-A799-4817-B075-E7ED1588F6F9}"/>
              </a:ext>
            </a:extLst>
          </p:cNvPr>
          <p:cNvSpPr>
            <a:spLocks xmlns:a="http://schemas.openxmlformats.org/drawingml/2006/main" noGrp="1"/>
          </p:cNvSpPr>
          <p:nvPr/>
        </p:nvSpPr>
        <p:spPr>
          <a:xfrm xmlns:a="http://schemas.openxmlformats.org/drawingml/2006/main">
            <a:off x="609600" y="3048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 b="1">
                <a:solidFill>
                  <a:srgbClr val="42C6FF"/>
                </a:solidFill>
                <a:latin typeface="Aptos"/>
                <a:ea typeface="Aptos"/>
                <a:cs typeface="Aptos"/>
              </a:defRPr>
            </a:pPr>
            <a:r>
              <a:rPr sz="1050" b="1">
                <a:solidFill>
                  <a:srgbClr val="42C6FF"/>
                </a:solidFill>
                <a:latin typeface="Aptos"/>
                <a:ea typeface="Aptos"/>
                <a:cs typeface="Aptos"/>
              </a:rPr>
              <a:t>4 · SOFTWARE CONTROL</a:t>
            </a:r>
          </a:p>
        </p:txBody>
      </p:sp>
      <p:sp>
        <p:nvSpPr>
          <p:cNvPr id="2" name="slide-title">
            <a:extLst xmlns:a="http://schemas.openxmlformats.org/drawingml/2006/main">
              <a:ext uri="{FF2B5EF4-FFF2-40B4-BE49-F238E27FC236}">
                <a16:creationId xmlns:a16="http://schemas.microsoft.com/office/drawing/2014/main" id="{96051818-DD80-4FD5-8D68-D53D698BF115}"/>
              </a:ext>
            </a:extLst>
          </p:cNvPr>
          <p:cNvSpPr>
            <a:spLocks xmlns:a="http://schemas.openxmlformats.org/drawingml/2006/main" noGrp="1"/>
          </p:cNvSpPr>
          <p:nvPr/>
        </p:nvSpPr>
        <p:spPr>
          <a:xfrm xmlns:a="http://schemas.openxmlformats.org/drawingml/2006/main">
            <a:off x="609600" y="533400"/>
            <a:ext cx="1076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2000"/>
              </a:lnSpc>
              <a:buNone/>
              <a:defRPr sz="2625" b="1">
                <a:solidFill>
                  <a:srgbClr val="F4F7FB"/>
                </a:solidFill>
                <a:latin typeface="Aptos"/>
                <a:ea typeface="Aptos"/>
                <a:cs typeface="Aptos"/>
              </a:defRPr>
            </a:pPr>
            <a:r>
              <a:rPr sz="2625" b="1">
                <a:solidFill>
                  <a:srgbClr val="F4F7FB"/>
                </a:solidFill>
                <a:latin typeface="Aptos"/>
                <a:ea typeface="Aptos"/>
                <a:cs typeface="Aptos"/>
              </a:rPr>
              <a:t>Trigger bindings identify which command each input schedules</a:t>
            </a:r>
          </a:p>
        </p:txBody>
      </p:sp>
      <p:sp>
        <p:nvSpPr>
          <p:cNvPr id="3" name="slide-subtitle">
            <a:extLst xmlns:a="http://schemas.openxmlformats.org/drawingml/2006/main">
              <a:ext uri="{FF2B5EF4-FFF2-40B4-BE49-F238E27FC236}">
                <a16:creationId xmlns:a16="http://schemas.microsoft.com/office/drawing/2014/main" id="{75EF3E47-731F-488A-A095-45449514D014}"/>
              </a:ext>
            </a:extLst>
          </p:cNvPr>
          <p:cNvSpPr>
            <a:spLocks xmlns:a="http://schemas.openxmlformats.org/drawingml/2006/main" noGrp="1"/>
          </p:cNvSpPr>
          <p:nvPr/>
        </p:nvSpPr>
        <p:spPr>
          <a:xfrm xmlns:a="http://schemas.openxmlformats.org/drawingml/2006/main">
            <a:off x="609600" y="13335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Each Trigger binding method matches the behavior: whileTrue for held actions and onTrue for one-time actions.</a:t>
            </a:r>
          </a:p>
        </p:txBody>
      </p:sp>
      <p:sp>
        <p:nvSpPr>
          <p:cNvPr id="4" name="title-rule">
            <a:extLst xmlns:a="http://schemas.openxmlformats.org/drawingml/2006/main">
              <a:ext uri="{FF2B5EF4-FFF2-40B4-BE49-F238E27FC236}">
                <a16:creationId xmlns:a16="http://schemas.microsoft.com/office/drawing/2014/main" id="{FADF2E6C-6A6A-4FD5-8710-35D3BA08CD07}"/>
              </a:ext>
            </a:extLst>
          </p:cNvPr>
          <p:cNvSpPr>
            <a:spLocks xmlns:a="http://schemas.openxmlformats.org/drawingml/2006/main" noGrp="1"/>
          </p:cNvSpPr>
          <p:nvPr/>
        </p:nvSpPr>
        <p:spPr>
          <a:xfrm xmlns:a="http://schemas.openxmlformats.org/drawingml/2006/main">
            <a:off x="609600" y="1657350"/>
            <a:ext cx="10972800" cy="19050"/>
          </a:xfrm>
          <a:prstGeom xmlns:a="http://schemas.openxmlformats.org/drawingml/2006/main" prst="rect">
            <a:avLst/>
          </a:prstGeom>
          <a:solidFill xmlns:a="http://schemas.openxmlformats.org/drawingml/2006/main">
            <a:srgbClr val="2D425B"/>
          </a:solidFill>
          <a:ln xmlns:a="http://schemas.openxmlformats.org/drawingml/2006/main" w="0">
            <a:noFill/>
            <a:prstDash val="solid"/>
          </a:ln>
        </p:spPr>
      </p:sp>
      <p:sp>
        <p:nvSpPr>
          <p:cNvPr id="5" name="bindings-code-panel">
            <a:extLst xmlns:a="http://schemas.openxmlformats.org/drawingml/2006/main">
              <a:ext uri="{FF2B5EF4-FFF2-40B4-BE49-F238E27FC236}">
                <a16:creationId xmlns:a16="http://schemas.microsoft.com/office/drawing/2014/main" id="{607E770A-F445-4C41-BC92-7F4BBF424411}"/>
              </a:ext>
            </a:extLst>
          </p:cNvPr>
          <p:cNvSpPr>
            <a:spLocks xmlns:a="http://schemas.openxmlformats.org/drawingml/2006/main" noGrp="1"/>
          </p:cNvSpPr>
          <p:nvPr/>
        </p:nvSpPr>
        <p:spPr>
          <a:xfrm xmlns:a="http://schemas.openxmlformats.org/drawingml/2006/main">
            <a:off x="609600" y="1752600"/>
            <a:ext cx="7543800" cy="4457700"/>
          </a:xfrm>
          <a:prstGeom xmlns:a="http://schemas.openxmlformats.org/drawingml/2006/main" prst="roundRect">
            <a:avLst>
              <a:gd name="adj" fmla="val 2564"/>
            </a:avLst>
          </a:prstGeom>
          <a:solidFill xmlns:a="http://schemas.openxmlformats.org/drawingml/2006/main">
            <a:srgbClr val="0C1727"/>
          </a:solidFill>
          <a:ln xmlns:a="http://schemas.openxmlformats.org/drawingml/2006/main" w="9525">
            <a:solidFill>
              <a:srgbClr val="2D425B"/>
            </a:solidFill>
            <a:prstDash val="solid"/>
          </a:ln>
        </p:spPr>
      </p:sp>
      <p:sp>
        <p:nvSpPr>
          <p:cNvPr id="6" name="bindings-code-accent">
            <a:extLst xmlns:a="http://schemas.openxmlformats.org/drawingml/2006/main">
              <a:ext uri="{FF2B5EF4-FFF2-40B4-BE49-F238E27FC236}">
                <a16:creationId xmlns:a16="http://schemas.microsoft.com/office/drawing/2014/main" id="{297170B0-4D88-4702-81A2-10E07A8A28EF}"/>
              </a:ext>
            </a:extLst>
          </p:cNvPr>
          <p:cNvSpPr>
            <a:spLocks xmlns:a="http://schemas.openxmlformats.org/drawingml/2006/main" noGrp="1"/>
          </p:cNvSpPr>
          <p:nvPr/>
        </p:nvSpPr>
        <p:spPr>
          <a:xfrm xmlns:a="http://schemas.openxmlformats.org/drawingml/2006/main">
            <a:off x="609600" y="1752600"/>
            <a:ext cx="57150" cy="4457700"/>
          </a:xfrm>
          <a:prstGeom xmlns:a="http://schemas.openxmlformats.org/drawingml/2006/main" prst="roundRect">
            <a:avLst>
              <a:gd name="adj" fmla="val 50000"/>
            </a:avLst>
          </a:prstGeom>
          <a:solidFill xmlns:a="http://schemas.openxmlformats.org/drawingml/2006/main">
            <a:srgbClr val="42C6FF"/>
          </a:solidFill>
          <a:ln xmlns:a="http://schemas.openxmlformats.org/drawingml/2006/main" w="0">
            <a:noFill/>
            <a:prstDash val="solid"/>
          </a:ln>
        </p:spPr>
      </p:sp>
      <p:sp>
        <p:nvSpPr>
          <p:cNvPr id="7" name="bindings-code-title">
            <a:extLst xmlns:a="http://schemas.openxmlformats.org/drawingml/2006/main">
              <a:ext uri="{FF2B5EF4-FFF2-40B4-BE49-F238E27FC236}">
                <a16:creationId xmlns:a16="http://schemas.microsoft.com/office/drawing/2014/main" id="{588A010C-5B8B-4B1F-87BD-37E10AB407D1}"/>
              </a:ext>
            </a:extLst>
          </p:cNvPr>
          <p:cNvSpPr>
            <a:spLocks xmlns:a="http://schemas.openxmlformats.org/drawingml/2006/main" noGrp="1"/>
          </p:cNvSpPr>
          <p:nvPr/>
        </p:nvSpPr>
        <p:spPr>
          <a:xfrm xmlns:a="http://schemas.openxmlformats.org/drawingml/2006/main">
            <a:off x="838200" y="18859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a:solidFill>
                  <a:srgbClr val="42C6FF"/>
                </a:solidFill>
                <a:latin typeface="Consolas"/>
                <a:ea typeface="Consolas"/>
                <a:cs typeface="Consolas"/>
              </a:defRPr>
            </a:pPr>
            <a:r>
              <a:rPr sz="1125" b="1">
                <a:solidFill>
                  <a:srgbClr val="42C6FF"/>
                </a:solidFill>
                <a:latin typeface="Consolas"/>
                <a:ea typeface="Consolas"/>
                <a:cs typeface="Consolas"/>
              </a:rPr>
              <a:t>RobotContainer.configureBindings()</a:t>
            </a:r>
          </a:p>
        </p:txBody>
      </p:sp>
      <p:sp>
        <p:nvSpPr>
          <p:cNvPr id="8" name="bindings-code-text">
            <a:extLst xmlns:a="http://schemas.openxmlformats.org/drawingml/2006/main">
              <a:ext uri="{FF2B5EF4-FFF2-40B4-BE49-F238E27FC236}">
                <a16:creationId xmlns:a16="http://schemas.microsoft.com/office/drawing/2014/main" id="{EF00A080-A30C-4173-B0D1-7DD336748616}"/>
              </a:ext>
            </a:extLst>
          </p:cNvPr>
          <p:cNvSpPr>
            <a:spLocks xmlns:a="http://schemas.openxmlformats.org/drawingml/2006/main" noGrp="1"/>
          </p:cNvSpPr>
          <p:nvPr/>
        </p:nvSpPr>
        <p:spPr>
          <a:xfrm xmlns:a="http://schemas.openxmlformats.org/drawingml/2006/main">
            <a:off x="838200" y="2209800"/>
            <a:ext cx="7143750" cy="3867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operatorController.y()</a:t>
            </a:r>
          </a:p>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    .onTrue(new ToggleClimberArmsCommand(climberSubsystem));</a:t>
            </a:r>
          </a:p>
          <a:p xmlns:a="http://schemas.openxmlformats.org/drawingml/2006/main">
            <a:r>
              <a:t/>
            </a:r>
          </a:p>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operatorController.a()</a:t>
            </a:r>
          </a:p>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    .whileTrue(new BeltInCommand(beltSubsystem));</a:t>
            </a:r>
          </a:p>
          <a:p xmlns:a="http://schemas.openxmlformats.org/drawingml/2006/main">
            <a:r>
              <a:t/>
            </a:r>
          </a:p>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operatorController.b()</a:t>
            </a:r>
          </a:p>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    .whileTrue(new BeltOutCommand(beltSubsystem));</a:t>
            </a:r>
          </a:p>
          <a:p xmlns:a="http://schemas.openxmlformats.org/drawingml/2006/main">
            <a:r>
              <a:t/>
            </a:r>
          </a:p>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operatorController.x()</a:t>
            </a:r>
          </a:p>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    .whileTrue(new RollerCommand(rollerSubsystem));</a:t>
            </a:r>
          </a:p>
          <a:p xmlns:a="http://schemas.openxmlformats.org/drawingml/2006/main">
            <a:r>
              <a:t/>
            </a:r>
          </a:p>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driverController.rightBumper()</a:t>
            </a:r>
          </a:p>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    .whileTrue(new SlowDriveCommand(driveSpeedMode));</a:t>
            </a:r>
          </a:p>
        </p:txBody>
      </p:sp>
      <p:sp>
        <p:nvSpPr>
          <p:cNvPr id="9" name="">
            <a:extLst xmlns:a="http://schemas.openxmlformats.org/drawingml/2006/main">
              <a:ext uri="{FF2B5EF4-FFF2-40B4-BE49-F238E27FC236}">
                <a16:creationId xmlns:a16="http://schemas.microsoft.com/office/drawing/2014/main" id="{02ED68B0-6AED-4F27-AFD8-07D5D189AE41}"/>
              </a:ext>
            </a:extLst>
          </p:cNvPr>
          <p:cNvSpPr>
            <a:spLocks xmlns:a="http://schemas.openxmlformats.org/drawingml/2006/main" noGrp="1"/>
          </p:cNvSpPr>
          <p:nvPr/>
        </p:nvSpPr>
        <p:spPr>
          <a:xfrm xmlns:a="http://schemas.openxmlformats.org/drawingml/2006/main">
            <a:off x="8629650" y="2000250"/>
            <a:ext cx="266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950" b="1">
                <a:solidFill>
                  <a:srgbClr val="F4F7FB"/>
                </a:solidFill>
                <a:latin typeface="Aptos"/>
                <a:ea typeface="Aptos"/>
                <a:cs typeface="Aptos"/>
              </a:defRPr>
            </a:pPr>
            <a:r>
              <a:rPr sz="1950" b="1">
                <a:solidFill>
                  <a:srgbClr val="F4F7FB"/>
                </a:solidFill>
                <a:latin typeface="Aptos"/>
                <a:ea typeface="Aptos"/>
                <a:cs typeface="Aptos"/>
              </a:rPr>
              <a:t>Read a binding as a sentence</a:t>
            </a:r>
          </a:p>
        </p:txBody>
      </p:sp>
      <p:sp>
        <p:nvSpPr>
          <p:cNvPr id="10" name="bullets-dot-0">
            <a:extLst xmlns:a="http://schemas.openxmlformats.org/drawingml/2006/main">
              <a:ext uri="{FF2B5EF4-FFF2-40B4-BE49-F238E27FC236}">
                <a16:creationId xmlns:a16="http://schemas.microsoft.com/office/drawing/2014/main" id="{31F340F6-C4AD-48C5-A73D-D3A45FA33AC1}"/>
              </a:ext>
            </a:extLst>
          </p:cNvPr>
          <p:cNvSpPr>
            <a:spLocks xmlns:a="http://schemas.openxmlformats.org/drawingml/2006/main" noGrp="1"/>
          </p:cNvSpPr>
          <p:nvPr/>
        </p:nvSpPr>
        <p:spPr>
          <a:xfrm xmlns:a="http://schemas.openxmlformats.org/drawingml/2006/main">
            <a:off x="8667750" y="3057525"/>
            <a:ext cx="95250" cy="95250"/>
          </a:xfrm>
          <a:prstGeom xmlns:a="http://schemas.openxmlformats.org/drawingml/2006/main" prst="roundRect">
            <a:avLst>
              <a:gd name="adj" fmla="val 50000"/>
            </a:avLst>
          </a:prstGeom>
          <a:solidFill xmlns:a="http://schemas.openxmlformats.org/drawingml/2006/main">
            <a:srgbClr val="FFB64D"/>
          </a:solidFill>
          <a:ln xmlns:a="http://schemas.openxmlformats.org/drawingml/2006/main" w="0">
            <a:noFill/>
            <a:prstDash val="solid"/>
          </a:ln>
        </p:spPr>
      </p:sp>
      <p:sp>
        <p:nvSpPr>
          <p:cNvPr id="11" name="bullets-0">
            <a:extLst xmlns:a="http://schemas.openxmlformats.org/drawingml/2006/main">
              <a:ext uri="{FF2B5EF4-FFF2-40B4-BE49-F238E27FC236}">
                <a16:creationId xmlns:a16="http://schemas.microsoft.com/office/drawing/2014/main" id="{A8F1F9BF-1E87-44E5-8D18-2040E499AEF2}"/>
              </a:ext>
            </a:extLst>
          </p:cNvPr>
          <p:cNvSpPr>
            <a:spLocks xmlns:a="http://schemas.openxmlformats.org/drawingml/2006/main" noGrp="1"/>
          </p:cNvSpPr>
          <p:nvPr/>
        </p:nvSpPr>
        <p:spPr>
          <a:xfrm xmlns:a="http://schemas.openxmlformats.org/drawingml/2006/main">
            <a:off x="8896350" y="2971800"/>
            <a:ext cx="2438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425" b="0">
                <a:solidFill>
                  <a:srgbClr val="F4F7FB"/>
                </a:solidFill>
                <a:latin typeface="Aptos"/>
                <a:ea typeface="Aptos"/>
                <a:cs typeface="Aptos"/>
              </a:defRPr>
            </a:pPr>
            <a:r>
              <a:rPr sz="1425" b="0">
                <a:solidFill>
                  <a:srgbClr val="F4F7FB"/>
                </a:solidFill>
                <a:latin typeface="Aptos"/>
                <a:ea typeface="Aptos"/>
                <a:cs typeface="Aptos"/>
              </a:rPr>
              <a:t>Which controller?</a:t>
            </a:r>
          </a:p>
        </p:txBody>
      </p:sp>
      <p:sp>
        <p:nvSpPr>
          <p:cNvPr id="12" name="bullets-dot-1">
            <a:extLst xmlns:a="http://schemas.openxmlformats.org/drawingml/2006/main">
              <a:ext uri="{FF2B5EF4-FFF2-40B4-BE49-F238E27FC236}">
                <a16:creationId xmlns:a16="http://schemas.microsoft.com/office/drawing/2014/main" id="{C8434011-AD61-43AB-9F99-05A7E2BE4B51}"/>
              </a:ext>
            </a:extLst>
          </p:cNvPr>
          <p:cNvSpPr>
            <a:spLocks xmlns:a="http://schemas.openxmlformats.org/drawingml/2006/main" noGrp="1"/>
          </p:cNvSpPr>
          <p:nvPr/>
        </p:nvSpPr>
        <p:spPr>
          <a:xfrm xmlns:a="http://schemas.openxmlformats.org/drawingml/2006/main">
            <a:off x="8667750" y="3590925"/>
            <a:ext cx="95250" cy="95250"/>
          </a:xfrm>
          <a:prstGeom xmlns:a="http://schemas.openxmlformats.org/drawingml/2006/main" prst="roundRect">
            <a:avLst>
              <a:gd name="adj" fmla="val 50000"/>
            </a:avLst>
          </a:prstGeom>
          <a:solidFill xmlns:a="http://schemas.openxmlformats.org/drawingml/2006/main">
            <a:srgbClr val="FFB64D"/>
          </a:solidFill>
          <a:ln xmlns:a="http://schemas.openxmlformats.org/drawingml/2006/main" w="0">
            <a:noFill/>
            <a:prstDash val="solid"/>
          </a:ln>
        </p:spPr>
      </p:sp>
      <p:sp>
        <p:nvSpPr>
          <p:cNvPr id="13" name="bullets-1">
            <a:extLst xmlns:a="http://schemas.openxmlformats.org/drawingml/2006/main">
              <a:ext uri="{FF2B5EF4-FFF2-40B4-BE49-F238E27FC236}">
                <a16:creationId xmlns:a16="http://schemas.microsoft.com/office/drawing/2014/main" id="{3AC8DECD-3536-49AF-860E-585DE1541A88}"/>
              </a:ext>
            </a:extLst>
          </p:cNvPr>
          <p:cNvSpPr>
            <a:spLocks xmlns:a="http://schemas.openxmlformats.org/drawingml/2006/main" noGrp="1"/>
          </p:cNvSpPr>
          <p:nvPr/>
        </p:nvSpPr>
        <p:spPr>
          <a:xfrm xmlns:a="http://schemas.openxmlformats.org/drawingml/2006/main">
            <a:off x="8896350" y="3505200"/>
            <a:ext cx="2438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425" b="0">
                <a:solidFill>
                  <a:srgbClr val="F4F7FB"/>
                </a:solidFill>
                <a:latin typeface="Aptos"/>
                <a:ea typeface="Aptos"/>
                <a:cs typeface="Aptos"/>
              </a:defRPr>
            </a:pPr>
            <a:r>
              <a:rPr sz="1425" b="0">
                <a:solidFill>
                  <a:srgbClr val="F4F7FB"/>
                </a:solidFill>
                <a:latin typeface="Aptos"/>
                <a:ea typeface="Aptos"/>
                <a:cs typeface="Aptos"/>
              </a:rPr>
              <a:t>Which button?</a:t>
            </a:r>
          </a:p>
        </p:txBody>
      </p:sp>
      <p:sp>
        <p:nvSpPr>
          <p:cNvPr id="14" name="bullets-dot-2">
            <a:extLst xmlns:a="http://schemas.openxmlformats.org/drawingml/2006/main">
              <a:ext uri="{FF2B5EF4-FFF2-40B4-BE49-F238E27FC236}">
                <a16:creationId xmlns:a16="http://schemas.microsoft.com/office/drawing/2014/main" id="{F153759E-68D7-4B8A-82A3-1AA531976C5C}"/>
              </a:ext>
            </a:extLst>
          </p:cNvPr>
          <p:cNvSpPr>
            <a:spLocks xmlns:a="http://schemas.openxmlformats.org/drawingml/2006/main" noGrp="1"/>
          </p:cNvSpPr>
          <p:nvPr/>
        </p:nvSpPr>
        <p:spPr>
          <a:xfrm xmlns:a="http://schemas.openxmlformats.org/drawingml/2006/main">
            <a:off x="8667750" y="4124325"/>
            <a:ext cx="95250" cy="95250"/>
          </a:xfrm>
          <a:prstGeom xmlns:a="http://schemas.openxmlformats.org/drawingml/2006/main" prst="roundRect">
            <a:avLst>
              <a:gd name="adj" fmla="val 50000"/>
            </a:avLst>
          </a:prstGeom>
          <a:solidFill xmlns:a="http://schemas.openxmlformats.org/drawingml/2006/main">
            <a:srgbClr val="FFB64D"/>
          </a:solidFill>
          <a:ln xmlns:a="http://schemas.openxmlformats.org/drawingml/2006/main" w="0">
            <a:noFill/>
            <a:prstDash val="solid"/>
          </a:ln>
        </p:spPr>
      </p:sp>
      <p:sp>
        <p:nvSpPr>
          <p:cNvPr id="15" name="bullets-2">
            <a:extLst xmlns:a="http://schemas.openxmlformats.org/drawingml/2006/main">
              <a:ext uri="{FF2B5EF4-FFF2-40B4-BE49-F238E27FC236}">
                <a16:creationId xmlns:a16="http://schemas.microsoft.com/office/drawing/2014/main" id="{12573C50-FA7F-4223-8714-297BDFD90DB5}"/>
              </a:ext>
            </a:extLst>
          </p:cNvPr>
          <p:cNvSpPr>
            <a:spLocks xmlns:a="http://schemas.openxmlformats.org/drawingml/2006/main" noGrp="1"/>
          </p:cNvSpPr>
          <p:nvPr/>
        </p:nvSpPr>
        <p:spPr>
          <a:xfrm xmlns:a="http://schemas.openxmlformats.org/drawingml/2006/main">
            <a:off x="8896350" y="4038600"/>
            <a:ext cx="2438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425" b="0">
                <a:solidFill>
                  <a:srgbClr val="F4F7FB"/>
                </a:solidFill>
                <a:latin typeface="Aptos"/>
                <a:ea typeface="Aptos"/>
                <a:cs typeface="Aptos"/>
              </a:defRPr>
            </a:pPr>
            <a:r>
              <a:rPr sz="1425" b="0">
                <a:solidFill>
                  <a:srgbClr val="F4F7FB"/>
                </a:solidFill>
                <a:latin typeface="Aptos"/>
                <a:ea typeface="Aptos"/>
                <a:cs typeface="Aptos"/>
              </a:rPr>
              <a:t>Which Trigger binding method?</a:t>
            </a:r>
          </a:p>
        </p:txBody>
      </p:sp>
      <p:sp>
        <p:nvSpPr>
          <p:cNvPr id="16" name="bullets-dot-3">
            <a:extLst xmlns:a="http://schemas.openxmlformats.org/drawingml/2006/main">
              <a:ext uri="{FF2B5EF4-FFF2-40B4-BE49-F238E27FC236}">
                <a16:creationId xmlns:a16="http://schemas.microsoft.com/office/drawing/2014/main" id="{AF5647DA-E1E1-4BA4-A335-54DB13E21689}"/>
              </a:ext>
            </a:extLst>
          </p:cNvPr>
          <p:cNvSpPr>
            <a:spLocks xmlns:a="http://schemas.openxmlformats.org/drawingml/2006/main" noGrp="1"/>
          </p:cNvSpPr>
          <p:nvPr/>
        </p:nvSpPr>
        <p:spPr>
          <a:xfrm xmlns:a="http://schemas.openxmlformats.org/drawingml/2006/main">
            <a:off x="8667750" y="4657725"/>
            <a:ext cx="95250" cy="95250"/>
          </a:xfrm>
          <a:prstGeom xmlns:a="http://schemas.openxmlformats.org/drawingml/2006/main" prst="roundRect">
            <a:avLst>
              <a:gd name="adj" fmla="val 50000"/>
            </a:avLst>
          </a:prstGeom>
          <a:solidFill xmlns:a="http://schemas.openxmlformats.org/drawingml/2006/main">
            <a:srgbClr val="FFB64D"/>
          </a:solidFill>
          <a:ln xmlns:a="http://schemas.openxmlformats.org/drawingml/2006/main" w="0">
            <a:noFill/>
            <a:prstDash val="solid"/>
          </a:ln>
        </p:spPr>
      </p:sp>
      <p:sp>
        <p:nvSpPr>
          <p:cNvPr id="17" name="bullets-3">
            <a:extLst xmlns:a="http://schemas.openxmlformats.org/drawingml/2006/main">
              <a:ext uri="{FF2B5EF4-FFF2-40B4-BE49-F238E27FC236}">
                <a16:creationId xmlns:a16="http://schemas.microsoft.com/office/drawing/2014/main" id="{FCFE8678-7B5A-44B6-BF3D-3F1B3E8A991D}"/>
              </a:ext>
            </a:extLst>
          </p:cNvPr>
          <p:cNvSpPr>
            <a:spLocks xmlns:a="http://schemas.openxmlformats.org/drawingml/2006/main" noGrp="1"/>
          </p:cNvSpPr>
          <p:nvPr/>
        </p:nvSpPr>
        <p:spPr>
          <a:xfrm xmlns:a="http://schemas.openxmlformats.org/drawingml/2006/main">
            <a:off x="8896350" y="4572000"/>
            <a:ext cx="2438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425" b="0">
                <a:solidFill>
                  <a:srgbClr val="F4F7FB"/>
                </a:solidFill>
                <a:latin typeface="Aptos"/>
                <a:ea typeface="Aptos"/>
                <a:cs typeface="Aptos"/>
              </a:defRPr>
            </a:pPr>
            <a:r>
              <a:rPr sz="1425" b="0">
                <a:solidFill>
                  <a:srgbClr val="F4F7FB"/>
                </a:solidFill>
                <a:latin typeface="Aptos"/>
                <a:ea typeface="Aptos"/>
                <a:cs typeface="Aptos"/>
              </a:rPr>
              <a:t>Which command?</a:t>
            </a:r>
          </a:p>
        </p:txBody>
      </p:sp>
      <p:sp>
        <p:nvSpPr>
          <p:cNvPr id="18" name="bullets-dot-4">
            <a:extLst xmlns:a="http://schemas.openxmlformats.org/drawingml/2006/main">
              <a:ext uri="{FF2B5EF4-FFF2-40B4-BE49-F238E27FC236}">
                <a16:creationId xmlns:a16="http://schemas.microsoft.com/office/drawing/2014/main" id="{E7F7AFD8-85B4-4674-ACFF-441ACF7B77B8}"/>
              </a:ext>
            </a:extLst>
          </p:cNvPr>
          <p:cNvSpPr>
            <a:spLocks xmlns:a="http://schemas.openxmlformats.org/drawingml/2006/main" noGrp="1"/>
          </p:cNvSpPr>
          <p:nvPr/>
        </p:nvSpPr>
        <p:spPr>
          <a:xfrm xmlns:a="http://schemas.openxmlformats.org/drawingml/2006/main">
            <a:off x="8667750" y="5191125"/>
            <a:ext cx="95250" cy="95250"/>
          </a:xfrm>
          <a:prstGeom xmlns:a="http://schemas.openxmlformats.org/drawingml/2006/main" prst="roundRect">
            <a:avLst>
              <a:gd name="adj" fmla="val 50000"/>
            </a:avLst>
          </a:prstGeom>
          <a:solidFill xmlns:a="http://schemas.openxmlformats.org/drawingml/2006/main">
            <a:srgbClr val="FFB64D"/>
          </a:solidFill>
          <a:ln xmlns:a="http://schemas.openxmlformats.org/drawingml/2006/main" w="0">
            <a:noFill/>
            <a:prstDash val="solid"/>
          </a:ln>
        </p:spPr>
      </p:sp>
      <p:sp>
        <p:nvSpPr>
          <p:cNvPr id="19" name="bullets-4">
            <a:extLst xmlns:a="http://schemas.openxmlformats.org/drawingml/2006/main">
              <a:ext uri="{FF2B5EF4-FFF2-40B4-BE49-F238E27FC236}">
                <a16:creationId xmlns:a16="http://schemas.microsoft.com/office/drawing/2014/main" id="{EB914C49-B3DF-4726-A19D-02251033BD84}"/>
              </a:ext>
            </a:extLst>
          </p:cNvPr>
          <p:cNvSpPr>
            <a:spLocks xmlns:a="http://schemas.openxmlformats.org/drawingml/2006/main" noGrp="1"/>
          </p:cNvSpPr>
          <p:nvPr/>
        </p:nvSpPr>
        <p:spPr>
          <a:xfrm xmlns:a="http://schemas.openxmlformats.org/drawingml/2006/main">
            <a:off x="8896350" y="5105400"/>
            <a:ext cx="2438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425" b="0">
                <a:solidFill>
                  <a:srgbClr val="F4F7FB"/>
                </a:solidFill>
                <a:latin typeface="Aptos"/>
                <a:ea typeface="Aptos"/>
                <a:cs typeface="Aptos"/>
              </a:defRPr>
            </a:pPr>
            <a:r>
              <a:rPr sz="1425" b="0">
                <a:solidFill>
                  <a:srgbClr val="F4F7FB"/>
                </a:solidFill>
                <a:latin typeface="Aptos"/>
                <a:ea typeface="Aptos"/>
                <a:cs typeface="Aptos"/>
              </a:rPr>
              <a:t>Which subsystem does it require?</a:t>
            </a:r>
          </a:p>
        </p:txBody>
      </p:sp>
      <p:sp>
        <p:nvSpPr>
          <p:cNvPr id="20" name="footer-left">
            <a:extLst xmlns:a="http://schemas.openxmlformats.org/drawingml/2006/main">
              <a:ext uri="{FF2B5EF4-FFF2-40B4-BE49-F238E27FC236}">
                <a16:creationId xmlns:a16="http://schemas.microsoft.com/office/drawing/2014/main" id="{8490A991-5C70-46F3-8694-6B238E0CB560}"/>
              </a:ext>
            </a:extLst>
          </p:cNvPr>
          <p:cNvSpPr>
            <a:spLocks xmlns:a="http://schemas.openxmlformats.org/drawingml/2006/main" noGrp="1"/>
          </p:cNvSpPr>
          <p:nvPr/>
        </p:nvSpPr>
        <p:spPr>
          <a:xfrm xmlns:a="http://schemas.openxmlformats.org/drawingml/2006/main">
            <a:off x="609600" y="64960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825" b="0">
                <a:solidFill>
                  <a:srgbClr val="5E7188"/>
                </a:solidFill>
                <a:latin typeface="Aptos"/>
                <a:ea typeface="Aptos"/>
                <a:cs typeface="Aptos"/>
              </a:defRPr>
            </a:pPr>
            <a:r>
              <a:rPr sz="825" b="0">
                <a:solidFill>
                  <a:srgbClr val="5E7188"/>
                </a:solidFill>
                <a:latin typeface="Aptos"/>
                <a:ea typeface="Aptos"/>
                <a:cs typeface="Aptos"/>
              </a:rPr>
              <a:t>2020 FRC robot | command-based implementation</a:t>
            </a:r>
          </a:p>
        </p:txBody>
      </p:sp>
      <p:sp>
        <p:nvSpPr>
          <p:cNvPr id="21" name="footer-number">
            <a:extLst xmlns:a="http://schemas.openxmlformats.org/drawingml/2006/main">
              <a:ext uri="{FF2B5EF4-FFF2-40B4-BE49-F238E27FC236}">
                <a16:creationId xmlns:a16="http://schemas.microsoft.com/office/drawing/2014/main" id="{509CA46F-78FB-4B67-B062-AB9DFB4855F5}"/>
              </a:ext>
            </a:extLst>
          </p:cNvPr>
          <p:cNvSpPr>
            <a:spLocks xmlns:a="http://schemas.openxmlformats.org/drawingml/2006/main" noGrp="1"/>
          </p:cNvSpPr>
          <p:nvPr/>
        </p:nvSpPr>
        <p:spPr>
          <a:xfrm xmlns:a="http://schemas.openxmlformats.org/drawingml/2006/main">
            <a:off x="11049000" y="647700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00" b="1">
                <a:solidFill>
                  <a:srgbClr val="5E7188"/>
                </a:solidFill>
                <a:latin typeface="Aptos"/>
                <a:ea typeface="Aptos"/>
                <a:cs typeface="Aptos"/>
              </a:defRPr>
            </a:pPr>
            <a:r>
              <a:rPr sz="900" b="1">
                <a:solidFill>
                  <a:srgbClr val="5E7188"/>
                </a:solidFill>
                <a:latin typeface="Aptos"/>
                <a:ea typeface="Aptos"/>
                <a:cs typeface="Aptos"/>
              </a:rPr>
              <a:t>12</a:t>
            </a:r>
          </a:p>
        </p:txBody>
      </p:sp>
    </p:spTree>
    <p:extLst>
      <p:ext uri="{BB962C8B-B14F-4D97-AF65-F5344CB8AC3E}">
        <p14:creationId xmlns:p14="http://schemas.microsoft.com/office/powerpoint/2010/main" val="2022859271"/>
      </p:ext>
    </p:extLst>
  </p:cSld>
</p:sld>
</file>

<file path=ppt/slides/slide13.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25" name="section-label">
            <a:extLst xmlns:a="http://schemas.openxmlformats.org/drawingml/2006/main">
              <a:ext uri="{FF2B5EF4-FFF2-40B4-BE49-F238E27FC236}">
                <a16:creationId xmlns:a16="http://schemas.microsoft.com/office/drawing/2014/main" id="{6B6CA672-3E18-400E-8C44-275ADD1E1357}"/>
              </a:ext>
            </a:extLst>
          </p:cNvPr>
          <p:cNvSpPr>
            <a:spLocks xmlns:a="http://schemas.openxmlformats.org/drawingml/2006/main" noGrp="1"/>
          </p:cNvSpPr>
          <p:nvPr/>
        </p:nvSpPr>
        <p:spPr>
          <a:xfrm xmlns:a="http://schemas.openxmlformats.org/drawingml/2006/main">
            <a:off x="609600" y="3048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 b="1">
                <a:solidFill>
                  <a:srgbClr val="42C6FF"/>
                </a:solidFill>
                <a:latin typeface="Aptos"/>
                <a:ea typeface="Aptos"/>
                <a:cs typeface="Aptos"/>
              </a:defRPr>
            </a:pPr>
            <a:r>
              <a:rPr sz="1050" b="1">
                <a:solidFill>
                  <a:srgbClr val="42C6FF"/>
                </a:solidFill>
                <a:latin typeface="Aptos"/>
                <a:ea typeface="Aptos"/>
                <a:cs typeface="Aptos"/>
              </a:rPr>
              <a:t>4 · SOFTWARE CONTROL</a:t>
            </a:r>
          </a:p>
        </p:txBody>
      </p:sp>
      <p:sp>
        <p:nvSpPr>
          <p:cNvPr id="2" name="slide-title">
            <a:extLst xmlns:a="http://schemas.openxmlformats.org/drawingml/2006/main">
              <a:ext uri="{FF2B5EF4-FFF2-40B4-BE49-F238E27FC236}">
                <a16:creationId xmlns:a16="http://schemas.microsoft.com/office/drawing/2014/main" id="{167B59BF-3F15-4996-B3B0-CBA25E290483}"/>
              </a:ext>
            </a:extLst>
          </p:cNvPr>
          <p:cNvSpPr>
            <a:spLocks xmlns:a="http://schemas.openxmlformats.org/drawingml/2006/main" noGrp="1"/>
          </p:cNvSpPr>
          <p:nvPr/>
        </p:nvSpPr>
        <p:spPr>
          <a:xfrm xmlns:a="http://schemas.openxmlformats.org/drawingml/2006/main">
            <a:off x="609600" y="533400"/>
            <a:ext cx="1076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2000"/>
              </a:lnSpc>
              <a:buNone/>
              <a:defRPr sz="2625" b="1">
                <a:solidFill>
                  <a:srgbClr val="F4F7FB"/>
                </a:solidFill>
                <a:latin typeface="Aptos"/>
                <a:ea typeface="Aptos"/>
                <a:cs typeface="Aptos"/>
              </a:defRPr>
            </a:pPr>
            <a:r>
              <a:rPr sz="2625" b="1">
                <a:solidFill>
                  <a:srgbClr val="F4F7FB"/>
                </a:solidFill>
                <a:latin typeface="Aptos"/>
                <a:ea typeface="Aptos"/>
                <a:cs typeface="Aptos"/>
              </a:rPr>
              <a:t>CommandScheduler moves each request through the control path</a:t>
            </a:r>
          </a:p>
        </p:txBody>
      </p:sp>
      <p:sp>
        <p:nvSpPr>
          <p:cNvPr id="3" name="slide-subtitle">
            <a:extLst xmlns:a="http://schemas.openxmlformats.org/drawingml/2006/main">
              <a:ext uri="{FF2B5EF4-FFF2-40B4-BE49-F238E27FC236}">
                <a16:creationId xmlns:a16="http://schemas.microsoft.com/office/drawing/2014/main" id="{22441B6C-72B5-4AAF-85C4-1AFACC533E38}"/>
              </a:ext>
            </a:extLst>
          </p:cNvPr>
          <p:cNvSpPr>
            <a:spLocks xmlns:a="http://schemas.openxmlformats.org/drawingml/2006/main" noGrp="1"/>
          </p:cNvSpPr>
          <p:nvPr/>
        </p:nvSpPr>
        <p:spPr>
          <a:xfrm xmlns:a="http://schemas.openxmlformats.org/drawingml/2006/main">
            <a:off x="609600" y="13335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robotPeriodic() calls CommandScheduler.run() every 20 ms, about 50 times per second.</a:t>
            </a:r>
          </a:p>
        </p:txBody>
      </p:sp>
      <p:sp>
        <p:nvSpPr>
          <p:cNvPr id="4" name="title-rule">
            <a:extLst xmlns:a="http://schemas.openxmlformats.org/drawingml/2006/main">
              <a:ext uri="{FF2B5EF4-FFF2-40B4-BE49-F238E27FC236}">
                <a16:creationId xmlns:a16="http://schemas.microsoft.com/office/drawing/2014/main" id="{60636830-9B53-4B1B-857D-BC9EDA2D8042}"/>
              </a:ext>
            </a:extLst>
          </p:cNvPr>
          <p:cNvSpPr>
            <a:spLocks xmlns:a="http://schemas.openxmlformats.org/drawingml/2006/main" noGrp="1"/>
          </p:cNvSpPr>
          <p:nvPr/>
        </p:nvSpPr>
        <p:spPr>
          <a:xfrm xmlns:a="http://schemas.openxmlformats.org/drawingml/2006/main">
            <a:off x="609600" y="1657350"/>
            <a:ext cx="10972800" cy="19050"/>
          </a:xfrm>
          <a:prstGeom xmlns:a="http://schemas.openxmlformats.org/drawingml/2006/main" prst="rect">
            <a:avLst/>
          </a:prstGeom>
          <a:solidFill xmlns:a="http://schemas.openxmlformats.org/drawingml/2006/main">
            <a:srgbClr val="2D425B"/>
          </a:solidFill>
          <a:ln xmlns:a="http://schemas.openxmlformats.org/drawingml/2006/main" w="0">
            <a:noFill/>
            <a:prstDash val="solid"/>
          </a:ln>
        </p:spPr>
      </p:sp>
      <p:sp>
        <p:nvSpPr>
          <p:cNvPr id="5" name="scheduler-code-panel">
            <a:extLst xmlns:a="http://schemas.openxmlformats.org/drawingml/2006/main">
              <a:ext uri="{FF2B5EF4-FFF2-40B4-BE49-F238E27FC236}">
                <a16:creationId xmlns:a16="http://schemas.microsoft.com/office/drawing/2014/main" id="{8C4FF6E5-0EE2-497A-93E8-687E7C60B72F}"/>
              </a:ext>
            </a:extLst>
          </p:cNvPr>
          <p:cNvSpPr>
            <a:spLocks xmlns:a="http://schemas.openxmlformats.org/drawingml/2006/main" noGrp="1"/>
          </p:cNvSpPr>
          <p:nvPr/>
        </p:nvSpPr>
        <p:spPr>
          <a:xfrm xmlns:a="http://schemas.openxmlformats.org/drawingml/2006/main">
            <a:off x="609600" y="2000250"/>
            <a:ext cx="4381500" cy="1905000"/>
          </a:xfrm>
          <a:prstGeom xmlns:a="http://schemas.openxmlformats.org/drawingml/2006/main" prst="roundRect">
            <a:avLst>
              <a:gd name="adj" fmla="val 6000"/>
            </a:avLst>
          </a:prstGeom>
          <a:solidFill xmlns:a="http://schemas.openxmlformats.org/drawingml/2006/main">
            <a:srgbClr val="0C1727"/>
          </a:solidFill>
          <a:ln xmlns:a="http://schemas.openxmlformats.org/drawingml/2006/main" w="9525">
            <a:solidFill>
              <a:srgbClr val="2D425B"/>
            </a:solidFill>
            <a:prstDash val="solid"/>
          </a:ln>
        </p:spPr>
      </p:sp>
      <p:sp>
        <p:nvSpPr>
          <p:cNvPr id="6" name="scheduler-code-accent">
            <a:extLst xmlns:a="http://schemas.openxmlformats.org/drawingml/2006/main">
              <a:ext uri="{FF2B5EF4-FFF2-40B4-BE49-F238E27FC236}">
                <a16:creationId xmlns:a16="http://schemas.microsoft.com/office/drawing/2014/main" id="{A9C63144-90C0-42D9-9500-63B788D0287C}"/>
              </a:ext>
            </a:extLst>
          </p:cNvPr>
          <p:cNvSpPr>
            <a:spLocks xmlns:a="http://schemas.openxmlformats.org/drawingml/2006/main" noGrp="1"/>
          </p:cNvSpPr>
          <p:nvPr/>
        </p:nvSpPr>
        <p:spPr>
          <a:xfrm xmlns:a="http://schemas.openxmlformats.org/drawingml/2006/main">
            <a:off x="609600" y="2000250"/>
            <a:ext cx="57150" cy="1905000"/>
          </a:xfrm>
          <a:prstGeom xmlns:a="http://schemas.openxmlformats.org/drawingml/2006/main" prst="roundRect">
            <a:avLst>
              <a:gd name="adj" fmla="val 50000"/>
            </a:avLst>
          </a:prstGeom>
          <a:solidFill xmlns:a="http://schemas.openxmlformats.org/drawingml/2006/main">
            <a:srgbClr val="62D48A"/>
          </a:solidFill>
          <a:ln xmlns:a="http://schemas.openxmlformats.org/drawingml/2006/main" w="0">
            <a:noFill/>
            <a:prstDash val="solid"/>
          </a:ln>
        </p:spPr>
      </p:sp>
      <p:sp>
        <p:nvSpPr>
          <p:cNvPr id="7" name="scheduler-code-title">
            <a:extLst xmlns:a="http://schemas.openxmlformats.org/drawingml/2006/main">
              <a:ext uri="{FF2B5EF4-FFF2-40B4-BE49-F238E27FC236}">
                <a16:creationId xmlns:a16="http://schemas.microsoft.com/office/drawing/2014/main" id="{2AE696D0-D50D-42DF-AFCB-0BB2BFF2B2F6}"/>
              </a:ext>
            </a:extLst>
          </p:cNvPr>
          <p:cNvSpPr>
            <a:spLocks xmlns:a="http://schemas.openxmlformats.org/drawingml/2006/main" noGrp="1"/>
          </p:cNvSpPr>
          <p:nvPr/>
        </p:nvSpPr>
        <p:spPr>
          <a:xfrm xmlns:a="http://schemas.openxmlformats.org/drawingml/2006/main">
            <a:off x="838200" y="2133600"/>
            <a:ext cx="398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a:solidFill>
                  <a:srgbClr val="62D48A"/>
                </a:solidFill>
                <a:latin typeface="Consolas"/>
                <a:ea typeface="Consolas"/>
                <a:cs typeface="Consolas"/>
              </a:defRPr>
            </a:pPr>
            <a:r>
              <a:rPr sz="1125" b="1">
                <a:solidFill>
                  <a:srgbClr val="62D48A"/>
                </a:solidFill>
                <a:latin typeface="Consolas"/>
                <a:ea typeface="Consolas"/>
                <a:cs typeface="Consolas"/>
              </a:rPr>
              <a:t>Robot.java</a:t>
            </a:r>
          </a:p>
        </p:txBody>
      </p:sp>
      <p:sp>
        <p:nvSpPr>
          <p:cNvPr id="8" name="scheduler-code-text">
            <a:extLst xmlns:a="http://schemas.openxmlformats.org/drawingml/2006/main">
              <a:ext uri="{FF2B5EF4-FFF2-40B4-BE49-F238E27FC236}">
                <a16:creationId xmlns:a16="http://schemas.microsoft.com/office/drawing/2014/main" id="{F7DE9472-004B-486E-9934-20C495447602}"/>
              </a:ext>
            </a:extLst>
          </p:cNvPr>
          <p:cNvSpPr>
            <a:spLocks xmlns:a="http://schemas.openxmlformats.org/drawingml/2006/main" noGrp="1"/>
          </p:cNvSpPr>
          <p:nvPr/>
        </p:nvSpPr>
        <p:spPr>
          <a:xfrm xmlns:a="http://schemas.openxmlformats.org/drawingml/2006/main">
            <a:off x="838200" y="2457450"/>
            <a:ext cx="398145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2000"/>
              </a:lnSpc>
              <a:buNone/>
              <a:defRPr sz="1350" b="0">
                <a:solidFill>
                  <a:srgbClr val="F4F7FB"/>
                </a:solidFill>
                <a:latin typeface="Consolas"/>
                <a:ea typeface="Consolas"/>
                <a:cs typeface="Consolas"/>
              </a:defRPr>
            </a:pPr>
            <a:r>
              <a:rPr sz="1350" b="0">
                <a:solidFill>
                  <a:srgbClr val="F4F7FB"/>
                </a:solidFill>
                <a:latin typeface="Consolas"/>
                <a:ea typeface="Consolas"/>
                <a:cs typeface="Consolas"/>
              </a:rPr>
              <a:t>@Override</a:t>
            </a:r>
          </a:p>
          <a:p xmlns:a="http://schemas.openxmlformats.org/drawingml/2006/main">
            <a:pPr algn="l">
              <a:lnSpc>
                <a:spcPct val="102000"/>
              </a:lnSpc>
              <a:buNone/>
              <a:defRPr sz="1350" b="0">
                <a:solidFill>
                  <a:srgbClr val="F4F7FB"/>
                </a:solidFill>
                <a:latin typeface="Consolas"/>
                <a:ea typeface="Consolas"/>
                <a:cs typeface="Consolas"/>
              </a:defRPr>
            </a:pPr>
            <a:r>
              <a:rPr sz="1350" b="0">
                <a:solidFill>
                  <a:srgbClr val="F4F7FB"/>
                </a:solidFill>
                <a:latin typeface="Consolas"/>
                <a:ea typeface="Consolas"/>
                <a:cs typeface="Consolas"/>
              </a:rPr>
              <a:t>public void robotPeriodic() {</a:t>
            </a:r>
          </a:p>
          <a:p xmlns:a="http://schemas.openxmlformats.org/drawingml/2006/main">
            <a:pPr algn="l">
              <a:lnSpc>
                <a:spcPct val="102000"/>
              </a:lnSpc>
              <a:buNone/>
              <a:defRPr sz="1350" b="0">
                <a:solidFill>
                  <a:srgbClr val="F4F7FB"/>
                </a:solidFill>
                <a:latin typeface="Consolas"/>
                <a:ea typeface="Consolas"/>
                <a:cs typeface="Consolas"/>
              </a:defRPr>
            </a:pPr>
            <a:r>
              <a:rPr sz="1350" b="0">
                <a:solidFill>
                  <a:srgbClr val="F4F7FB"/>
                </a:solidFill>
                <a:latin typeface="Consolas"/>
                <a:ea typeface="Consolas"/>
                <a:cs typeface="Consolas"/>
              </a:rPr>
              <a:t>    CommandScheduler.getInstance().run();</a:t>
            </a:r>
          </a:p>
          <a:p xmlns:a="http://schemas.openxmlformats.org/drawingml/2006/main">
            <a:pPr algn="l">
              <a:lnSpc>
                <a:spcPct val="102000"/>
              </a:lnSpc>
              <a:buNone/>
              <a:defRPr sz="1350" b="0">
                <a:solidFill>
                  <a:srgbClr val="F4F7FB"/>
                </a:solidFill>
                <a:latin typeface="Consolas"/>
                <a:ea typeface="Consolas"/>
                <a:cs typeface="Consolas"/>
              </a:defRPr>
            </a:pPr>
            <a:r>
              <a:rPr sz="1350" b="0">
                <a:solidFill>
                  <a:srgbClr val="F4F7FB"/>
                </a:solidFill>
                <a:latin typeface="Consolas"/>
                <a:ea typeface="Consolas"/>
                <a:cs typeface="Consolas"/>
              </a:rPr>
              <a:t>}</a:t>
            </a:r>
          </a:p>
        </p:txBody>
      </p:sp>
      <p:sp>
        <p:nvSpPr>
          <p:cNvPr id="9" name="">
            <a:extLst xmlns:a="http://schemas.openxmlformats.org/drawingml/2006/main">
              <a:ext uri="{FF2B5EF4-FFF2-40B4-BE49-F238E27FC236}">
                <a16:creationId xmlns:a16="http://schemas.microsoft.com/office/drawing/2014/main" id="{DA3C8115-3A77-4D0A-BF48-4B952F1A839C}"/>
              </a:ext>
            </a:extLst>
          </p:cNvPr>
          <p:cNvSpPr>
            <a:spLocks xmlns:a="http://schemas.openxmlformats.org/drawingml/2006/main" noGrp="1"/>
          </p:cNvSpPr>
          <p:nvPr/>
        </p:nvSpPr>
        <p:spPr>
          <a:xfrm xmlns:a="http://schemas.openxmlformats.org/drawingml/2006/main">
            <a:off x="5314950" y="1981200"/>
            <a:ext cx="400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575" b="1">
                <a:solidFill>
                  <a:srgbClr val="FFB64D"/>
                </a:solidFill>
                <a:latin typeface="Aptos"/>
                <a:ea typeface="Aptos"/>
                <a:cs typeface="Aptos"/>
              </a:defRPr>
            </a:pPr>
            <a:r>
              <a:rPr sz="1575" b="1">
                <a:solidFill>
                  <a:srgbClr val="FFB64D"/>
                </a:solidFill>
                <a:latin typeface="Aptos"/>
                <a:ea typeface="Aptos"/>
                <a:cs typeface="Aptos"/>
              </a:rPr>
              <a:t>1</a:t>
            </a:r>
          </a:p>
        </p:txBody>
      </p:sp>
      <p:sp>
        <p:nvSpPr>
          <p:cNvPr id="10" name="">
            <a:extLst xmlns:a="http://schemas.openxmlformats.org/drawingml/2006/main">
              <a:ext uri="{FF2B5EF4-FFF2-40B4-BE49-F238E27FC236}">
                <a16:creationId xmlns:a16="http://schemas.microsoft.com/office/drawing/2014/main" id="{5F8032AA-B71D-4511-B332-06B596F605BA}"/>
              </a:ext>
            </a:extLst>
          </p:cNvPr>
          <p:cNvSpPr>
            <a:spLocks xmlns:a="http://schemas.openxmlformats.org/drawingml/2006/main" noGrp="1"/>
          </p:cNvSpPr>
          <p:nvPr/>
        </p:nvSpPr>
        <p:spPr>
          <a:xfrm xmlns:a="http://schemas.openxmlformats.org/drawingml/2006/main">
            <a:off x="5829300" y="1885950"/>
            <a:ext cx="2362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425" b="1">
                <a:solidFill>
                  <a:srgbClr val="F4F7FB"/>
                </a:solidFill>
                <a:latin typeface="Aptos"/>
                <a:ea typeface="Aptos"/>
                <a:cs typeface="Aptos"/>
              </a:defRPr>
            </a:pPr>
            <a:r>
              <a:rPr sz="1425" b="1">
                <a:solidFill>
                  <a:srgbClr val="F4F7FB"/>
                </a:solidFill>
                <a:latin typeface="Aptos"/>
                <a:ea typeface="Aptos"/>
                <a:cs typeface="Aptos"/>
              </a:rPr>
              <a:t>Run subsystem periodic methods</a:t>
            </a:r>
          </a:p>
        </p:txBody>
      </p:sp>
      <p:sp>
        <p:nvSpPr>
          <p:cNvPr id="11" name="">
            <a:extLst xmlns:a="http://schemas.openxmlformats.org/drawingml/2006/main">
              <a:ext uri="{FF2B5EF4-FFF2-40B4-BE49-F238E27FC236}">
                <a16:creationId xmlns:a16="http://schemas.microsoft.com/office/drawing/2014/main" id="{E0F63DBC-AAF8-4B1C-9E94-18046FBCB85D}"/>
              </a:ext>
            </a:extLst>
          </p:cNvPr>
          <p:cNvSpPr>
            <a:spLocks xmlns:a="http://schemas.openxmlformats.org/drawingml/2006/main" noGrp="1"/>
          </p:cNvSpPr>
          <p:nvPr/>
        </p:nvSpPr>
        <p:spPr>
          <a:xfrm xmlns:a="http://schemas.openxmlformats.org/drawingml/2006/main">
            <a:off x="8401050" y="1981200"/>
            <a:ext cx="400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575" b="1">
                <a:solidFill>
                  <a:srgbClr val="FFB64D"/>
                </a:solidFill>
                <a:latin typeface="Aptos"/>
                <a:ea typeface="Aptos"/>
                <a:cs typeface="Aptos"/>
              </a:defRPr>
            </a:pPr>
            <a:r>
              <a:rPr sz="1575" b="1">
                <a:solidFill>
                  <a:srgbClr val="FFB64D"/>
                </a:solidFill>
                <a:latin typeface="Aptos"/>
                <a:ea typeface="Aptos"/>
                <a:cs typeface="Aptos"/>
              </a:rPr>
              <a:t>2</a:t>
            </a:r>
          </a:p>
        </p:txBody>
      </p:sp>
      <p:sp>
        <p:nvSpPr>
          <p:cNvPr id="12" name="">
            <a:extLst xmlns:a="http://schemas.openxmlformats.org/drawingml/2006/main">
              <a:ext uri="{FF2B5EF4-FFF2-40B4-BE49-F238E27FC236}">
                <a16:creationId xmlns:a16="http://schemas.microsoft.com/office/drawing/2014/main" id="{D1FA9CD3-24E9-4D27-B8F2-1F1ECEB1BA31}"/>
              </a:ext>
            </a:extLst>
          </p:cNvPr>
          <p:cNvSpPr>
            <a:spLocks xmlns:a="http://schemas.openxmlformats.org/drawingml/2006/main" noGrp="1"/>
          </p:cNvSpPr>
          <p:nvPr/>
        </p:nvSpPr>
        <p:spPr>
          <a:xfrm xmlns:a="http://schemas.openxmlformats.org/drawingml/2006/main">
            <a:off x="8915400" y="1885950"/>
            <a:ext cx="2362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425" b="1">
                <a:solidFill>
                  <a:srgbClr val="F4F7FB"/>
                </a:solidFill>
                <a:latin typeface="Aptos"/>
                <a:ea typeface="Aptos"/>
                <a:cs typeface="Aptos"/>
              </a:defRPr>
            </a:pPr>
            <a:r>
              <a:rPr sz="1425" b="1">
                <a:solidFill>
                  <a:srgbClr val="F4F7FB"/>
                </a:solidFill>
                <a:latin typeface="Aptos"/>
                <a:ea typeface="Aptos"/>
                <a:cs typeface="Aptos"/>
              </a:rPr>
              <a:t>Poll Trigger bindings; schedule or cancel commands</a:t>
            </a:r>
          </a:p>
        </p:txBody>
      </p:sp>
      <p:sp>
        <p:nvSpPr>
          <p:cNvPr id="13" name="">
            <a:extLst xmlns:a="http://schemas.openxmlformats.org/drawingml/2006/main">
              <a:ext uri="{FF2B5EF4-FFF2-40B4-BE49-F238E27FC236}">
                <a16:creationId xmlns:a16="http://schemas.microsoft.com/office/drawing/2014/main" id="{E089D4E6-5B0F-4C97-8437-CC488EDC656E}"/>
              </a:ext>
            </a:extLst>
          </p:cNvPr>
          <p:cNvSpPr>
            <a:spLocks xmlns:a="http://schemas.openxmlformats.org/drawingml/2006/main" noGrp="1"/>
          </p:cNvSpPr>
          <p:nvPr/>
        </p:nvSpPr>
        <p:spPr>
          <a:xfrm xmlns:a="http://schemas.openxmlformats.org/drawingml/2006/main">
            <a:off x="5314950" y="3257550"/>
            <a:ext cx="400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575" b="1">
                <a:solidFill>
                  <a:srgbClr val="FFB64D"/>
                </a:solidFill>
                <a:latin typeface="Aptos"/>
                <a:ea typeface="Aptos"/>
                <a:cs typeface="Aptos"/>
              </a:defRPr>
            </a:pPr>
            <a:r>
              <a:rPr sz="1575" b="1">
                <a:solidFill>
                  <a:srgbClr val="FFB64D"/>
                </a:solidFill>
                <a:latin typeface="Aptos"/>
                <a:ea typeface="Aptos"/>
                <a:cs typeface="Aptos"/>
              </a:rPr>
              <a:t>3</a:t>
            </a:r>
          </a:p>
        </p:txBody>
      </p:sp>
      <p:sp>
        <p:nvSpPr>
          <p:cNvPr id="14" name="">
            <a:extLst xmlns:a="http://schemas.openxmlformats.org/drawingml/2006/main">
              <a:ext uri="{FF2B5EF4-FFF2-40B4-BE49-F238E27FC236}">
                <a16:creationId xmlns:a16="http://schemas.microsoft.com/office/drawing/2014/main" id="{53178100-FB58-4A8D-B823-29D68C3B78A0}"/>
              </a:ext>
            </a:extLst>
          </p:cNvPr>
          <p:cNvSpPr>
            <a:spLocks xmlns:a="http://schemas.openxmlformats.org/drawingml/2006/main" noGrp="1"/>
          </p:cNvSpPr>
          <p:nvPr/>
        </p:nvSpPr>
        <p:spPr>
          <a:xfrm xmlns:a="http://schemas.openxmlformats.org/drawingml/2006/main">
            <a:off x="5829300" y="3162300"/>
            <a:ext cx="2362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425" b="1">
                <a:solidFill>
                  <a:srgbClr val="F4F7FB"/>
                </a:solidFill>
                <a:latin typeface="Aptos"/>
                <a:ea typeface="Aptos"/>
                <a:cs typeface="Aptos"/>
              </a:defRPr>
            </a:pPr>
            <a:r>
              <a:rPr sz="1425" b="1">
                <a:solidFill>
                  <a:srgbClr val="F4F7FB"/>
                </a:solidFill>
                <a:latin typeface="Aptos"/>
                <a:ea typeface="Aptos"/>
                <a:cs typeface="Aptos"/>
              </a:rPr>
              <a:t>Execute scheduled commands</a:t>
            </a:r>
          </a:p>
        </p:txBody>
      </p:sp>
      <p:sp>
        <p:nvSpPr>
          <p:cNvPr id="15" name="">
            <a:extLst xmlns:a="http://schemas.openxmlformats.org/drawingml/2006/main">
              <a:ext uri="{FF2B5EF4-FFF2-40B4-BE49-F238E27FC236}">
                <a16:creationId xmlns:a16="http://schemas.microsoft.com/office/drawing/2014/main" id="{FEC17761-05C2-4D3E-B4AD-8EF0EB2834A6}"/>
              </a:ext>
            </a:extLst>
          </p:cNvPr>
          <p:cNvSpPr>
            <a:spLocks xmlns:a="http://schemas.openxmlformats.org/drawingml/2006/main" noGrp="1"/>
          </p:cNvSpPr>
          <p:nvPr/>
        </p:nvSpPr>
        <p:spPr>
          <a:xfrm xmlns:a="http://schemas.openxmlformats.org/drawingml/2006/main">
            <a:off x="8401050" y="3257550"/>
            <a:ext cx="400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575" b="1">
                <a:solidFill>
                  <a:srgbClr val="42C6FF"/>
                </a:solidFill>
                <a:latin typeface="Aptos"/>
                <a:ea typeface="Aptos"/>
                <a:cs typeface="Aptos"/>
              </a:defRPr>
            </a:pPr>
            <a:r>
              <a:rPr sz="1575" b="1">
                <a:solidFill>
                  <a:srgbClr val="42C6FF"/>
                </a:solidFill>
                <a:latin typeface="Aptos"/>
                <a:ea typeface="Aptos"/>
                <a:cs typeface="Aptos"/>
              </a:rPr>
              <a:t>4</a:t>
            </a:r>
          </a:p>
        </p:txBody>
      </p:sp>
      <p:sp>
        <p:nvSpPr>
          <p:cNvPr id="16" name="">
            <a:extLst xmlns:a="http://schemas.openxmlformats.org/drawingml/2006/main">
              <a:ext uri="{FF2B5EF4-FFF2-40B4-BE49-F238E27FC236}">
                <a16:creationId xmlns:a16="http://schemas.microsoft.com/office/drawing/2014/main" id="{E8DDFB60-4A7F-4B44-A725-A8F2A4C5A9B9}"/>
              </a:ext>
            </a:extLst>
          </p:cNvPr>
          <p:cNvSpPr>
            <a:spLocks xmlns:a="http://schemas.openxmlformats.org/drawingml/2006/main" noGrp="1"/>
          </p:cNvSpPr>
          <p:nvPr/>
        </p:nvSpPr>
        <p:spPr>
          <a:xfrm xmlns:a="http://schemas.openxmlformats.org/drawingml/2006/main">
            <a:off x="8915400" y="3162300"/>
            <a:ext cx="2362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425" b="1">
                <a:solidFill>
                  <a:srgbClr val="F4F7FB"/>
                </a:solidFill>
                <a:latin typeface="Aptos"/>
                <a:ea typeface="Aptos"/>
                <a:cs typeface="Aptos"/>
              </a:defRPr>
            </a:pPr>
            <a:r>
              <a:rPr sz="1425" b="1">
                <a:solidFill>
                  <a:srgbClr val="F4F7FB"/>
                </a:solidFill>
                <a:latin typeface="Aptos"/>
                <a:ea typeface="Aptos"/>
                <a:cs typeface="Aptos"/>
              </a:rPr>
              <a:t>Check completion and call end(...)</a:t>
            </a:r>
          </a:p>
        </p:txBody>
      </p:sp>
      <p:sp>
        <p:nvSpPr>
          <p:cNvPr id="17" name="">
            <a:extLst xmlns:a="http://schemas.openxmlformats.org/drawingml/2006/main">
              <a:ext uri="{FF2B5EF4-FFF2-40B4-BE49-F238E27FC236}">
                <a16:creationId xmlns:a16="http://schemas.microsoft.com/office/drawing/2014/main" id="{D4925BDD-CEF4-45AF-808D-FA681ACF5FF6}"/>
              </a:ext>
            </a:extLst>
          </p:cNvPr>
          <p:cNvSpPr>
            <a:spLocks xmlns:a="http://schemas.openxmlformats.org/drawingml/2006/main" noGrp="1"/>
          </p:cNvSpPr>
          <p:nvPr/>
        </p:nvSpPr>
        <p:spPr>
          <a:xfrm xmlns:a="http://schemas.openxmlformats.org/drawingml/2006/main">
            <a:off x="6858000" y="4533900"/>
            <a:ext cx="400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575" b="1">
                <a:solidFill>
                  <a:srgbClr val="FFB64D"/>
                </a:solidFill>
                <a:latin typeface="Aptos"/>
                <a:ea typeface="Aptos"/>
                <a:cs typeface="Aptos"/>
              </a:defRPr>
            </a:pPr>
            <a:r>
              <a:rPr sz="1575" b="1">
                <a:solidFill>
                  <a:srgbClr val="FFB64D"/>
                </a:solidFill>
                <a:latin typeface="Aptos"/>
                <a:ea typeface="Aptos"/>
                <a:cs typeface="Aptos"/>
              </a:rPr>
              <a:t>5</a:t>
            </a:r>
          </a:p>
        </p:txBody>
      </p:sp>
      <p:sp>
        <p:nvSpPr>
          <p:cNvPr id="18" name="">
            <a:extLst xmlns:a="http://schemas.openxmlformats.org/drawingml/2006/main">
              <a:ext uri="{FF2B5EF4-FFF2-40B4-BE49-F238E27FC236}">
                <a16:creationId xmlns:a16="http://schemas.microsoft.com/office/drawing/2014/main" id="{8378EBEA-C83F-4BEE-A4A9-FC3BE70572CB}"/>
              </a:ext>
            </a:extLst>
          </p:cNvPr>
          <p:cNvSpPr>
            <a:spLocks xmlns:a="http://schemas.openxmlformats.org/drawingml/2006/main" noGrp="1"/>
          </p:cNvSpPr>
          <p:nvPr/>
        </p:nvSpPr>
        <p:spPr>
          <a:xfrm xmlns:a="http://schemas.openxmlformats.org/drawingml/2006/main">
            <a:off x="7372350" y="4438650"/>
            <a:ext cx="2362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425" b="1">
                <a:solidFill>
                  <a:srgbClr val="F4F7FB"/>
                </a:solidFill>
                <a:latin typeface="Aptos"/>
                <a:ea typeface="Aptos"/>
                <a:cs typeface="Aptos"/>
              </a:defRPr>
            </a:pPr>
            <a:r>
              <a:rPr sz="1425" b="1">
                <a:solidFill>
                  <a:srgbClr val="F4F7FB"/>
                </a:solidFill>
                <a:latin typeface="Aptos"/>
                <a:ea typeface="Aptos"/>
                <a:cs typeface="Aptos"/>
              </a:rPr>
              <a:t>Schedule default commands</a:t>
            </a:r>
          </a:p>
        </p:txBody>
      </p:sp>
      <p:sp>
        <p:nvSpPr>
          <p:cNvPr id="21" name="">
            <a:extLst xmlns:a="http://schemas.openxmlformats.org/drawingml/2006/main">
              <a:ext uri="{FF2B5EF4-FFF2-40B4-BE49-F238E27FC236}">
                <a16:creationId xmlns:a16="http://schemas.microsoft.com/office/drawing/2014/main" id="{D891B893-B570-487F-B426-6C8D0F7F482E}"/>
              </a:ext>
            </a:extLst>
          </p:cNvPr>
          <p:cNvSpPr>
            <a:spLocks xmlns:a="http://schemas.openxmlformats.org/drawingml/2006/main" noGrp="1"/>
          </p:cNvSpPr>
          <p:nvPr/>
        </p:nvSpPr>
        <p:spPr>
          <a:xfrm xmlns:a="http://schemas.openxmlformats.org/drawingml/2006/main">
            <a:off x="609600" y="5238750"/>
            <a:ext cx="10972800" cy="666750"/>
          </a:xfrm>
          <a:prstGeom xmlns:a="http://schemas.openxmlformats.org/drawingml/2006/main" prst="roundRect">
            <a:avLst>
              <a:gd name="adj" fmla="val 17143"/>
            </a:avLst>
          </a:prstGeom>
          <a:solidFill xmlns:a="http://schemas.openxmlformats.org/drawingml/2006/main">
            <a:srgbClr val="162941"/>
          </a:solidFill>
          <a:ln xmlns:a="http://schemas.openxmlformats.org/drawingml/2006/main" w="9525">
            <a:solidFill>
              <a:srgbClr val="2D425B"/>
            </a:solidFill>
            <a:prstDash val="solid"/>
          </a:ln>
        </p:spPr>
      </p:sp>
      <p:sp>
        <p:nvSpPr>
          <p:cNvPr id="22" name="">
            <a:extLst xmlns:a="http://schemas.openxmlformats.org/drawingml/2006/main">
              <a:ext uri="{FF2B5EF4-FFF2-40B4-BE49-F238E27FC236}">
                <a16:creationId xmlns:a16="http://schemas.microsoft.com/office/drawing/2014/main" id="{A51C5E99-E644-4EF2-A4FA-0AFCC0DBEF2A}"/>
              </a:ext>
            </a:extLst>
          </p:cNvPr>
          <p:cNvSpPr>
            <a:spLocks xmlns:a="http://schemas.openxmlformats.org/drawingml/2006/main" noGrp="1"/>
          </p:cNvSpPr>
          <p:nvPr/>
        </p:nvSpPr>
        <p:spPr>
          <a:xfrm xmlns:a="http://schemas.openxmlformats.org/drawingml/2006/main">
            <a:off x="876300" y="5429250"/>
            <a:ext cx="10439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575" b="1">
                <a:solidFill>
                  <a:srgbClr val="FFB64D"/>
                </a:solidFill>
                <a:latin typeface="Aptos"/>
                <a:ea typeface="Aptos"/>
                <a:cs typeface="Aptos"/>
              </a:defRPr>
            </a:pPr>
            <a:r>
              <a:rPr sz="1575" b="1">
                <a:solidFill>
                  <a:srgbClr val="FFB64D"/>
                </a:solidFill>
                <a:latin typeface="Aptos"/>
                <a:ea typeface="Aptos"/>
                <a:cs typeface="Aptos"/>
              </a:rPr>
              <a:t>Commands must return promptly so CommandScheduler.run() can finish each iteration.</a:t>
            </a:r>
          </a:p>
        </p:txBody>
      </p:sp>
      <p:sp>
        <p:nvSpPr>
          <p:cNvPr id="23" name="footer-left">
            <a:extLst xmlns:a="http://schemas.openxmlformats.org/drawingml/2006/main">
              <a:ext uri="{FF2B5EF4-FFF2-40B4-BE49-F238E27FC236}">
                <a16:creationId xmlns:a16="http://schemas.microsoft.com/office/drawing/2014/main" id="{E5C17B1F-140B-4DD7-ACF8-21EF376B60D2}"/>
              </a:ext>
            </a:extLst>
          </p:cNvPr>
          <p:cNvSpPr>
            <a:spLocks xmlns:a="http://schemas.openxmlformats.org/drawingml/2006/main" noGrp="1"/>
          </p:cNvSpPr>
          <p:nvPr/>
        </p:nvSpPr>
        <p:spPr>
          <a:xfrm xmlns:a="http://schemas.openxmlformats.org/drawingml/2006/main">
            <a:off x="609600" y="64960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825" b="0">
                <a:solidFill>
                  <a:srgbClr val="5E7188"/>
                </a:solidFill>
                <a:latin typeface="Aptos"/>
                <a:ea typeface="Aptos"/>
                <a:cs typeface="Aptos"/>
              </a:defRPr>
            </a:pPr>
            <a:r>
              <a:rPr sz="825" b="0">
                <a:solidFill>
                  <a:srgbClr val="5E7188"/>
                </a:solidFill>
                <a:latin typeface="Aptos"/>
                <a:ea typeface="Aptos"/>
                <a:cs typeface="Aptos"/>
              </a:rPr>
              <a:t>2020 FRC robot | command-based implementation</a:t>
            </a:r>
          </a:p>
        </p:txBody>
      </p:sp>
      <p:sp>
        <p:nvSpPr>
          <p:cNvPr id="24" name="footer-number">
            <a:extLst xmlns:a="http://schemas.openxmlformats.org/drawingml/2006/main">
              <a:ext uri="{FF2B5EF4-FFF2-40B4-BE49-F238E27FC236}">
                <a16:creationId xmlns:a16="http://schemas.microsoft.com/office/drawing/2014/main" id="{7D28AF44-E9D4-4434-A61E-3E10AAFEBA28}"/>
              </a:ext>
            </a:extLst>
          </p:cNvPr>
          <p:cNvSpPr>
            <a:spLocks xmlns:a="http://schemas.openxmlformats.org/drawingml/2006/main" noGrp="1"/>
          </p:cNvSpPr>
          <p:nvPr/>
        </p:nvSpPr>
        <p:spPr>
          <a:xfrm xmlns:a="http://schemas.openxmlformats.org/drawingml/2006/main">
            <a:off x="11049000" y="647700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00" b="1">
                <a:solidFill>
                  <a:srgbClr val="5E7188"/>
                </a:solidFill>
                <a:latin typeface="Aptos"/>
                <a:ea typeface="Aptos"/>
                <a:cs typeface="Aptos"/>
              </a:defRPr>
            </a:pPr>
            <a:r>
              <a:rPr sz="900" b="1">
                <a:solidFill>
                  <a:srgbClr val="5E7188"/>
                </a:solidFill>
                <a:latin typeface="Aptos"/>
                <a:ea typeface="Aptos"/>
                <a:cs typeface="Aptos"/>
              </a:rPr>
              <a:t>13</a:t>
            </a:r>
          </a:p>
        </p:txBody>
      </p:sp>
    </p:spTree>
    <p:extLst>
      <p:ext uri="{BB962C8B-B14F-4D97-AF65-F5344CB8AC3E}">
        <p14:creationId xmlns:p14="http://schemas.microsoft.com/office/powerpoint/2010/main" val="432493009"/>
      </p:ext>
    </p:extLst>
  </p:cSld>
</p:sld>
</file>

<file path=ppt/slides/slide14.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30" name="section-label">
            <a:extLst xmlns:a="http://schemas.openxmlformats.org/drawingml/2006/main">
              <a:ext uri="{FF2B5EF4-FFF2-40B4-BE49-F238E27FC236}">
                <a16:creationId xmlns:a16="http://schemas.microsoft.com/office/drawing/2014/main" id="{E0BE5B55-5AD8-4040-B6D4-9FCF0B1C95DD}"/>
              </a:ext>
            </a:extLst>
          </p:cNvPr>
          <p:cNvSpPr>
            <a:spLocks xmlns:a="http://schemas.openxmlformats.org/drawingml/2006/main" noGrp="1"/>
          </p:cNvSpPr>
          <p:nvPr/>
        </p:nvSpPr>
        <p:spPr>
          <a:xfrm xmlns:a="http://schemas.openxmlformats.org/drawingml/2006/main">
            <a:off x="609600" y="3048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 b="1">
                <a:solidFill>
                  <a:srgbClr val="42C6FF"/>
                </a:solidFill>
                <a:latin typeface="Aptos"/>
                <a:ea typeface="Aptos"/>
                <a:cs typeface="Aptos"/>
              </a:defRPr>
            </a:pPr>
            <a:r>
              <a:rPr sz="1050" b="1">
                <a:solidFill>
                  <a:srgbClr val="42C6FF"/>
                </a:solidFill>
                <a:latin typeface="Aptos"/>
                <a:ea typeface="Aptos"/>
                <a:cs typeface="Aptos"/>
              </a:rPr>
              <a:t>4 · SOFTWARE CONTROL</a:t>
            </a:r>
          </a:p>
        </p:txBody>
      </p:sp>
      <p:sp>
        <p:nvSpPr>
          <p:cNvPr id="2" name="slide-title">
            <a:extLst xmlns:a="http://schemas.openxmlformats.org/drawingml/2006/main">
              <a:ext uri="{FF2B5EF4-FFF2-40B4-BE49-F238E27FC236}">
                <a16:creationId xmlns:a16="http://schemas.microsoft.com/office/drawing/2014/main" id="{7E9F8DC2-C8AD-44CE-9CF1-126E1070C553}"/>
              </a:ext>
            </a:extLst>
          </p:cNvPr>
          <p:cNvSpPr>
            <a:spLocks xmlns:a="http://schemas.openxmlformats.org/drawingml/2006/main" noGrp="1"/>
          </p:cNvSpPr>
          <p:nvPr/>
        </p:nvSpPr>
        <p:spPr>
          <a:xfrm xmlns:a="http://schemas.openxmlformats.org/drawingml/2006/main">
            <a:off x="609600" y="533400"/>
            <a:ext cx="1076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2000"/>
              </a:lnSpc>
              <a:buNone/>
              <a:defRPr sz="2625" b="1">
                <a:solidFill>
                  <a:srgbClr val="F4F7FB"/>
                </a:solidFill>
                <a:latin typeface="Aptos"/>
                <a:ea typeface="Aptos"/>
                <a:cs typeface="Aptos"/>
              </a:defRPr>
            </a:pPr>
            <a:r>
              <a:rPr sz="2625" b="1">
                <a:solidFill>
                  <a:srgbClr val="F4F7FB"/>
                </a:solidFill>
                <a:latin typeface="Aptos"/>
                <a:ea typeface="Aptos"/>
                <a:cs typeface="Aptos"/>
              </a:rPr>
              <a:t>The command lifecycle controls setup, repeated work, and shutdown</a:t>
            </a:r>
          </a:p>
        </p:txBody>
      </p:sp>
      <p:sp>
        <p:nvSpPr>
          <p:cNvPr id="3" name="slide-subtitle">
            <a:extLst xmlns:a="http://schemas.openxmlformats.org/drawingml/2006/main">
              <a:ext uri="{FF2B5EF4-FFF2-40B4-BE49-F238E27FC236}">
                <a16:creationId xmlns:a16="http://schemas.microsoft.com/office/drawing/2014/main" id="{838113A1-37AC-491B-9236-0C26A63AA2EC}"/>
              </a:ext>
            </a:extLst>
          </p:cNvPr>
          <p:cNvSpPr>
            <a:spLocks xmlns:a="http://schemas.openxmlformats.org/drawingml/2006/main" noGrp="1"/>
          </p:cNvSpPr>
          <p:nvPr/>
        </p:nvSpPr>
        <p:spPr>
          <a:xfrm xmlns:a="http://schemas.openxmlformats.org/drawingml/2006/main">
            <a:off x="609600" y="13335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The lifecycle separates setup, repeated work, completion, and cleanup.</a:t>
            </a:r>
          </a:p>
        </p:txBody>
      </p:sp>
      <p:sp>
        <p:nvSpPr>
          <p:cNvPr id="4" name="title-rule">
            <a:extLst xmlns:a="http://schemas.openxmlformats.org/drawingml/2006/main">
              <a:ext uri="{FF2B5EF4-FFF2-40B4-BE49-F238E27FC236}">
                <a16:creationId xmlns:a16="http://schemas.microsoft.com/office/drawing/2014/main" id="{5588F431-AE58-4BD7-A253-2CB74589402D}"/>
              </a:ext>
            </a:extLst>
          </p:cNvPr>
          <p:cNvSpPr>
            <a:spLocks xmlns:a="http://schemas.openxmlformats.org/drawingml/2006/main" noGrp="1"/>
          </p:cNvSpPr>
          <p:nvPr/>
        </p:nvSpPr>
        <p:spPr>
          <a:xfrm xmlns:a="http://schemas.openxmlformats.org/drawingml/2006/main">
            <a:off x="609600" y="1657350"/>
            <a:ext cx="10972800" cy="19050"/>
          </a:xfrm>
          <a:prstGeom xmlns:a="http://schemas.openxmlformats.org/drawingml/2006/main" prst="rect">
            <a:avLst/>
          </a:prstGeom>
          <a:solidFill xmlns:a="http://schemas.openxmlformats.org/drawingml/2006/main">
            <a:srgbClr val="2D425B"/>
          </a:solidFill>
          <a:ln xmlns:a="http://schemas.openxmlformats.org/drawingml/2006/main" w="0">
            <a:noFill/>
            <a:prstDash val="solid"/>
          </a:ln>
        </p:spPr>
      </p:sp>
      <p:sp>
        <p:nvSpPr>
          <p:cNvPr id="5" name="lifecycle-0">
            <a:extLst xmlns:a="http://schemas.openxmlformats.org/drawingml/2006/main">
              <a:ext uri="{FF2B5EF4-FFF2-40B4-BE49-F238E27FC236}">
                <a16:creationId xmlns:a16="http://schemas.microsoft.com/office/drawing/2014/main" id="{DB41D1DC-0214-4F94-93F9-579489386E92}"/>
              </a:ext>
            </a:extLst>
          </p:cNvPr>
          <p:cNvSpPr>
            <a:spLocks xmlns:a="http://schemas.openxmlformats.org/drawingml/2006/main" noGrp="1"/>
          </p:cNvSpPr>
          <p:nvPr/>
        </p:nvSpPr>
        <p:spPr>
          <a:xfrm xmlns:a="http://schemas.openxmlformats.org/drawingml/2006/main">
            <a:off x="819150" y="1809750"/>
            <a:ext cx="3429000" cy="685800"/>
          </a:xfrm>
          <a:prstGeom xmlns:a="http://schemas.openxmlformats.org/drawingml/2006/main" prst="roundRect">
            <a:avLst>
              <a:gd name="adj" fmla="val 16667"/>
            </a:avLst>
          </a:prstGeom>
          <a:solidFill xmlns:a="http://schemas.openxmlformats.org/drawingml/2006/main">
            <a:srgbClr val="101E31"/>
          </a:solidFill>
          <a:ln xmlns:a="http://schemas.openxmlformats.org/drawingml/2006/main" w="9525">
            <a:solidFill>
              <a:srgbClr val="FFB64D"/>
            </a:solidFill>
            <a:prstDash val="solid"/>
          </a:ln>
        </p:spPr>
      </p:sp>
      <p:sp>
        <p:nvSpPr>
          <p:cNvPr id="6" name="">
            <a:extLst xmlns:a="http://schemas.openxmlformats.org/drawingml/2006/main">
              <a:ext uri="{FF2B5EF4-FFF2-40B4-BE49-F238E27FC236}">
                <a16:creationId xmlns:a16="http://schemas.microsoft.com/office/drawing/2014/main" id="{7488CA02-4DEE-43B7-A844-536C449F8229}"/>
              </a:ext>
            </a:extLst>
          </p:cNvPr>
          <p:cNvSpPr>
            <a:spLocks xmlns:a="http://schemas.openxmlformats.org/drawingml/2006/main" noGrp="1"/>
          </p:cNvSpPr>
          <p:nvPr/>
        </p:nvSpPr>
        <p:spPr>
          <a:xfrm xmlns:a="http://schemas.openxmlformats.org/drawingml/2006/main">
            <a:off x="1047750" y="1971675"/>
            <a:ext cx="276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00" b="1">
                <a:solidFill>
                  <a:srgbClr val="FFB64D"/>
                </a:solidFill>
                <a:latin typeface="Consolas"/>
                <a:ea typeface="Consolas"/>
                <a:cs typeface="Consolas"/>
              </a:defRPr>
            </a:pPr>
            <a:r>
              <a:rPr sz="1800" b="1">
                <a:solidFill>
                  <a:srgbClr val="FFB64D"/>
                </a:solidFill>
                <a:latin typeface="Consolas"/>
                <a:ea typeface="Consolas"/>
                <a:cs typeface="Consolas"/>
              </a:rPr>
              <a:t>initialize()</a:t>
            </a:r>
          </a:p>
        </p:txBody>
      </p:sp>
      <p:sp>
        <p:nvSpPr>
          <p:cNvPr id="7" name="">
            <a:extLst xmlns:a="http://schemas.openxmlformats.org/drawingml/2006/main">
              <a:ext uri="{FF2B5EF4-FFF2-40B4-BE49-F238E27FC236}">
                <a16:creationId xmlns:a16="http://schemas.microsoft.com/office/drawing/2014/main" id="{A7730BBC-4DDE-47D0-B149-CECF687986D8}"/>
              </a:ext>
            </a:extLst>
          </p:cNvPr>
          <p:cNvSpPr>
            <a:spLocks xmlns:a="http://schemas.openxmlformats.org/drawingml/2006/main" noGrp="1"/>
          </p:cNvSpPr>
          <p:nvPr/>
        </p:nvSpPr>
        <p:spPr>
          <a:xfrm xmlns:a="http://schemas.openxmlformats.org/drawingml/2006/main">
            <a:off x="4629150" y="19812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0">
                <a:solidFill>
                  <a:srgbClr val="F4F7FB"/>
                </a:solidFill>
                <a:latin typeface="Aptos"/>
                <a:ea typeface="Aptos"/>
                <a:cs typeface="Aptos"/>
              </a:defRPr>
            </a:pPr>
            <a:r>
              <a:rPr sz="1650" b="0">
                <a:solidFill>
                  <a:srgbClr val="F4F7FB"/>
                </a:solidFill>
                <a:latin typeface="Aptos"/>
                <a:ea typeface="Aptos"/>
                <a:cs typeface="Aptos"/>
              </a:rPr>
              <a:t>Once when scheduled</a:t>
            </a:r>
          </a:p>
        </p:txBody>
      </p:sp>
      <p:sp>
        <p:nvSpPr>
          <p:cNvPr id="8" name="">
            <a:extLst xmlns:a="http://schemas.openxmlformats.org/drawingml/2006/main">
              <a:ext uri="{FF2B5EF4-FFF2-40B4-BE49-F238E27FC236}">
                <a16:creationId xmlns:a16="http://schemas.microsoft.com/office/drawing/2014/main" id="{6C30DAC0-8885-45C0-9BE1-1C9ED84691D4}"/>
              </a:ext>
            </a:extLst>
          </p:cNvPr>
          <p:cNvSpPr>
            <a:spLocks xmlns:a="http://schemas.openxmlformats.org/drawingml/2006/main" noGrp="1"/>
          </p:cNvSpPr>
          <p:nvPr/>
        </p:nvSpPr>
        <p:spPr>
          <a:xfrm xmlns:a="http://schemas.openxmlformats.org/drawingml/2006/main">
            <a:off x="2266950" y="24955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800" b="1">
                <a:solidFill>
                  <a:srgbClr val="5E7188"/>
                </a:solidFill>
                <a:latin typeface="Aptos"/>
                <a:ea typeface="Aptos"/>
                <a:cs typeface="Aptos"/>
              </a:defRPr>
            </a:pPr>
            <a:r>
              <a:rPr sz="1800" b="1">
                <a:solidFill>
                  <a:srgbClr val="5E7188"/>
                </a:solidFill>
                <a:latin typeface="Aptos"/>
                <a:ea typeface="Aptos"/>
                <a:cs typeface="Aptos"/>
              </a:rPr>
              <a:t>↓</a:t>
            </a:r>
          </a:p>
        </p:txBody>
      </p:sp>
      <p:sp>
        <p:nvSpPr>
          <p:cNvPr id="9" name="lifecycle-1">
            <a:extLst xmlns:a="http://schemas.openxmlformats.org/drawingml/2006/main">
              <a:ext uri="{FF2B5EF4-FFF2-40B4-BE49-F238E27FC236}">
                <a16:creationId xmlns:a16="http://schemas.microsoft.com/office/drawing/2014/main" id="{1C22FF74-69FE-4513-85E4-E7C20132D9EF}"/>
              </a:ext>
            </a:extLst>
          </p:cNvPr>
          <p:cNvSpPr>
            <a:spLocks xmlns:a="http://schemas.openxmlformats.org/drawingml/2006/main" noGrp="1"/>
          </p:cNvSpPr>
          <p:nvPr/>
        </p:nvSpPr>
        <p:spPr>
          <a:xfrm xmlns:a="http://schemas.openxmlformats.org/drawingml/2006/main">
            <a:off x="819150" y="2762250"/>
            <a:ext cx="3429000" cy="685800"/>
          </a:xfrm>
          <a:prstGeom xmlns:a="http://schemas.openxmlformats.org/drawingml/2006/main" prst="roundRect">
            <a:avLst>
              <a:gd name="adj" fmla="val 16667"/>
            </a:avLst>
          </a:prstGeom>
          <a:solidFill xmlns:a="http://schemas.openxmlformats.org/drawingml/2006/main">
            <a:srgbClr val="101E31"/>
          </a:solidFill>
          <a:ln xmlns:a="http://schemas.openxmlformats.org/drawingml/2006/main" w="9525">
            <a:solidFill>
              <a:srgbClr val="42C6FF"/>
            </a:solidFill>
            <a:prstDash val="solid"/>
          </a:ln>
        </p:spPr>
      </p:sp>
      <p:sp>
        <p:nvSpPr>
          <p:cNvPr id="10" name="">
            <a:extLst xmlns:a="http://schemas.openxmlformats.org/drawingml/2006/main">
              <a:ext uri="{FF2B5EF4-FFF2-40B4-BE49-F238E27FC236}">
                <a16:creationId xmlns:a16="http://schemas.microsoft.com/office/drawing/2014/main" id="{E321B98C-311D-4049-A710-85CEAD4B728C}"/>
              </a:ext>
            </a:extLst>
          </p:cNvPr>
          <p:cNvSpPr>
            <a:spLocks xmlns:a="http://schemas.openxmlformats.org/drawingml/2006/main" noGrp="1"/>
          </p:cNvSpPr>
          <p:nvPr/>
        </p:nvSpPr>
        <p:spPr>
          <a:xfrm xmlns:a="http://schemas.openxmlformats.org/drawingml/2006/main">
            <a:off x="1047750" y="2924175"/>
            <a:ext cx="276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00" b="1">
                <a:solidFill>
                  <a:srgbClr val="42C6FF"/>
                </a:solidFill>
                <a:latin typeface="Consolas"/>
                <a:ea typeface="Consolas"/>
                <a:cs typeface="Consolas"/>
              </a:defRPr>
            </a:pPr>
            <a:r>
              <a:rPr sz="1800" b="1">
                <a:solidFill>
                  <a:srgbClr val="42C6FF"/>
                </a:solidFill>
                <a:latin typeface="Consolas"/>
                <a:ea typeface="Consolas"/>
                <a:cs typeface="Consolas"/>
              </a:rPr>
              <a:t>execute()</a:t>
            </a:r>
          </a:p>
        </p:txBody>
      </p:sp>
      <p:sp>
        <p:nvSpPr>
          <p:cNvPr id="11" name="">
            <a:extLst xmlns:a="http://schemas.openxmlformats.org/drawingml/2006/main">
              <a:ext uri="{FF2B5EF4-FFF2-40B4-BE49-F238E27FC236}">
                <a16:creationId xmlns:a16="http://schemas.microsoft.com/office/drawing/2014/main" id="{9A6CE4A3-0929-4E48-BEC0-906EC9D74CD8}"/>
              </a:ext>
            </a:extLst>
          </p:cNvPr>
          <p:cNvSpPr>
            <a:spLocks xmlns:a="http://schemas.openxmlformats.org/drawingml/2006/main" noGrp="1"/>
          </p:cNvSpPr>
          <p:nvPr/>
        </p:nvSpPr>
        <p:spPr>
          <a:xfrm xmlns:a="http://schemas.openxmlformats.org/drawingml/2006/main">
            <a:off x="4629150" y="29337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0">
                <a:solidFill>
                  <a:srgbClr val="F4F7FB"/>
                </a:solidFill>
                <a:latin typeface="Aptos"/>
                <a:ea typeface="Aptos"/>
                <a:cs typeface="Aptos"/>
              </a:defRPr>
            </a:pPr>
            <a:r>
              <a:rPr sz="1650" b="0">
                <a:solidFill>
                  <a:srgbClr val="F4F7FB"/>
                </a:solidFill>
                <a:latin typeface="Aptos"/>
                <a:ea typeface="Aptos"/>
                <a:cs typeface="Aptos"/>
              </a:rPr>
              <a:t>Once per scheduler iteration</a:t>
            </a:r>
          </a:p>
        </p:txBody>
      </p:sp>
      <p:sp>
        <p:nvSpPr>
          <p:cNvPr id="12" name="">
            <a:extLst xmlns:a="http://schemas.openxmlformats.org/drawingml/2006/main">
              <a:ext uri="{FF2B5EF4-FFF2-40B4-BE49-F238E27FC236}">
                <a16:creationId xmlns:a16="http://schemas.microsoft.com/office/drawing/2014/main" id="{0B4A14AE-E845-497C-B095-3035D10005BB}"/>
              </a:ext>
            </a:extLst>
          </p:cNvPr>
          <p:cNvSpPr>
            <a:spLocks xmlns:a="http://schemas.openxmlformats.org/drawingml/2006/main" noGrp="1"/>
          </p:cNvSpPr>
          <p:nvPr/>
        </p:nvSpPr>
        <p:spPr>
          <a:xfrm xmlns:a="http://schemas.openxmlformats.org/drawingml/2006/main">
            <a:off x="2266950" y="34480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800" b="1">
                <a:solidFill>
                  <a:srgbClr val="5E7188"/>
                </a:solidFill>
                <a:latin typeface="Aptos"/>
                <a:ea typeface="Aptos"/>
                <a:cs typeface="Aptos"/>
              </a:defRPr>
            </a:pPr>
            <a:r>
              <a:rPr sz="1800" b="1">
                <a:solidFill>
                  <a:srgbClr val="5E7188"/>
                </a:solidFill>
                <a:latin typeface="Aptos"/>
                <a:ea typeface="Aptos"/>
                <a:cs typeface="Aptos"/>
              </a:rPr>
              <a:t>↓</a:t>
            </a:r>
          </a:p>
        </p:txBody>
      </p:sp>
      <p:sp>
        <p:nvSpPr>
          <p:cNvPr id="13" name="lifecycle-2">
            <a:extLst xmlns:a="http://schemas.openxmlformats.org/drawingml/2006/main">
              <a:ext uri="{FF2B5EF4-FFF2-40B4-BE49-F238E27FC236}">
                <a16:creationId xmlns:a16="http://schemas.microsoft.com/office/drawing/2014/main" id="{BAE93C62-2D62-435F-946F-B2ACA9EDAF20}"/>
              </a:ext>
            </a:extLst>
          </p:cNvPr>
          <p:cNvSpPr>
            <a:spLocks xmlns:a="http://schemas.openxmlformats.org/drawingml/2006/main" noGrp="1"/>
          </p:cNvSpPr>
          <p:nvPr/>
        </p:nvSpPr>
        <p:spPr>
          <a:xfrm xmlns:a="http://schemas.openxmlformats.org/drawingml/2006/main">
            <a:off x="819150" y="3714750"/>
            <a:ext cx="3429000" cy="685800"/>
          </a:xfrm>
          <a:prstGeom xmlns:a="http://schemas.openxmlformats.org/drawingml/2006/main" prst="roundRect">
            <a:avLst>
              <a:gd name="adj" fmla="val 16667"/>
            </a:avLst>
          </a:prstGeom>
          <a:solidFill xmlns:a="http://schemas.openxmlformats.org/drawingml/2006/main">
            <a:srgbClr val="101E31"/>
          </a:solidFill>
          <a:ln xmlns:a="http://schemas.openxmlformats.org/drawingml/2006/main" w="9525">
            <a:solidFill>
              <a:srgbClr val="42C6FF"/>
            </a:solidFill>
            <a:prstDash val="solid"/>
          </a:ln>
        </p:spPr>
      </p:sp>
      <p:sp>
        <p:nvSpPr>
          <p:cNvPr id="14" name="">
            <a:extLst xmlns:a="http://schemas.openxmlformats.org/drawingml/2006/main">
              <a:ext uri="{FF2B5EF4-FFF2-40B4-BE49-F238E27FC236}">
                <a16:creationId xmlns:a16="http://schemas.microsoft.com/office/drawing/2014/main" id="{60E3A5A1-6E43-46FF-A40A-E3132EFD48A0}"/>
              </a:ext>
            </a:extLst>
          </p:cNvPr>
          <p:cNvSpPr>
            <a:spLocks xmlns:a="http://schemas.openxmlformats.org/drawingml/2006/main" noGrp="1"/>
          </p:cNvSpPr>
          <p:nvPr/>
        </p:nvSpPr>
        <p:spPr>
          <a:xfrm xmlns:a="http://schemas.openxmlformats.org/drawingml/2006/main">
            <a:off x="1047750" y="3876675"/>
            <a:ext cx="276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00" b="1">
                <a:solidFill>
                  <a:srgbClr val="42C6FF"/>
                </a:solidFill>
                <a:latin typeface="Consolas"/>
                <a:ea typeface="Consolas"/>
                <a:cs typeface="Consolas"/>
              </a:defRPr>
            </a:pPr>
            <a:r>
              <a:rPr sz="1800" b="1">
                <a:solidFill>
                  <a:srgbClr val="42C6FF"/>
                </a:solidFill>
                <a:latin typeface="Consolas"/>
                <a:ea typeface="Consolas"/>
                <a:cs typeface="Consolas"/>
              </a:rPr>
              <a:t>isFinished()</a:t>
            </a:r>
          </a:p>
        </p:txBody>
      </p:sp>
      <p:sp>
        <p:nvSpPr>
          <p:cNvPr id="15" name="">
            <a:extLst xmlns:a="http://schemas.openxmlformats.org/drawingml/2006/main">
              <a:ext uri="{FF2B5EF4-FFF2-40B4-BE49-F238E27FC236}">
                <a16:creationId xmlns:a16="http://schemas.microsoft.com/office/drawing/2014/main" id="{50983D53-A06F-4C29-9CA7-776926052656}"/>
              </a:ext>
            </a:extLst>
          </p:cNvPr>
          <p:cNvSpPr>
            <a:spLocks xmlns:a="http://schemas.openxmlformats.org/drawingml/2006/main" noGrp="1"/>
          </p:cNvSpPr>
          <p:nvPr/>
        </p:nvSpPr>
        <p:spPr>
          <a:xfrm xmlns:a="http://schemas.openxmlformats.org/drawingml/2006/main">
            <a:off x="4629150" y="38862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0">
                <a:solidFill>
                  <a:srgbClr val="F4F7FB"/>
                </a:solidFill>
                <a:latin typeface="Aptos"/>
                <a:ea typeface="Aptos"/>
                <a:cs typeface="Aptos"/>
              </a:defRPr>
            </a:pPr>
            <a:r>
              <a:rPr sz="1650" b="0">
                <a:solidFill>
                  <a:srgbClr val="F4F7FB"/>
                </a:solidFill>
                <a:latin typeface="Aptos"/>
                <a:ea typeface="Aptos"/>
                <a:cs typeface="Aptos"/>
              </a:rPr>
              <a:t>Checked after execution</a:t>
            </a:r>
          </a:p>
        </p:txBody>
      </p:sp>
      <p:sp>
        <p:nvSpPr>
          <p:cNvPr id="16" name="">
            <a:extLst xmlns:a="http://schemas.openxmlformats.org/drawingml/2006/main">
              <a:ext uri="{FF2B5EF4-FFF2-40B4-BE49-F238E27FC236}">
                <a16:creationId xmlns:a16="http://schemas.microsoft.com/office/drawing/2014/main" id="{A904A347-69BB-4B6B-91C9-6F78B5AD57AB}"/>
              </a:ext>
            </a:extLst>
          </p:cNvPr>
          <p:cNvSpPr>
            <a:spLocks xmlns:a="http://schemas.openxmlformats.org/drawingml/2006/main" noGrp="1"/>
          </p:cNvSpPr>
          <p:nvPr/>
        </p:nvSpPr>
        <p:spPr>
          <a:xfrm xmlns:a="http://schemas.openxmlformats.org/drawingml/2006/main">
            <a:off x="2266950" y="44005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800" b="1">
                <a:solidFill>
                  <a:srgbClr val="5E7188"/>
                </a:solidFill>
                <a:latin typeface="Aptos"/>
                <a:ea typeface="Aptos"/>
                <a:cs typeface="Aptos"/>
              </a:defRPr>
            </a:pPr>
            <a:r>
              <a:rPr sz="1800" b="1">
                <a:solidFill>
                  <a:srgbClr val="5E7188"/>
                </a:solidFill>
                <a:latin typeface="Aptos"/>
                <a:ea typeface="Aptos"/>
                <a:cs typeface="Aptos"/>
              </a:rPr>
              <a:t>↓</a:t>
            </a:r>
          </a:p>
        </p:txBody>
      </p:sp>
      <p:sp>
        <p:nvSpPr>
          <p:cNvPr id="17" name="lifecycle-3">
            <a:extLst xmlns:a="http://schemas.openxmlformats.org/drawingml/2006/main">
              <a:ext uri="{FF2B5EF4-FFF2-40B4-BE49-F238E27FC236}">
                <a16:creationId xmlns:a16="http://schemas.microsoft.com/office/drawing/2014/main" id="{0476A1ED-E625-414C-BACF-4F4C2CC83ABB}"/>
              </a:ext>
            </a:extLst>
          </p:cNvPr>
          <p:cNvSpPr>
            <a:spLocks xmlns:a="http://schemas.openxmlformats.org/drawingml/2006/main" noGrp="1"/>
          </p:cNvSpPr>
          <p:nvPr/>
        </p:nvSpPr>
        <p:spPr>
          <a:xfrm xmlns:a="http://schemas.openxmlformats.org/drawingml/2006/main">
            <a:off x="819150" y="4667250"/>
            <a:ext cx="3429000" cy="685800"/>
          </a:xfrm>
          <a:prstGeom xmlns:a="http://schemas.openxmlformats.org/drawingml/2006/main" prst="roundRect">
            <a:avLst>
              <a:gd name="adj" fmla="val 16667"/>
            </a:avLst>
          </a:prstGeom>
          <a:solidFill xmlns:a="http://schemas.openxmlformats.org/drawingml/2006/main">
            <a:srgbClr val="101E31"/>
          </a:solidFill>
          <a:ln xmlns:a="http://schemas.openxmlformats.org/drawingml/2006/main" w="9525">
            <a:solidFill>
              <a:srgbClr val="62D48A"/>
            </a:solidFill>
            <a:prstDash val="solid"/>
          </a:ln>
        </p:spPr>
      </p:sp>
      <p:sp>
        <p:nvSpPr>
          <p:cNvPr id="18" name="">
            <a:extLst xmlns:a="http://schemas.openxmlformats.org/drawingml/2006/main">
              <a:ext uri="{FF2B5EF4-FFF2-40B4-BE49-F238E27FC236}">
                <a16:creationId xmlns:a16="http://schemas.microsoft.com/office/drawing/2014/main" id="{00644EC6-5ACA-401C-9EEB-2A80AD44F2EA}"/>
              </a:ext>
            </a:extLst>
          </p:cNvPr>
          <p:cNvSpPr>
            <a:spLocks xmlns:a="http://schemas.openxmlformats.org/drawingml/2006/main" noGrp="1"/>
          </p:cNvSpPr>
          <p:nvPr/>
        </p:nvSpPr>
        <p:spPr>
          <a:xfrm xmlns:a="http://schemas.openxmlformats.org/drawingml/2006/main">
            <a:off x="1047750" y="4829175"/>
            <a:ext cx="276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00" b="1">
                <a:solidFill>
                  <a:srgbClr val="62D48A"/>
                </a:solidFill>
                <a:latin typeface="Consolas"/>
                <a:ea typeface="Consolas"/>
                <a:cs typeface="Consolas"/>
              </a:defRPr>
            </a:pPr>
            <a:r>
              <a:rPr sz="1800" b="1">
                <a:solidFill>
                  <a:srgbClr val="62D48A"/>
                </a:solidFill>
                <a:latin typeface="Consolas"/>
                <a:ea typeface="Consolas"/>
                <a:cs typeface="Consolas"/>
              </a:rPr>
              <a:t>end(interrupted)</a:t>
            </a:r>
          </a:p>
        </p:txBody>
      </p:sp>
      <p:sp>
        <p:nvSpPr>
          <p:cNvPr id="19" name="">
            <a:extLst xmlns:a="http://schemas.openxmlformats.org/drawingml/2006/main">
              <a:ext uri="{FF2B5EF4-FFF2-40B4-BE49-F238E27FC236}">
                <a16:creationId xmlns:a16="http://schemas.microsoft.com/office/drawing/2014/main" id="{1A19021E-FE0E-41AF-BF22-6FD2FBF13D12}"/>
              </a:ext>
            </a:extLst>
          </p:cNvPr>
          <p:cNvSpPr>
            <a:spLocks xmlns:a="http://schemas.openxmlformats.org/drawingml/2006/main" noGrp="1"/>
          </p:cNvSpPr>
          <p:nvPr/>
        </p:nvSpPr>
        <p:spPr>
          <a:xfrm xmlns:a="http://schemas.openxmlformats.org/drawingml/2006/main">
            <a:off x="4629150" y="48387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0">
                <a:solidFill>
                  <a:srgbClr val="F4F7FB"/>
                </a:solidFill>
                <a:latin typeface="Aptos"/>
                <a:ea typeface="Aptos"/>
                <a:cs typeface="Aptos"/>
              </a:defRPr>
            </a:pPr>
            <a:r>
              <a:rPr sz="1650" b="0">
                <a:solidFill>
                  <a:srgbClr val="F4F7FB"/>
                </a:solidFill>
                <a:latin typeface="Aptos"/>
                <a:ea typeface="Aptos"/>
                <a:cs typeface="Aptos"/>
              </a:rPr>
              <a:t>Once on finish or cancellation</a:t>
            </a:r>
          </a:p>
        </p:txBody>
      </p:sp>
      <p:sp>
        <p:nvSpPr>
          <p:cNvPr id="20" name="">
            <a:extLst xmlns:a="http://schemas.openxmlformats.org/drawingml/2006/main">
              <a:ext uri="{FF2B5EF4-FFF2-40B4-BE49-F238E27FC236}">
                <a16:creationId xmlns:a16="http://schemas.microsoft.com/office/drawing/2014/main" id="{D843787C-381C-4F45-9F44-3FEE97FE9CEA}"/>
              </a:ext>
            </a:extLst>
          </p:cNvPr>
          <p:cNvSpPr>
            <a:spLocks xmlns:a="http://schemas.openxmlformats.org/drawingml/2006/main" noGrp="1"/>
          </p:cNvSpPr>
          <p:nvPr/>
        </p:nvSpPr>
        <p:spPr>
          <a:xfrm xmlns:a="http://schemas.openxmlformats.org/drawingml/2006/main">
            <a:off x="8267700" y="2667000"/>
            <a:ext cx="2838450" cy="895350"/>
          </a:xfrm>
          <a:prstGeom xmlns:a="http://schemas.openxmlformats.org/drawingml/2006/main" prst="roundRect">
            <a:avLst>
              <a:gd name="adj" fmla="val 10638"/>
            </a:avLst>
          </a:prstGeom>
          <a:solidFill xmlns:a="http://schemas.openxmlformats.org/drawingml/2006/main">
            <a:srgbClr val="162941"/>
          </a:solidFill>
          <a:ln xmlns:a="http://schemas.openxmlformats.org/drawingml/2006/main" w="9525">
            <a:solidFill>
              <a:srgbClr val="42C6FF"/>
            </a:solidFill>
            <a:prstDash val="solid"/>
          </a:ln>
        </p:spPr>
      </p:sp>
      <p:sp>
        <p:nvSpPr>
          <p:cNvPr id="21" name="">
            <a:extLst xmlns:a="http://schemas.openxmlformats.org/drawingml/2006/main">
              <a:ext uri="{FF2B5EF4-FFF2-40B4-BE49-F238E27FC236}">
                <a16:creationId xmlns:a16="http://schemas.microsoft.com/office/drawing/2014/main" id="{2B7EBBAF-37E0-4710-B732-F4AAF43FA373}"/>
              </a:ext>
            </a:extLst>
          </p:cNvPr>
          <p:cNvSpPr>
            <a:spLocks xmlns:a="http://schemas.openxmlformats.org/drawingml/2006/main" noGrp="1"/>
          </p:cNvSpPr>
          <p:nvPr/>
        </p:nvSpPr>
        <p:spPr>
          <a:xfrm xmlns:a="http://schemas.openxmlformats.org/drawingml/2006/main">
            <a:off x="8477250" y="28384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1">
                <a:solidFill>
                  <a:srgbClr val="42C6FF"/>
                </a:solidFill>
                <a:latin typeface="Aptos"/>
                <a:ea typeface="Aptos"/>
                <a:cs typeface="Aptos"/>
              </a:defRPr>
            </a:pPr>
            <a:r>
              <a:rPr sz="1350" b="1">
                <a:solidFill>
                  <a:srgbClr val="42C6FF"/>
                </a:solidFill>
                <a:latin typeface="Aptos"/>
                <a:ea typeface="Aptos"/>
                <a:cs typeface="Aptos"/>
              </a:rPr>
              <a:t>false</a:t>
            </a:r>
          </a:p>
        </p:txBody>
      </p:sp>
      <p:sp>
        <p:nvSpPr>
          <p:cNvPr id="22" name="">
            <a:extLst xmlns:a="http://schemas.openxmlformats.org/drawingml/2006/main">
              <a:ext uri="{FF2B5EF4-FFF2-40B4-BE49-F238E27FC236}">
                <a16:creationId xmlns:a16="http://schemas.microsoft.com/office/drawing/2014/main" id="{18DC01D7-4477-4941-9B40-668BF4219069}"/>
              </a:ext>
            </a:extLst>
          </p:cNvPr>
          <p:cNvSpPr>
            <a:spLocks xmlns:a="http://schemas.openxmlformats.org/drawingml/2006/main" noGrp="1"/>
          </p:cNvSpPr>
          <p:nvPr/>
        </p:nvSpPr>
        <p:spPr>
          <a:xfrm xmlns:a="http://schemas.openxmlformats.org/drawingml/2006/main">
            <a:off x="8477250" y="3143250"/>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Remain scheduled; execute again.</a:t>
            </a:r>
          </a:p>
        </p:txBody>
      </p:sp>
      <p:sp>
        <p:nvSpPr>
          <p:cNvPr id="23" name="">
            <a:extLst xmlns:a="http://schemas.openxmlformats.org/drawingml/2006/main">
              <a:ext uri="{FF2B5EF4-FFF2-40B4-BE49-F238E27FC236}">
                <a16:creationId xmlns:a16="http://schemas.microsoft.com/office/drawing/2014/main" id="{BFED0CFB-8E50-450B-97B6-790536303FF2}"/>
              </a:ext>
            </a:extLst>
          </p:cNvPr>
          <p:cNvSpPr>
            <a:spLocks xmlns:a="http://schemas.openxmlformats.org/drawingml/2006/main" noGrp="1"/>
          </p:cNvSpPr>
          <p:nvPr/>
        </p:nvSpPr>
        <p:spPr>
          <a:xfrm xmlns:a="http://schemas.openxmlformats.org/drawingml/2006/main">
            <a:off x="8267700" y="3848100"/>
            <a:ext cx="2838450" cy="895350"/>
          </a:xfrm>
          <a:prstGeom xmlns:a="http://schemas.openxmlformats.org/drawingml/2006/main" prst="roundRect">
            <a:avLst>
              <a:gd name="adj" fmla="val 10638"/>
            </a:avLst>
          </a:prstGeom>
          <a:solidFill xmlns:a="http://schemas.openxmlformats.org/drawingml/2006/main">
            <a:srgbClr val="162941"/>
          </a:solidFill>
          <a:ln xmlns:a="http://schemas.openxmlformats.org/drawingml/2006/main" w="9525">
            <a:solidFill>
              <a:srgbClr val="62D48A"/>
            </a:solidFill>
            <a:prstDash val="solid"/>
          </a:ln>
        </p:spPr>
      </p:sp>
      <p:sp>
        <p:nvSpPr>
          <p:cNvPr id="24" name="">
            <a:extLst xmlns:a="http://schemas.openxmlformats.org/drawingml/2006/main">
              <a:ext uri="{FF2B5EF4-FFF2-40B4-BE49-F238E27FC236}">
                <a16:creationId xmlns:a16="http://schemas.microsoft.com/office/drawing/2014/main" id="{91326972-E41E-4280-AC95-4F701435A67E}"/>
              </a:ext>
            </a:extLst>
          </p:cNvPr>
          <p:cNvSpPr>
            <a:spLocks xmlns:a="http://schemas.openxmlformats.org/drawingml/2006/main" noGrp="1"/>
          </p:cNvSpPr>
          <p:nvPr/>
        </p:nvSpPr>
        <p:spPr>
          <a:xfrm xmlns:a="http://schemas.openxmlformats.org/drawingml/2006/main">
            <a:off x="8477250" y="40195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1">
                <a:solidFill>
                  <a:srgbClr val="62D48A"/>
                </a:solidFill>
                <a:latin typeface="Aptos"/>
                <a:ea typeface="Aptos"/>
                <a:cs typeface="Aptos"/>
              </a:defRPr>
            </a:pPr>
            <a:r>
              <a:rPr sz="1350" b="1">
                <a:solidFill>
                  <a:srgbClr val="62D48A"/>
                </a:solidFill>
                <a:latin typeface="Aptos"/>
                <a:ea typeface="Aptos"/>
                <a:cs typeface="Aptos"/>
              </a:rPr>
              <a:t>finished or canceled</a:t>
            </a:r>
          </a:p>
        </p:txBody>
      </p:sp>
      <p:sp>
        <p:nvSpPr>
          <p:cNvPr id="25" name="">
            <a:extLst xmlns:a="http://schemas.openxmlformats.org/drawingml/2006/main">
              <a:ext uri="{FF2B5EF4-FFF2-40B4-BE49-F238E27FC236}">
                <a16:creationId xmlns:a16="http://schemas.microsoft.com/office/drawing/2014/main" id="{165AAF75-A61C-4AE4-9568-7868E63E95D7}"/>
              </a:ext>
            </a:extLst>
          </p:cNvPr>
          <p:cNvSpPr>
            <a:spLocks xmlns:a="http://schemas.openxmlformats.org/drawingml/2006/main" noGrp="1"/>
          </p:cNvSpPr>
          <p:nvPr/>
        </p:nvSpPr>
        <p:spPr>
          <a:xfrm xmlns:a="http://schemas.openxmlformats.org/drawingml/2006/main">
            <a:off x="8477250" y="43243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Call end(false) or end(true).</a:t>
            </a:r>
          </a:p>
        </p:txBody>
      </p:sp>
      <p:sp>
        <p:nvSpPr>
          <p:cNvPr id="26" name="">
            <a:extLst xmlns:a="http://schemas.openxmlformats.org/drawingml/2006/main">
              <a:ext uri="{FF2B5EF4-FFF2-40B4-BE49-F238E27FC236}">
                <a16:creationId xmlns:a16="http://schemas.microsoft.com/office/drawing/2014/main" id="{3A5DA5CD-99F7-4546-9824-C829B126A026}"/>
              </a:ext>
            </a:extLst>
          </p:cNvPr>
          <p:cNvSpPr>
            <a:spLocks xmlns:a="http://schemas.openxmlformats.org/drawingml/2006/main" noGrp="1"/>
          </p:cNvSpPr>
          <p:nvPr/>
        </p:nvSpPr>
        <p:spPr>
          <a:xfrm xmlns:a="http://schemas.openxmlformats.org/drawingml/2006/main">
            <a:off x="7505700" y="5219700"/>
            <a:ext cx="3600450" cy="628650"/>
          </a:xfrm>
          <a:prstGeom xmlns:a="http://schemas.openxmlformats.org/drawingml/2006/main" prst="roundRect">
            <a:avLst>
              <a:gd name="adj" fmla="val 15152"/>
            </a:avLst>
          </a:prstGeom>
          <a:solidFill xmlns:a="http://schemas.openxmlformats.org/drawingml/2006/main">
            <a:srgbClr val="162941"/>
          </a:solidFill>
          <a:ln xmlns:a="http://schemas.openxmlformats.org/drawingml/2006/main" w="9525">
            <a:solidFill>
              <a:srgbClr val="FFB64D"/>
            </a:solidFill>
            <a:prstDash val="solid"/>
          </a:ln>
        </p:spPr>
      </p:sp>
      <p:sp>
        <p:nvSpPr>
          <p:cNvPr id="27" name="">
            <a:extLst xmlns:a="http://schemas.openxmlformats.org/drawingml/2006/main">
              <a:ext uri="{FF2B5EF4-FFF2-40B4-BE49-F238E27FC236}">
                <a16:creationId xmlns:a16="http://schemas.microsoft.com/office/drawing/2014/main" id="{2D3057AE-0150-437F-A304-7860774E70E4}"/>
              </a:ext>
            </a:extLst>
          </p:cNvPr>
          <p:cNvSpPr>
            <a:spLocks xmlns:a="http://schemas.openxmlformats.org/drawingml/2006/main" noGrp="1"/>
          </p:cNvSpPr>
          <p:nvPr/>
        </p:nvSpPr>
        <p:spPr>
          <a:xfrm xmlns:a="http://schemas.openxmlformats.org/drawingml/2006/main">
            <a:off x="7715250" y="5391150"/>
            <a:ext cx="3200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1">
                <a:solidFill>
                  <a:srgbClr val="FFB64D"/>
                </a:solidFill>
                <a:latin typeface="Aptos"/>
                <a:ea typeface="Aptos"/>
                <a:cs typeface="Aptos"/>
              </a:defRPr>
            </a:pPr>
            <a:r>
              <a:rPr sz="1350" b="1">
                <a:solidFill>
                  <a:srgbClr val="FFB64D"/>
                </a:solidFill>
                <a:latin typeface="Aptos"/>
                <a:ea typeface="Aptos"/>
                <a:cs typeface="Aptos"/>
              </a:rPr>
              <a:t>A loop that never returns blocks CommandScheduler.</a:t>
            </a:r>
          </a:p>
        </p:txBody>
      </p:sp>
      <p:sp>
        <p:nvSpPr>
          <p:cNvPr id="28" name="footer-left">
            <a:extLst xmlns:a="http://schemas.openxmlformats.org/drawingml/2006/main">
              <a:ext uri="{FF2B5EF4-FFF2-40B4-BE49-F238E27FC236}">
                <a16:creationId xmlns:a16="http://schemas.microsoft.com/office/drawing/2014/main" id="{819CDDE7-E0F7-4665-BBB7-E0EF0A2C69FF}"/>
              </a:ext>
            </a:extLst>
          </p:cNvPr>
          <p:cNvSpPr>
            <a:spLocks xmlns:a="http://schemas.openxmlformats.org/drawingml/2006/main" noGrp="1"/>
          </p:cNvSpPr>
          <p:nvPr/>
        </p:nvSpPr>
        <p:spPr>
          <a:xfrm xmlns:a="http://schemas.openxmlformats.org/drawingml/2006/main">
            <a:off x="609600" y="64960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825" b="0">
                <a:solidFill>
                  <a:srgbClr val="5E7188"/>
                </a:solidFill>
                <a:latin typeface="Aptos"/>
                <a:ea typeface="Aptos"/>
                <a:cs typeface="Aptos"/>
              </a:defRPr>
            </a:pPr>
            <a:r>
              <a:rPr sz="825" b="0">
                <a:solidFill>
                  <a:srgbClr val="5E7188"/>
                </a:solidFill>
                <a:latin typeface="Aptos"/>
                <a:ea typeface="Aptos"/>
                <a:cs typeface="Aptos"/>
              </a:rPr>
              <a:t>2020 FRC robot | command-based implementation</a:t>
            </a:r>
          </a:p>
        </p:txBody>
      </p:sp>
      <p:sp>
        <p:nvSpPr>
          <p:cNvPr id="29" name="footer-number">
            <a:extLst xmlns:a="http://schemas.openxmlformats.org/drawingml/2006/main">
              <a:ext uri="{FF2B5EF4-FFF2-40B4-BE49-F238E27FC236}">
                <a16:creationId xmlns:a16="http://schemas.microsoft.com/office/drawing/2014/main" id="{B4561E7E-4C35-47EB-8397-FF5883805305}"/>
              </a:ext>
            </a:extLst>
          </p:cNvPr>
          <p:cNvSpPr>
            <a:spLocks xmlns:a="http://schemas.openxmlformats.org/drawingml/2006/main" noGrp="1"/>
          </p:cNvSpPr>
          <p:nvPr/>
        </p:nvSpPr>
        <p:spPr>
          <a:xfrm xmlns:a="http://schemas.openxmlformats.org/drawingml/2006/main">
            <a:off x="11049000" y="647700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00" b="1">
                <a:solidFill>
                  <a:srgbClr val="5E7188"/>
                </a:solidFill>
                <a:latin typeface="Aptos"/>
                <a:ea typeface="Aptos"/>
                <a:cs typeface="Aptos"/>
              </a:defRPr>
            </a:pPr>
            <a:r>
              <a:rPr sz="900" b="1">
                <a:solidFill>
                  <a:srgbClr val="5E7188"/>
                </a:solidFill>
                <a:latin typeface="Aptos"/>
                <a:ea typeface="Aptos"/>
                <a:cs typeface="Aptos"/>
              </a:rPr>
              <a:t>14</a:t>
            </a:r>
          </a:p>
        </p:txBody>
      </p:sp>
    </p:spTree>
    <p:extLst>
      <p:ext uri="{BB962C8B-B14F-4D97-AF65-F5344CB8AC3E}">
        <p14:creationId xmlns:p14="http://schemas.microsoft.com/office/powerpoint/2010/main" val="1941820936"/>
      </p:ext>
    </p:extLst>
  </p:cSld>
</p:sld>
</file>

<file path=ppt/slides/slide15.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39" name="section-label">
            <a:extLst xmlns:a="http://schemas.openxmlformats.org/drawingml/2006/main">
              <a:ext uri="{FF2B5EF4-FFF2-40B4-BE49-F238E27FC236}">
                <a16:creationId xmlns:a16="http://schemas.microsoft.com/office/drawing/2014/main" id="{C328C5C8-4509-4B7A-9B7A-60015F9D3B8F}"/>
              </a:ext>
            </a:extLst>
          </p:cNvPr>
          <p:cNvSpPr>
            <a:spLocks xmlns:a="http://schemas.openxmlformats.org/drawingml/2006/main" noGrp="1"/>
          </p:cNvSpPr>
          <p:nvPr/>
        </p:nvSpPr>
        <p:spPr>
          <a:xfrm xmlns:a="http://schemas.openxmlformats.org/drawingml/2006/main">
            <a:off x="609600" y="3048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 b="1">
                <a:solidFill>
                  <a:srgbClr val="42C6FF"/>
                </a:solidFill>
                <a:latin typeface="Aptos"/>
                <a:ea typeface="Aptos"/>
                <a:cs typeface="Aptos"/>
              </a:defRPr>
            </a:pPr>
            <a:r>
              <a:rPr sz="1050" b="1">
                <a:solidFill>
                  <a:srgbClr val="42C6FF"/>
                </a:solidFill>
                <a:latin typeface="Aptos"/>
                <a:ea typeface="Aptos"/>
                <a:cs typeface="Aptos"/>
              </a:rPr>
              <a:t>4 · SOFTWARE CONTROL</a:t>
            </a:r>
          </a:p>
        </p:txBody>
      </p:sp>
      <p:sp>
        <p:nvSpPr>
          <p:cNvPr id="2" name="slide-title">
            <a:extLst xmlns:a="http://schemas.openxmlformats.org/drawingml/2006/main">
              <a:ext uri="{FF2B5EF4-FFF2-40B4-BE49-F238E27FC236}">
                <a16:creationId xmlns:a16="http://schemas.microsoft.com/office/drawing/2014/main" id="{671FB856-49F8-4288-ABCD-559EC9BA3B9F}"/>
              </a:ext>
            </a:extLst>
          </p:cNvPr>
          <p:cNvSpPr>
            <a:spLocks xmlns:a="http://schemas.openxmlformats.org/drawingml/2006/main" noGrp="1"/>
          </p:cNvSpPr>
          <p:nvPr/>
        </p:nvSpPr>
        <p:spPr>
          <a:xfrm xmlns:a="http://schemas.openxmlformats.org/drawingml/2006/main">
            <a:off x="609600" y="533400"/>
            <a:ext cx="1076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2000"/>
              </a:lnSpc>
              <a:buNone/>
              <a:defRPr sz="2625" b="1">
                <a:solidFill>
                  <a:srgbClr val="F4F7FB"/>
                </a:solidFill>
                <a:latin typeface="Aptos"/>
                <a:ea typeface="Aptos"/>
                <a:cs typeface="Aptos"/>
              </a:defRPr>
            </a:pPr>
            <a:r>
              <a:rPr sz="2625" b="1">
                <a:solidFill>
                  <a:srgbClr val="F4F7FB"/>
                </a:solidFill>
                <a:latin typeface="Aptos"/>
                <a:ea typeface="Aptos"/>
                <a:cs typeface="Aptos"/>
              </a:rPr>
              <a:t>Requirements keep two commands from owning one mechanism</a:t>
            </a:r>
          </a:p>
        </p:txBody>
      </p:sp>
      <p:sp>
        <p:nvSpPr>
          <p:cNvPr id="3" name="slide-subtitle">
            <a:extLst xmlns:a="http://schemas.openxmlformats.org/drawingml/2006/main">
              <a:ext uri="{FF2B5EF4-FFF2-40B4-BE49-F238E27FC236}">
                <a16:creationId xmlns:a16="http://schemas.microsoft.com/office/drawing/2014/main" id="{3FBBB983-BCE5-420B-8C58-AC3283907CCD}"/>
              </a:ext>
            </a:extLst>
          </p:cNvPr>
          <p:cNvSpPr>
            <a:spLocks xmlns:a="http://schemas.openxmlformats.org/drawingml/2006/main" noGrp="1"/>
          </p:cNvSpPr>
          <p:nvPr/>
        </p:nvSpPr>
        <p:spPr>
          <a:xfrm xmlns:a="http://schemas.openxmlformats.org/drawingml/2006/main">
            <a:off x="609600" y="13335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Commands requiring different subsystems may run concurrently.</a:t>
            </a:r>
          </a:p>
        </p:txBody>
      </p:sp>
      <p:sp>
        <p:nvSpPr>
          <p:cNvPr id="4" name="title-rule">
            <a:extLst xmlns:a="http://schemas.openxmlformats.org/drawingml/2006/main">
              <a:ext uri="{FF2B5EF4-FFF2-40B4-BE49-F238E27FC236}">
                <a16:creationId xmlns:a16="http://schemas.microsoft.com/office/drawing/2014/main" id="{27B3D766-6A9E-4297-8D2A-76AC0CD13B6C}"/>
              </a:ext>
            </a:extLst>
          </p:cNvPr>
          <p:cNvSpPr>
            <a:spLocks xmlns:a="http://schemas.openxmlformats.org/drawingml/2006/main" noGrp="1"/>
          </p:cNvSpPr>
          <p:nvPr/>
        </p:nvSpPr>
        <p:spPr>
          <a:xfrm xmlns:a="http://schemas.openxmlformats.org/drawingml/2006/main">
            <a:off x="609600" y="1657350"/>
            <a:ext cx="10972800" cy="19050"/>
          </a:xfrm>
          <a:prstGeom xmlns:a="http://schemas.openxmlformats.org/drawingml/2006/main" prst="rect">
            <a:avLst/>
          </a:prstGeom>
          <a:solidFill xmlns:a="http://schemas.openxmlformats.org/drawingml/2006/main">
            <a:srgbClr val="2D425B"/>
          </a:solidFill>
          <a:ln xmlns:a="http://schemas.openxmlformats.org/drawingml/2006/main" w="0">
            <a:noFill/>
            <a:prstDash val="solid"/>
          </a:ln>
        </p:spPr>
      </p:sp>
      <p:sp>
        <p:nvSpPr>
          <p:cNvPr id="5" name="requirements-table-cell-0-0">
            <a:extLst xmlns:a="http://schemas.openxmlformats.org/drawingml/2006/main">
              <a:ext uri="{FF2B5EF4-FFF2-40B4-BE49-F238E27FC236}">
                <a16:creationId xmlns:a16="http://schemas.microsoft.com/office/drawing/2014/main" id="{7D7CCBCB-5C40-4C88-94F3-C84CFC0A1393}"/>
              </a:ext>
            </a:extLst>
          </p:cNvPr>
          <p:cNvSpPr>
            <a:spLocks xmlns:a="http://schemas.openxmlformats.org/drawingml/2006/main" noGrp="1"/>
          </p:cNvSpPr>
          <p:nvPr/>
        </p:nvSpPr>
        <p:spPr>
          <a:xfrm xmlns:a="http://schemas.openxmlformats.org/drawingml/2006/main">
            <a:off x="609600" y="1847850"/>
            <a:ext cx="2857500" cy="533400"/>
          </a:xfrm>
          <a:prstGeom xmlns:a="http://schemas.openxmlformats.org/drawingml/2006/main" prst="rect">
            <a:avLst/>
          </a:prstGeom>
          <a:solidFill xmlns:a="http://schemas.openxmlformats.org/drawingml/2006/main">
            <a:srgbClr val="162941"/>
          </a:solidFill>
          <a:ln xmlns:a="http://schemas.openxmlformats.org/drawingml/2006/main" w="9525">
            <a:solidFill>
              <a:srgbClr val="2D425B"/>
            </a:solidFill>
            <a:prstDash val="solid"/>
          </a:ln>
        </p:spPr>
      </p:sp>
      <p:sp>
        <p:nvSpPr>
          <p:cNvPr id="6" name="requirements-table-text-0-0">
            <a:extLst xmlns:a="http://schemas.openxmlformats.org/drawingml/2006/main">
              <a:ext uri="{FF2B5EF4-FFF2-40B4-BE49-F238E27FC236}">
                <a16:creationId xmlns:a16="http://schemas.microsoft.com/office/drawing/2014/main" id="{DB4E4978-FB94-4BC3-BEFE-473402C595C9}"/>
              </a:ext>
            </a:extLst>
          </p:cNvPr>
          <p:cNvSpPr>
            <a:spLocks xmlns:a="http://schemas.openxmlformats.org/drawingml/2006/main" noGrp="1"/>
          </p:cNvSpPr>
          <p:nvPr/>
        </p:nvSpPr>
        <p:spPr>
          <a:xfrm xmlns:a="http://schemas.openxmlformats.org/drawingml/2006/main">
            <a:off x="723900" y="1924050"/>
            <a:ext cx="2628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350" b="1">
                <a:solidFill>
                  <a:srgbClr val="42C6FF"/>
                </a:solidFill>
                <a:latin typeface="Aptos"/>
                <a:ea typeface="Aptos"/>
                <a:cs typeface="Aptos"/>
              </a:defRPr>
            </a:pPr>
            <a:r>
              <a:rPr sz="1350" b="1">
                <a:solidFill>
                  <a:srgbClr val="42C6FF"/>
                </a:solidFill>
                <a:latin typeface="Aptos"/>
                <a:ea typeface="Aptos"/>
                <a:cs typeface="Aptos"/>
              </a:rPr>
              <a:t>Subsystem</a:t>
            </a:r>
          </a:p>
        </p:txBody>
      </p:sp>
      <p:sp>
        <p:nvSpPr>
          <p:cNvPr id="7" name="requirements-table-cell-0-1">
            <a:extLst xmlns:a="http://schemas.openxmlformats.org/drawingml/2006/main">
              <a:ext uri="{FF2B5EF4-FFF2-40B4-BE49-F238E27FC236}">
                <a16:creationId xmlns:a16="http://schemas.microsoft.com/office/drawing/2014/main" id="{4EA9EBB5-F1B5-40CA-898E-D25FF898E230}"/>
              </a:ext>
            </a:extLst>
          </p:cNvPr>
          <p:cNvSpPr>
            <a:spLocks xmlns:a="http://schemas.openxmlformats.org/drawingml/2006/main" noGrp="1"/>
          </p:cNvSpPr>
          <p:nvPr/>
        </p:nvSpPr>
        <p:spPr>
          <a:xfrm xmlns:a="http://schemas.openxmlformats.org/drawingml/2006/main">
            <a:off x="3467100" y="1847850"/>
            <a:ext cx="3238500" cy="533400"/>
          </a:xfrm>
          <a:prstGeom xmlns:a="http://schemas.openxmlformats.org/drawingml/2006/main" prst="rect">
            <a:avLst/>
          </a:prstGeom>
          <a:solidFill xmlns:a="http://schemas.openxmlformats.org/drawingml/2006/main">
            <a:srgbClr val="162941"/>
          </a:solidFill>
          <a:ln xmlns:a="http://schemas.openxmlformats.org/drawingml/2006/main" w="9525">
            <a:solidFill>
              <a:srgbClr val="2D425B"/>
            </a:solidFill>
            <a:prstDash val="solid"/>
          </a:ln>
        </p:spPr>
      </p:sp>
      <p:sp>
        <p:nvSpPr>
          <p:cNvPr id="8" name="requirements-table-text-0-1">
            <a:extLst xmlns:a="http://schemas.openxmlformats.org/drawingml/2006/main">
              <a:ext uri="{FF2B5EF4-FFF2-40B4-BE49-F238E27FC236}">
                <a16:creationId xmlns:a16="http://schemas.microsoft.com/office/drawing/2014/main" id="{6AC12618-FEFB-4FF7-95D1-2025AB4B7789}"/>
              </a:ext>
            </a:extLst>
          </p:cNvPr>
          <p:cNvSpPr>
            <a:spLocks xmlns:a="http://schemas.openxmlformats.org/drawingml/2006/main" noGrp="1"/>
          </p:cNvSpPr>
          <p:nvPr/>
        </p:nvSpPr>
        <p:spPr>
          <a:xfrm xmlns:a="http://schemas.openxmlformats.org/drawingml/2006/main">
            <a:off x="3581400" y="1924050"/>
            <a:ext cx="3009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350" b="1">
                <a:solidFill>
                  <a:srgbClr val="42C6FF"/>
                </a:solidFill>
                <a:latin typeface="Aptos"/>
                <a:ea typeface="Aptos"/>
                <a:cs typeface="Aptos"/>
              </a:defRPr>
            </a:pPr>
            <a:r>
              <a:rPr sz="1350" b="1">
                <a:solidFill>
                  <a:srgbClr val="42C6FF"/>
                </a:solidFill>
                <a:latin typeface="Aptos"/>
                <a:ea typeface="Aptos"/>
                <a:cs typeface="Aptos"/>
              </a:rPr>
              <a:t>Commands that require it</a:t>
            </a:r>
          </a:p>
        </p:txBody>
      </p:sp>
      <p:sp>
        <p:nvSpPr>
          <p:cNvPr id="9" name="requirements-table-cell-0-2">
            <a:extLst xmlns:a="http://schemas.openxmlformats.org/drawingml/2006/main">
              <a:ext uri="{FF2B5EF4-FFF2-40B4-BE49-F238E27FC236}">
                <a16:creationId xmlns:a16="http://schemas.microsoft.com/office/drawing/2014/main" id="{A9D30643-F72A-4B7C-891F-BE3A37FBCC6D}"/>
              </a:ext>
            </a:extLst>
          </p:cNvPr>
          <p:cNvSpPr>
            <a:spLocks xmlns:a="http://schemas.openxmlformats.org/drawingml/2006/main" noGrp="1"/>
          </p:cNvSpPr>
          <p:nvPr/>
        </p:nvSpPr>
        <p:spPr>
          <a:xfrm xmlns:a="http://schemas.openxmlformats.org/drawingml/2006/main">
            <a:off x="6705600" y="1847850"/>
            <a:ext cx="4876800" cy="533400"/>
          </a:xfrm>
          <a:prstGeom xmlns:a="http://schemas.openxmlformats.org/drawingml/2006/main" prst="rect">
            <a:avLst/>
          </a:prstGeom>
          <a:solidFill xmlns:a="http://schemas.openxmlformats.org/drawingml/2006/main">
            <a:srgbClr val="162941"/>
          </a:solidFill>
          <a:ln xmlns:a="http://schemas.openxmlformats.org/drawingml/2006/main" w="9525">
            <a:solidFill>
              <a:srgbClr val="2D425B"/>
            </a:solidFill>
            <a:prstDash val="solid"/>
          </a:ln>
        </p:spPr>
      </p:sp>
      <p:sp>
        <p:nvSpPr>
          <p:cNvPr id="10" name="requirements-table-text-0-2">
            <a:extLst xmlns:a="http://schemas.openxmlformats.org/drawingml/2006/main">
              <a:ext uri="{FF2B5EF4-FFF2-40B4-BE49-F238E27FC236}">
                <a16:creationId xmlns:a16="http://schemas.microsoft.com/office/drawing/2014/main" id="{BA584B76-C1F6-423A-9E89-0C8D3457DD3B}"/>
              </a:ext>
            </a:extLst>
          </p:cNvPr>
          <p:cNvSpPr>
            <a:spLocks xmlns:a="http://schemas.openxmlformats.org/drawingml/2006/main" noGrp="1"/>
          </p:cNvSpPr>
          <p:nvPr/>
        </p:nvSpPr>
        <p:spPr>
          <a:xfrm xmlns:a="http://schemas.openxmlformats.org/drawingml/2006/main">
            <a:off x="6819900" y="1924050"/>
            <a:ext cx="4648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350" b="1">
                <a:solidFill>
                  <a:srgbClr val="42C6FF"/>
                </a:solidFill>
                <a:latin typeface="Aptos"/>
                <a:ea typeface="Aptos"/>
                <a:cs typeface="Aptos"/>
              </a:defRPr>
            </a:pPr>
            <a:r>
              <a:rPr sz="1350" b="1">
                <a:solidFill>
                  <a:srgbClr val="42C6FF"/>
                </a:solidFill>
                <a:latin typeface="Aptos"/>
                <a:ea typeface="Aptos"/>
                <a:cs typeface="Aptos"/>
              </a:rPr>
              <a:t>Scheduler result</a:t>
            </a:r>
          </a:p>
        </p:txBody>
      </p:sp>
      <p:sp>
        <p:nvSpPr>
          <p:cNvPr id="11" name="requirements-table-cell-1-0">
            <a:extLst xmlns:a="http://schemas.openxmlformats.org/drawingml/2006/main">
              <a:ext uri="{FF2B5EF4-FFF2-40B4-BE49-F238E27FC236}">
                <a16:creationId xmlns:a16="http://schemas.microsoft.com/office/drawing/2014/main" id="{C31A64CF-A83F-4230-9358-54A9920ECFF3}"/>
              </a:ext>
            </a:extLst>
          </p:cNvPr>
          <p:cNvSpPr>
            <a:spLocks xmlns:a="http://schemas.openxmlformats.org/drawingml/2006/main" noGrp="1"/>
          </p:cNvSpPr>
          <p:nvPr/>
        </p:nvSpPr>
        <p:spPr>
          <a:xfrm xmlns:a="http://schemas.openxmlformats.org/drawingml/2006/main">
            <a:off x="609600" y="2381250"/>
            <a:ext cx="2857500" cy="742950"/>
          </a:xfrm>
          <a:prstGeom xmlns:a="http://schemas.openxmlformats.org/drawingml/2006/main" prst="rect">
            <a:avLst/>
          </a:prstGeom>
          <a:solidFill xmlns:a="http://schemas.openxmlformats.org/drawingml/2006/main">
            <a:srgbClr val="101E31"/>
          </a:solidFill>
          <a:ln xmlns:a="http://schemas.openxmlformats.org/drawingml/2006/main" w="9525">
            <a:solidFill>
              <a:srgbClr val="2D425B"/>
            </a:solidFill>
            <a:prstDash val="solid"/>
          </a:ln>
        </p:spPr>
      </p:sp>
      <p:sp>
        <p:nvSpPr>
          <p:cNvPr id="12" name="requirements-table-text-1-0">
            <a:extLst xmlns:a="http://schemas.openxmlformats.org/drawingml/2006/main">
              <a:ext uri="{FF2B5EF4-FFF2-40B4-BE49-F238E27FC236}">
                <a16:creationId xmlns:a16="http://schemas.microsoft.com/office/drawing/2014/main" id="{F6894ED5-A61D-433D-8732-EDA0D6CEF05A}"/>
              </a:ext>
            </a:extLst>
          </p:cNvPr>
          <p:cNvSpPr>
            <a:spLocks xmlns:a="http://schemas.openxmlformats.org/drawingml/2006/main" noGrp="1"/>
          </p:cNvSpPr>
          <p:nvPr/>
        </p:nvSpPr>
        <p:spPr>
          <a:xfrm xmlns:a="http://schemas.openxmlformats.org/drawingml/2006/main">
            <a:off x="723900" y="2457450"/>
            <a:ext cx="2628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DriveSubsystem</a:t>
            </a:r>
          </a:p>
        </p:txBody>
      </p:sp>
      <p:sp>
        <p:nvSpPr>
          <p:cNvPr id="13" name="requirements-table-cell-1-1">
            <a:extLst xmlns:a="http://schemas.openxmlformats.org/drawingml/2006/main">
              <a:ext uri="{FF2B5EF4-FFF2-40B4-BE49-F238E27FC236}">
                <a16:creationId xmlns:a16="http://schemas.microsoft.com/office/drawing/2014/main" id="{53309AED-5C53-4C88-9A43-20E10BFF5D21}"/>
              </a:ext>
            </a:extLst>
          </p:cNvPr>
          <p:cNvSpPr>
            <a:spLocks xmlns:a="http://schemas.openxmlformats.org/drawingml/2006/main" noGrp="1"/>
          </p:cNvSpPr>
          <p:nvPr/>
        </p:nvSpPr>
        <p:spPr>
          <a:xfrm xmlns:a="http://schemas.openxmlformats.org/drawingml/2006/main">
            <a:off x="3467100" y="2381250"/>
            <a:ext cx="3238500" cy="742950"/>
          </a:xfrm>
          <a:prstGeom xmlns:a="http://schemas.openxmlformats.org/drawingml/2006/main" prst="rect">
            <a:avLst/>
          </a:prstGeom>
          <a:solidFill xmlns:a="http://schemas.openxmlformats.org/drawingml/2006/main">
            <a:srgbClr val="101E31"/>
          </a:solidFill>
          <a:ln xmlns:a="http://schemas.openxmlformats.org/drawingml/2006/main" w="9525">
            <a:solidFill>
              <a:srgbClr val="2D425B"/>
            </a:solidFill>
            <a:prstDash val="solid"/>
          </a:ln>
        </p:spPr>
      </p:sp>
      <p:sp>
        <p:nvSpPr>
          <p:cNvPr id="14" name="requirements-table-text-1-1">
            <a:extLst xmlns:a="http://schemas.openxmlformats.org/drawingml/2006/main">
              <a:ext uri="{FF2B5EF4-FFF2-40B4-BE49-F238E27FC236}">
                <a16:creationId xmlns:a16="http://schemas.microsoft.com/office/drawing/2014/main" id="{7BF42DD1-B4A7-4CBB-B97B-B79B884EFDFD}"/>
              </a:ext>
            </a:extLst>
          </p:cNvPr>
          <p:cNvSpPr>
            <a:spLocks xmlns:a="http://schemas.openxmlformats.org/drawingml/2006/main" noGrp="1"/>
          </p:cNvSpPr>
          <p:nvPr/>
        </p:nvSpPr>
        <p:spPr>
          <a:xfrm xmlns:a="http://schemas.openxmlformats.org/drawingml/2006/main">
            <a:off x="3581400" y="2457450"/>
            <a:ext cx="3009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DriveTeleopCommand</a:t>
            </a:r>
          </a:p>
        </p:txBody>
      </p:sp>
      <p:sp>
        <p:nvSpPr>
          <p:cNvPr id="15" name="requirements-table-cell-1-2">
            <a:extLst xmlns:a="http://schemas.openxmlformats.org/drawingml/2006/main">
              <a:ext uri="{FF2B5EF4-FFF2-40B4-BE49-F238E27FC236}">
                <a16:creationId xmlns:a16="http://schemas.microsoft.com/office/drawing/2014/main" id="{F9293554-3C9C-4259-822D-FA7E33E1A016}"/>
              </a:ext>
            </a:extLst>
          </p:cNvPr>
          <p:cNvSpPr>
            <a:spLocks xmlns:a="http://schemas.openxmlformats.org/drawingml/2006/main" noGrp="1"/>
          </p:cNvSpPr>
          <p:nvPr/>
        </p:nvSpPr>
        <p:spPr>
          <a:xfrm xmlns:a="http://schemas.openxmlformats.org/drawingml/2006/main">
            <a:off x="6705600" y="2381250"/>
            <a:ext cx="4876800" cy="742950"/>
          </a:xfrm>
          <a:prstGeom xmlns:a="http://schemas.openxmlformats.org/drawingml/2006/main" prst="rect">
            <a:avLst/>
          </a:prstGeom>
          <a:solidFill xmlns:a="http://schemas.openxmlformats.org/drawingml/2006/main">
            <a:srgbClr val="101E31"/>
          </a:solidFill>
          <a:ln xmlns:a="http://schemas.openxmlformats.org/drawingml/2006/main" w="9525">
            <a:solidFill>
              <a:srgbClr val="2D425B"/>
            </a:solidFill>
            <a:prstDash val="solid"/>
          </a:ln>
        </p:spPr>
      </p:sp>
      <p:sp>
        <p:nvSpPr>
          <p:cNvPr id="16" name="requirements-table-text-1-2">
            <a:extLst xmlns:a="http://schemas.openxmlformats.org/drawingml/2006/main">
              <a:ext uri="{FF2B5EF4-FFF2-40B4-BE49-F238E27FC236}">
                <a16:creationId xmlns:a16="http://schemas.microsoft.com/office/drawing/2014/main" id="{BA100EBF-21CA-465A-B161-B46752FD3B72}"/>
              </a:ext>
            </a:extLst>
          </p:cNvPr>
          <p:cNvSpPr>
            <a:spLocks xmlns:a="http://schemas.openxmlformats.org/drawingml/2006/main" noGrp="1"/>
          </p:cNvSpPr>
          <p:nvPr/>
        </p:nvSpPr>
        <p:spPr>
          <a:xfrm xmlns:a="http://schemas.openxmlformats.org/drawingml/2006/main">
            <a:off x="6819900" y="2457450"/>
            <a:ext cx="4648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Scheduled by default when DriveSubsystem is available</a:t>
            </a:r>
          </a:p>
        </p:txBody>
      </p:sp>
      <p:sp>
        <p:nvSpPr>
          <p:cNvPr id="17" name="requirements-table-cell-2-0">
            <a:extLst xmlns:a="http://schemas.openxmlformats.org/drawingml/2006/main">
              <a:ext uri="{FF2B5EF4-FFF2-40B4-BE49-F238E27FC236}">
                <a16:creationId xmlns:a16="http://schemas.microsoft.com/office/drawing/2014/main" id="{362945F9-A213-450B-AF63-902279B4BC5A}"/>
              </a:ext>
            </a:extLst>
          </p:cNvPr>
          <p:cNvSpPr>
            <a:spLocks xmlns:a="http://schemas.openxmlformats.org/drawingml/2006/main" noGrp="1"/>
          </p:cNvSpPr>
          <p:nvPr/>
        </p:nvSpPr>
        <p:spPr>
          <a:xfrm xmlns:a="http://schemas.openxmlformats.org/drawingml/2006/main">
            <a:off x="609600" y="3124200"/>
            <a:ext cx="2857500" cy="742950"/>
          </a:xfrm>
          <a:prstGeom xmlns:a="http://schemas.openxmlformats.org/drawingml/2006/main" prst="rect">
            <a:avLst/>
          </a:prstGeom>
          <a:solidFill xmlns:a="http://schemas.openxmlformats.org/drawingml/2006/main">
            <a:srgbClr val="0D1A2B"/>
          </a:solidFill>
          <a:ln xmlns:a="http://schemas.openxmlformats.org/drawingml/2006/main" w="9525">
            <a:solidFill>
              <a:srgbClr val="2D425B"/>
            </a:solidFill>
            <a:prstDash val="solid"/>
          </a:ln>
        </p:spPr>
      </p:sp>
      <p:sp>
        <p:nvSpPr>
          <p:cNvPr id="18" name="requirements-table-text-2-0">
            <a:extLst xmlns:a="http://schemas.openxmlformats.org/drawingml/2006/main">
              <a:ext uri="{FF2B5EF4-FFF2-40B4-BE49-F238E27FC236}">
                <a16:creationId xmlns:a16="http://schemas.microsoft.com/office/drawing/2014/main" id="{D7688C8C-F8A3-4EC2-90DE-24BD400935CB}"/>
              </a:ext>
            </a:extLst>
          </p:cNvPr>
          <p:cNvSpPr>
            <a:spLocks xmlns:a="http://schemas.openxmlformats.org/drawingml/2006/main" noGrp="1"/>
          </p:cNvSpPr>
          <p:nvPr/>
        </p:nvSpPr>
        <p:spPr>
          <a:xfrm xmlns:a="http://schemas.openxmlformats.org/drawingml/2006/main">
            <a:off x="723900" y="3200400"/>
            <a:ext cx="2628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BeltSubsystem</a:t>
            </a:r>
          </a:p>
        </p:txBody>
      </p:sp>
      <p:sp>
        <p:nvSpPr>
          <p:cNvPr id="19" name="requirements-table-cell-2-1">
            <a:extLst xmlns:a="http://schemas.openxmlformats.org/drawingml/2006/main">
              <a:ext uri="{FF2B5EF4-FFF2-40B4-BE49-F238E27FC236}">
                <a16:creationId xmlns:a16="http://schemas.microsoft.com/office/drawing/2014/main" id="{9C48E87F-9112-4649-8127-76480365FCF2}"/>
              </a:ext>
            </a:extLst>
          </p:cNvPr>
          <p:cNvSpPr>
            <a:spLocks xmlns:a="http://schemas.openxmlformats.org/drawingml/2006/main" noGrp="1"/>
          </p:cNvSpPr>
          <p:nvPr/>
        </p:nvSpPr>
        <p:spPr>
          <a:xfrm xmlns:a="http://schemas.openxmlformats.org/drawingml/2006/main">
            <a:off x="3467100" y="3124200"/>
            <a:ext cx="3238500" cy="742950"/>
          </a:xfrm>
          <a:prstGeom xmlns:a="http://schemas.openxmlformats.org/drawingml/2006/main" prst="rect">
            <a:avLst/>
          </a:prstGeom>
          <a:solidFill xmlns:a="http://schemas.openxmlformats.org/drawingml/2006/main">
            <a:srgbClr val="0D1A2B"/>
          </a:solidFill>
          <a:ln xmlns:a="http://schemas.openxmlformats.org/drawingml/2006/main" w="9525">
            <a:solidFill>
              <a:srgbClr val="2D425B"/>
            </a:solidFill>
            <a:prstDash val="solid"/>
          </a:ln>
        </p:spPr>
      </p:sp>
      <p:sp>
        <p:nvSpPr>
          <p:cNvPr id="20" name="requirements-table-text-2-1">
            <a:extLst xmlns:a="http://schemas.openxmlformats.org/drawingml/2006/main">
              <a:ext uri="{FF2B5EF4-FFF2-40B4-BE49-F238E27FC236}">
                <a16:creationId xmlns:a16="http://schemas.microsoft.com/office/drawing/2014/main" id="{049F3DCD-13B7-4FB9-8345-4AF28B319242}"/>
              </a:ext>
            </a:extLst>
          </p:cNvPr>
          <p:cNvSpPr>
            <a:spLocks xmlns:a="http://schemas.openxmlformats.org/drawingml/2006/main" noGrp="1"/>
          </p:cNvSpPr>
          <p:nvPr/>
        </p:nvSpPr>
        <p:spPr>
          <a:xfrm xmlns:a="http://schemas.openxmlformats.org/drawingml/2006/main">
            <a:off x="3581400" y="3200400"/>
            <a:ext cx="3009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BeltInCommand, BeltOutCommand</a:t>
            </a:r>
          </a:p>
        </p:txBody>
      </p:sp>
      <p:sp>
        <p:nvSpPr>
          <p:cNvPr id="21" name="requirements-table-cell-2-2">
            <a:extLst xmlns:a="http://schemas.openxmlformats.org/drawingml/2006/main">
              <a:ext uri="{FF2B5EF4-FFF2-40B4-BE49-F238E27FC236}">
                <a16:creationId xmlns:a16="http://schemas.microsoft.com/office/drawing/2014/main" id="{5AE81665-81D9-410D-9F15-4F4AC55524D1}"/>
              </a:ext>
            </a:extLst>
          </p:cNvPr>
          <p:cNvSpPr>
            <a:spLocks xmlns:a="http://schemas.openxmlformats.org/drawingml/2006/main" noGrp="1"/>
          </p:cNvSpPr>
          <p:nvPr/>
        </p:nvSpPr>
        <p:spPr>
          <a:xfrm xmlns:a="http://schemas.openxmlformats.org/drawingml/2006/main">
            <a:off x="6705600" y="3124200"/>
            <a:ext cx="4876800" cy="742950"/>
          </a:xfrm>
          <a:prstGeom xmlns:a="http://schemas.openxmlformats.org/drawingml/2006/main" prst="rect">
            <a:avLst/>
          </a:prstGeom>
          <a:solidFill xmlns:a="http://schemas.openxmlformats.org/drawingml/2006/main">
            <a:srgbClr val="0D1A2B"/>
          </a:solidFill>
          <a:ln xmlns:a="http://schemas.openxmlformats.org/drawingml/2006/main" w="9525">
            <a:solidFill>
              <a:srgbClr val="2D425B"/>
            </a:solidFill>
            <a:prstDash val="solid"/>
          </a:ln>
        </p:spPr>
      </p:sp>
      <p:sp>
        <p:nvSpPr>
          <p:cNvPr id="22" name="requirements-table-text-2-2">
            <a:extLst xmlns:a="http://schemas.openxmlformats.org/drawingml/2006/main">
              <a:ext uri="{FF2B5EF4-FFF2-40B4-BE49-F238E27FC236}">
                <a16:creationId xmlns:a16="http://schemas.microsoft.com/office/drawing/2014/main" id="{8F05F6F4-6762-4398-A258-5556C56EBCC6}"/>
              </a:ext>
            </a:extLst>
          </p:cNvPr>
          <p:cNvSpPr>
            <a:spLocks xmlns:a="http://schemas.openxmlformats.org/drawingml/2006/main" noGrp="1"/>
          </p:cNvSpPr>
          <p:nvPr/>
        </p:nvSpPr>
        <p:spPr>
          <a:xfrm xmlns:a="http://schemas.openxmlformats.org/drawingml/2006/main">
            <a:off x="6819900" y="3200400"/>
            <a:ext cx="4648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Only one command requiring BeltSubsystem can be scheduled</a:t>
            </a:r>
          </a:p>
        </p:txBody>
      </p:sp>
      <p:sp>
        <p:nvSpPr>
          <p:cNvPr id="23" name="requirements-table-cell-3-0">
            <a:extLst xmlns:a="http://schemas.openxmlformats.org/drawingml/2006/main">
              <a:ext uri="{FF2B5EF4-FFF2-40B4-BE49-F238E27FC236}">
                <a16:creationId xmlns:a16="http://schemas.microsoft.com/office/drawing/2014/main" id="{4879FB25-CFC7-4D16-BC3B-77DD60958180}"/>
              </a:ext>
            </a:extLst>
          </p:cNvPr>
          <p:cNvSpPr>
            <a:spLocks xmlns:a="http://schemas.openxmlformats.org/drawingml/2006/main" noGrp="1"/>
          </p:cNvSpPr>
          <p:nvPr/>
        </p:nvSpPr>
        <p:spPr>
          <a:xfrm xmlns:a="http://schemas.openxmlformats.org/drawingml/2006/main">
            <a:off x="609600" y="3867150"/>
            <a:ext cx="2857500" cy="742950"/>
          </a:xfrm>
          <a:prstGeom xmlns:a="http://schemas.openxmlformats.org/drawingml/2006/main" prst="rect">
            <a:avLst/>
          </a:prstGeom>
          <a:solidFill xmlns:a="http://schemas.openxmlformats.org/drawingml/2006/main">
            <a:srgbClr val="101E31"/>
          </a:solidFill>
          <a:ln xmlns:a="http://schemas.openxmlformats.org/drawingml/2006/main" w="9525">
            <a:solidFill>
              <a:srgbClr val="2D425B"/>
            </a:solidFill>
            <a:prstDash val="solid"/>
          </a:ln>
        </p:spPr>
      </p:sp>
      <p:sp>
        <p:nvSpPr>
          <p:cNvPr id="24" name="requirements-table-text-3-0">
            <a:extLst xmlns:a="http://schemas.openxmlformats.org/drawingml/2006/main">
              <a:ext uri="{FF2B5EF4-FFF2-40B4-BE49-F238E27FC236}">
                <a16:creationId xmlns:a16="http://schemas.microsoft.com/office/drawing/2014/main" id="{D1B64BD8-5760-4867-A239-67D637586A4B}"/>
              </a:ext>
            </a:extLst>
          </p:cNvPr>
          <p:cNvSpPr>
            <a:spLocks xmlns:a="http://schemas.openxmlformats.org/drawingml/2006/main" noGrp="1"/>
          </p:cNvSpPr>
          <p:nvPr/>
        </p:nvSpPr>
        <p:spPr>
          <a:xfrm xmlns:a="http://schemas.openxmlformats.org/drawingml/2006/main">
            <a:off x="723900" y="3943350"/>
            <a:ext cx="2628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RollerSubsystem</a:t>
            </a:r>
          </a:p>
        </p:txBody>
      </p:sp>
      <p:sp>
        <p:nvSpPr>
          <p:cNvPr id="25" name="requirements-table-cell-3-1">
            <a:extLst xmlns:a="http://schemas.openxmlformats.org/drawingml/2006/main">
              <a:ext uri="{FF2B5EF4-FFF2-40B4-BE49-F238E27FC236}">
                <a16:creationId xmlns:a16="http://schemas.microsoft.com/office/drawing/2014/main" id="{C1C25BDF-8EED-4DF9-8EBB-C74EE4870499}"/>
              </a:ext>
            </a:extLst>
          </p:cNvPr>
          <p:cNvSpPr>
            <a:spLocks xmlns:a="http://schemas.openxmlformats.org/drawingml/2006/main" noGrp="1"/>
          </p:cNvSpPr>
          <p:nvPr/>
        </p:nvSpPr>
        <p:spPr>
          <a:xfrm xmlns:a="http://schemas.openxmlformats.org/drawingml/2006/main">
            <a:off x="3467100" y="3867150"/>
            <a:ext cx="3238500" cy="742950"/>
          </a:xfrm>
          <a:prstGeom xmlns:a="http://schemas.openxmlformats.org/drawingml/2006/main" prst="rect">
            <a:avLst/>
          </a:prstGeom>
          <a:solidFill xmlns:a="http://schemas.openxmlformats.org/drawingml/2006/main">
            <a:srgbClr val="101E31"/>
          </a:solidFill>
          <a:ln xmlns:a="http://schemas.openxmlformats.org/drawingml/2006/main" w="9525">
            <a:solidFill>
              <a:srgbClr val="2D425B"/>
            </a:solidFill>
            <a:prstDash val="solid"/>
          </a:ln>
        </p:spPr>
      </p:sp>
      <p:sp>
        <p:nvSpPr>
          <p:cNvPr id="26" name="requirements-table-text-3-1">
            <a:extLst xmlns:a="http://schemas.openxmlformats.org/drawingml/2006/main">
              <a:ext uri="{FF2B5EF4-FFF2-40B4-BE49-F238E27FC236}">
                <a16:creationId xmlns:a16="http://schemas.microsoft.com/office/drawing/2014/main" id="{BA80EA7E-6497-42A5-810F-39FBCCD6E19F}"/>
              </a:ext>
            </a:extLst>
          </p:cNvPr>
          <p:cNvSpPr>
            <a:spLocks xmlns:a="http://schemas.openxmlformats.org/drawingml/2006/main" noGrp="1"/>
          </p:cNvSpPr>
          <p:nvPr/>
        </p:nvSpPr>
        <p:spPr>
          <a:xfrm xmlns:a="http://schemas.openxmlformats.org/drawingml/2006/main">
            <a:off x="3581400" y="3943350"/>
            <a:ext cx="3009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RollerCommand</a:t>
            </a:r>
          </a:p>
        </p:txBody>
      </p:sp>
      <p:sp>
        <p:nvSpPr>
          <p:cNvPr id="27" name="requirements-table-cell-3-2">
            <a:extLst xmlns:a="http://schemas.openxmlformats.org/drawingml/2006/main">
              <a:ext uri="{FF2B5EF4-FFF2-40B4-BE49-F238E27FC236}">
                <a16:creationId xmlns:a16="http://schemas.microsoft.com/office/drawing/2014/main" id="{3D9AA109-5617-4566-AC62-183FEF4616E5}"/>
              </a:ext>
            </a:extLst>
          </p:cNvPr>
          <p:cNvSpPr>
            <a:spLocks xmlns:a="http://schemas.openxmlformats.org/drawingml/2006/main" noGrp="1"/>
          </p:cNvSpPr>
          <p:nvPr/>
        </p:nvSpPr>
        <p:spPr>
          <a:xfrm xmlns:a="http://schemas.openxmlformats.org/drawingml/2006/main">
            <a:off x="6705600" y="3867150"/>
            <a:ext cx="4876800" cy="742950"/>
          </a:xfrm>
          <a:prstGeom xmlns:a="http://schemas.openxmlformats.org/drawingml/2006/main" prst="rect">
            <a:avLst/>
          </a:prstGeom>
          <a:solidFill xmlns:a="http://schemas.openxmlformats.org/drawingml/2006/main">
            <a:srgbClr val="101E31"/>
          </a:solidFill>
          <a:ln xmlns:a="http://schemas.openxmlformats.org/drawingml/2006/main" w="9525">
            <a:solidFill>
              <a:srgbClr val="2D425B"/>
            </a:solidFill>
            <a:prstDash val="solid"/>
          </a:ln>
        </p:spPr>
      </p:sp>
      <p:sp>
        <p:nvSpPr>
          <p:cNvPr id="28" name="requirements-table-text-3-2">
            <a:extLst xmlns:a="http://schemas.openxmlformats.org/drawingml/2006/main">
              <a:ext uri="{FF2B5EF4-FFF2-40B4-BE49-F238E27FC236}">
                <a16:creationId xmlns:a16="http://schemas.microsoft.com/office/drawing/2014/main" id="{3850F517-AAF6-43B5-B62A-914254060F3D}"/>
              </a:ext>
            </a:extLst>
          </p:cNvPr>
          <p:cNvSpPr>
            <a:spLocks xmlns:a="http://schemas.openxmlformats.org/drawingml/2006/main" noGrp="1"/>
          </p:cNvSpPr>
          <p:nvPr/>
        </p:nvSpPr>
        <p:spPr>
          <a:xfrm xmlns:a="http://schemas.openxmlformats.org/drawingml/2006/main">
            <a:off x="6819900" y="3943350"/>
            <a:ext cx="4648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Can run concurrently with belt commands</a:t>
            </a:r>
          </a:p>
        </p:txBody>
      </p:sp>
      <p:sp>
        <p:nvSpPr>
          <p:cNvPr id="29" name="requirements-table-cell-4-0">
            <a:extLst xmlns:a="http://schemas.openxmlformats.org/drawingml/2006/main">
              <a:ext uri="{FF2B5EF4-FFF2-40B4-BE49-F238E27FC236}">
                <a16:creationId xmlns:a16="http://schemas.microsoft.com/office/drawing/2014/main" id="{7A4F42D8-CFBF-40DA-B330-CBB9FB3C4555}"/>
              </a:ext>
            </a:extLst>
          </p:cNvPr>
          <p:cNvSpPr>
            <a:spLocks xmlns:a="http://schemas.openxmlformats.org/drawingml/2006/main" noGrp="1"/>
          </p:cNvSpPr>
          <p:nvPr/>
        </p:nvSpPr>
        <p:spPr>
          <a:xfrm xmlns:a="http://schemas.openxmlformats.org/drawingml/2006/main">
            <a:off x="609600" y="4610100"/>
            <a:ext cx="2857500" cy="742950"/>
          </a:xfrm>
          <a:prstGeom xmlns:a="http://schemas.openxmlformats.org/drawingml/2006/main" prst="rect">
            <a:avLst/>
          </a:prstGeom>
          <a:solidFill xmlns:a="http://schemas.openxmlformats.org/drawingml/2006/main">
            <a:srgbClr val="0D1A2B"/>
          </a:solidFill>
          <a:ln xmlns:a="http://schemas.openxmlformats.org/drawingml/2006/main" w="9525">
            <a:solidFill>
              <a:srgbClr val="2D425B"/>
            </a:solidFill>
            <a:prstDash val="solid"/>
          </a:ln>
        </p:spPr>
      </p:sp>
      <p:sp>
        <p:nvSpPr>
          <p:cNvPr id="30" name="requirements-table-text-4-0">
            <a:extLst xmlns:a="http://schemas.openxmlformats.org/drawingml/2006/main">
              <a:ext uri="{FF2B5EF4-FFF2-40B4-BE49-F238E27FC236}">
                <a16:creationId xmlns:a16="http://schemas.microsoft.com/office/drawing/2014/main" id="{499182B3-3D22-4FC7-ABB9-067058BA47B9}"/>
              </a:ext>
            </a:extLst>
          </p:cNvPr>
          <p:cNvSpPr>
            <a:spLocks xmlns:a="http://schemas.openxmlformats.org/drawingml/2006/main" noGrp="1"/>
          </p:cNvSpPr>
          <p:nvPr/>
        </p:nvSpPr>
        <p:spPr>
          <a:xfrm xmlns:a="http://schemas.openxmlformats.org/drawingml/2006/main">
            <a:off x="723900" y="4686300"/>
            <a:ext cx="2628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ClimberSubsystem</a:t>
            </a:r>
          </a:p>
        </p:txBody>
      </p:sp>
      <p:sp>
        <p:nvSpPr>
          <p:cNvPr id="31" name="requirements-table-cell-4-1">
            <a:extLst xmlns:a="http://schemas.openxmlformats.org/drawingml/2006/main">
              <a:ext uri="{FF2B5EF4-FFF2-40B4-BE49-F238E27FC236}">
                <a16:creationId xmlns:a16="http://schemas.microsoft.com/office/drawing/2014/main" id="{6BFC1AC2-1FE0-4124-A4CA-D0060052BC65}"/>
              </a:ext>
            </a:extLst>
          </p:cNvPr>
          <p:cNvSpPr>
            <a:spLocks xmlns:a="http://schemas.openxmlformats.org/drawingml/2006/main" noGrp="1"/>
          </p:cNvSpPr>
          <p:nvPr/>
        </p:nvSpPr>
        <p:spPr>
          <a:xfrm xmlns:a="http://schemas.openxmlformats.org/drawingml/2006/main">
            <a:off x="3467100" y="4610100"/>
            <a:ext cx="3238500" cy="742950"/>
          </a:xfrm>
          <a:prstGeom xmlns:a="http://schemas.openxmlformats.org/drawingml/2006/main" prst="rect">
            <a:avLst/>
          </a:prstGeom>
          <a:solidFill xmlns:a="http://schemas.openxmlformats.org/drawingml/2006/main">
            <a:srgbClr val="0D1A2B"/>
          </a:solidFill>
          <a:ln xmlns:a="http://schemas.openxmlformats.org/drawingml/2006/main" w="9525">
            <a:solidFill>
              <a:srgbClr val="2D425B"/>
            </a:solidFill>
            <a:prstDash val="solid"/>
          </a:ln>
        </p:spPr>
      </p:sp>
      <p:sp>
        <p:nvSpPr>
          <p:cNvPr id="32" name="requirements-table-text-4-1">
            <a:extLst xmlns:a="http://schemas.openxmlformats.org/drawingml/2006/main">
              <a:ext uri="{FF2B5EF4-FFF2-40B4-BE49-F238E27FC236}">
                <a16:creationId xmlns:a16="http://schemas.microsoft.com/office/drawing/2014/main" id="{C8391D65-7295-4108-8EA9-A281EF39A841}"/>
              </a:ext>
            </a:extLst>
          </p:cNvPr>
          <p:cNvSpPr>
            <a:spLocks xmlns:a="http://schemas.openxmlformats.org/drawingml/2006/main" noGrp="1"/>
          </p:cNvSpPr>
          <p:nvPr/>
        </p:nvSpPr>
        <p:spPr>
          <a:xfrm xmlns:a="http://schemas.openxmlformats.org/drawingml/2006/main">
            <a:off x="3581400" y="4686300"/>
            <a:ext cx="3009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ToggleClimberArmsCommand</a:t>
            </a:r>
          </a:p>
        </p:txBody>
      </p:sp>
      <p:sp>
        <p:nvSpPr>
          <p:cNvPr id="33" name="requirements-table-cell-4-2">
            <a:extLst xmlns:a="http://schemas.openxmlformats.org/drawingml/2006/main">
              <a:ext uri="{FF2B5EF4-FFF2-40B4-BE49-F238E27FC236}">
                <a16:creationId xmlns:a16="http://schemas.microsoft.com/office/drawing/2014/main" id="{2E4F7549-00D3-4EEF-9DCF-D74479596F37}"/>
              </a:ext>
            </a:extLst>
          </p:cNvPr>
          <p:cNvSpPr>
            <a:spLocks xmlns:a="http://schemas.openxmlformats.org/drawingml/2006/main" noGrp="1"/>
          </p:cNvSpPr>
          <p:nvPr/>
        </p:nvSpPr>
        <p:spPr>
          <a:xfrm xmlns:a="http://schemas.openxmlformats.org/drawingml/2006/main">
            <a:off x="6705600" y="4610100"/>
            <a:ext cx="4876800" cy="742950"/>
          </a:xfrm>
          <a:prstGeom xmlns:a="http://schemas.openxmlformats.org/drawingml/2006/main" prst="rect">
            <a:avLst/>
          </a:prstGeom>
          <a:solidFill xmlns:a="http://schemas.openxmlformats.org/drawingml/2006/main">
            <a:srgbClr val="0D1A2B"/>
          </a:solidFill>
          <a:ln xmlns:a="http://schemas.openxmlformats.org/drawingml/2006/main" w="9525">
            <a:solidFill>
              <a:srgbClr val="2D425B"/>
            </a:solidFill>
            <a:prstDash val="solid"/>
          </a:ln>
        </p:spPr>
      </p:sp>
      <p:sp>
        <p:nvSpPr>
          <p:cNvPr id="34" name="requirements-table-text-4-2">
            <a:extLst xmlns:a="http://schemas.openxmlformats.org/drawingml/2006/main">
              <a:ext uri="{FF2B5EF4-FFF2-40B4-BE49-F238E27FC236}">
                <a16:creationId xmlns:a16="http://schemas.microsoft.com/office/drawing/2014/main" id="{386782FC-3FC9-4E22-9A9F-4B4388F353AE}"/>
              </a:ext>
            </a:extLst>
          </p:cNvPr>
          <p:cNvSpPr>
            <a:spLocks xmlns:a="http://schemas.openxmlformats.org/drawingml/2006/main" noGrp="1"/>
          </p:cNvSpPr>
          <p:nvPr/>
        </p:nvSpPr>
        <p:spPr>
          <a:xfrm xmlns:a="http://schemas.openxmlformats.org/drawingml/2006/main">
            <a:off x="6819900" y="4686300"/>
            <a:ext cx="4648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No other command requiring ClimberSubsystem can run concurrently</a:t>
            </a:r>
          </a:p>
        </p:txBody>
      </p:sp>
      <p:sp>
        <p:nvSpPr>
          <p:cNvPr id="35" name="">
            <a:extLst xmlns:a="http://schemas.openxmlformats.org/drawingml/2006/main">
              <a:ext uri="{FF2B5EF4-FFF2-40B4-BE49-F238E27FC236}">
                <a16:creationId xmlns:a16="http://schemas.microsoft.com/office/drawing/2014/main" id="{B7694FD3-362D-4274-8054-1E8E0598DEE3}"/>
              </a:ext>
            </a:extLst>
          </p:cNvPr>
          <p:cNvSpPr>
            <a:spLocks xmlns:a="http://schemas.openxmlformats.org/drawingml/2006/main" noGrp="1"/>
          </p:cNvSpPr>
          <p:nvPr/>
        </p:nvSpPr>
        <p:spPr>
          <a:xfrm xmlns:a="http://schemas.openxmlformats.org/drawingml/2006/main">
            <a:off x="609600" y="5257800"/>
            <a:ext cx="10972800" cy="666750"/>
          </a:xfrm>
          <a:prstGeom xmlns:a="http://schemas.openxmlformats.org/drawingml/2006/main" prst="roundRect">
            <a:avLst>
              <a:gd name="adj" fmla="val 17143"/>
            </a:avLst>
          </a:prstGeom>
          <a:solidFill xmlns:a="http://schemas.openxmlformats.org/drawingml/2006/main">
            <a:srgbClr val="162941"/>
          </a:solidFill>
          <a:ln xmlns:a="http://schemas.openxmlformats.org/drawingml/2006/main" w="9525">
            <a:solidFill>
              <a:srgbClr val="2D425B"/>
            </a:solidFill>
            <a:prstDash val="solid"/>
          </a:ln>
        </p:spPr>
      </p:sp>
      <p:sp>
        <p:nvSpPr>
          <p:cNvPr id="36" name="">
            <a:extLst xmlns:a="http://schemas.openxmlformats.org/drawingml/2006/main">
              <a:ext uri="{FF2B5EF4-FFF2-40B4-BE49-F238E27FC236}">
                <a16:creationId xmlns:a16="http://schemas.microsoft.com/office/drawing/2014/main" id="{90E8BB89-1014-46D1-A397-6A3971BB2B0C}"/>
              </a:ext>
            </a:extLst>
          </p:cNvPr>
          <p:cNvSpPr>
            <a:spLocks xmlns:a="http://schemas.openxmlformats.org/drawingml/2006/main" noGrp="1"/>
          </p:cNvSpPr>
          <p:nvPr/>
        </p:nvSpPr>
        <p:spPr>
          <a:xfrm xmlns:a="http://schemas.openxmlformats.org/drawingml/2006/main">
            <a:off x="876300" y="5410200"/>
            <a:ext cx="1043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425" b="1">
                <a:solidFill>
                  <a:srgbClr val="FFB64D"/>
                </a:solidFill>
                <a:latin typeface="Aptos"/>
                <a:ea typeface="Aptos"/>
                <a:cs typeface="Aptos"/>
              </a:defRPr>
            </a:pPr>
            <a:r>
              <a:rPr sz="1425" b="1">
                <a:solidFill>
                  <a:srgbClr val="FFB64D"/>
                </a:solidFill>
                <a:latin typeface="Aptos"/>
                <a:ea typeface="Aptos"/>
                <a:cs typeface="Aptos"/>
              </a:rPr>
              <a:t>addRequirements(subsystem) adds a subsystem requirement. A field reference does not add that requirement.</a:t>
            </a:r>
          </a:p>
        </p:txBody>
      </p:sp>
      <p:sp>
        <p:nvSpPr>
          <p:cNvPr id="37" name="footer-left">
            <a:extLst xmlns:a="http://schemas.openxmlformats.org/drawingml/2006/main">
              <a:ext uri="{FF2B5EF4-FFF2-40B4-BE49-F238E27FC236}">
                <a16:creationId xmlns:a16="http://schemas.microsoft.com/office/drawing/2014/main" id="{0F6987EA-5E8D-42BC-B7C0-B0E823771589}"/>
              </a:ext>
            </a:extLst>
          </p:cNvPr>
          <p:cNvSpPr>
            <a:spLocks xmlns:a="http://schemas.openxmlformats.org/drawingml/2006/main" noGrp="1"/>
          </p:cNvSpPr>
          <p:nvPr/>
        </p:nvSpPr>
        <p:spPr>
          <a:xfrm xmlns:a="http://schemas.openxmlformats.org/drawingml/2006/main">
            <a:off x="609600" y="64960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825" b="0">
                <a:solidFill>
                  <a:srgbClr val="5E7188"/>
                </a:solidFill>
                <a:latin typeface="Aptos"/>
                <a:ea typeface="Aptos"/>
                <a:cs typeface="Aptos"/>
              </a:defRPr>
            </a:pPr>
            <a:r>
              <a:rPr sz="825" b="0">
                <a:solidFill>
                  <a:srgbClr val="5E7188"/>
                </a:solidFill>
                <a:latin typeface="Aptos"/>
                <a:ea typeface="Aptos"/>
                <a:cs typeface="Aptos"/>
              </a:rPr>
              <a:t>2020 FRC robot | command-based implementation</a:t>
            </a:r>
          </a:p>
        </p:txBody>
      </p:sp>
      <p:sp>
        <p:nvSpPr>
          <p:cNvPr id="38" name="footer-number">
            <a:extLst xmlns:a="http://schemas.openxmlformats.org/drawingml/2006/main">
              <a:ext uri="{FF2B5EF4-FFF2-40B4-BE49-F238E27FC236}">
                <a16:creationId xmlns:a16="http://schemas.microsoft.com/office/drawing/2014/main" id="{15DE3CE8-E4F5-477A-B604-9063EC618A82}"/>
              </a:ext>
            </a:extLst>
          </p:cNvPr>
          <p:cNvSpPr>
            <a:spLocks xmlns:a="http://schemas.openxmlformats.org/drawingml/2006/main" noGrp="1"/>
          </p:cNvSpPr>
          <p:nvPr/>
        </p:nvSpPr>
        <p:spPr>
          <a:xfrm xmlns:a="http://schemas.openxmlformats.org/drawingml/2006/main">
            <a:off x="11049000" y="647700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00" b="1">
                <a:solidFill>
                  <a:srgbClr val="5E7188"/>
                </a:solidFill>
                <a:latin typeface="Aptos"/>
                <a:ea typeface="Aptos"/>
                <a:cs typeface="Aptos"/>
              </a:defRPr>
            </a:pPr>
            <a:r>
              <a:rPr sz="900" b="1">
                <a:solidFill>
                  <a:srgbClr val="5E7188"/>
                </a:solidFill>
                <a:latin typeface="Aptos"/>
                <a:ea typeface="Aptos"/>
                <a:cs typeface="Aptos"/>
              </a:rPr>
              <a:t>15</a:t>
            </a:r>
          </a:p>
        </p:txBody>
      </p:sp>
    </p:spTree>
    <p:extLst>
      <p:ext uri="{BB962C8B-B14F-4D97-AF65-F5344CB8AC3E}">
        <p14:creationId xmlns:p14="http://schemas.microsoft.com/office/powerpoint/2010/main" val="1654206737"/>
      </p:ext>
    </p:extLst>
  </p:cSld>
</p:sld>
</file>

<file path=ppt/slides/slide16.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39" name="section-label">
            <a:extLst xmlns:a="http://schemas.openxmlformats.org/drawingml/2006/main">
              <a:ext uri="{FF2B5EF4-FFF2-40B4-BE49-F238E27FC236}">
                <a16:creationId xmlns:a16="http://schemas.microsoft.com/office/drawing/2014/main" id="{F4E8EAE9-13C5-4B74-8136-7FAECFB00053}"/>
              </a:ext>
            </a:extLst>
          </p:cNvPr>
          <p:cNvSpPr>
            <a:spLocks xmlns:a="http://schemas.openxmlformats.org/drawingml/2006/main" noGrp="1"/>
          </p:cNvSpPr>
          <p:nvPr/>
        </p:nvSpPr>
        <p:spPr>
          <a:xfrm xmlns:a="http://schemas.openxmlformats.org/drawingml/2006/main">
            <a:off x="609600" y="3048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 b="1">
                <a:solidFill>
                  <a:srgbClr val="42C6FF"/>
                </a:solidFill>
                <a:latin typeface="Aptos"/>
                <a:ea typeface="Aptos"/>
                <a:cs typeface="Aptos"/>
              </a:defRPr>
            </a:pPr>
            <a:r>
              <a:rPr sz="1050" b="1">
                <a:solidFill>
                  <a:srgbClr val="42C6FF"/>
                </a:solidFill>
                <a:latin typeface="Aptos"/>
                <a:ea typeface="Aptos"/>
                <a:cs typeface="Aptos"/>
              </a:rPr>
              <a:t>4 · SOFTWARE CONTROL</a:t>
            </a:r>
          </a:p>
        </p:txBody>
      </p:sp>
      <p:sp>
        <p:nvSpPr>
          <p:cNvPr id="2" name="slide-title">
            <a:extLst xmlns:a="http://schemas.openxmlformats.org/drawingml/2006/main">
              <a:ext uri="{FF2B5EF4-FFF2-40B4-BE49-F238E27FC236}">
                <a16:creationId xmlns:a16="http://schemas.microsoft.com/office/drawing/2014/main" id="{EF78FB1B-F911-435C-ABF8-8FCC994E4DA6}"/>
              </a:ext>
            </a:extLst>
          </p:cNvPr>
          <p:cNvSpPr>
            <a:spLocks xmlns:a="http://schemas.openxmlformats.org/drawingml/2006/main" noGrp="1"/>
          </p:cNvSpPr>
          <p:nvPr/>
        </p:nvSpPr>
        <p:spPr>
          <a:xfrm xmlns:a="http://schemas.openxmlformats.org/drawingml/2006/main">
            <a:off x="609600" y="533400"/>
            <a:ext cx="1076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2000"/>
              </a:lnSpc>
              <a:buNone/>
              <a:defRPr sz="2625" b="1">
                <a:solidFill>
                  <a:srgbClr val="F4F7FB"/>
                </a:solidFill>
                <a:latin typeface="Aptos"/>
                <a:ea typeface="Aptos"/>
                <a:cs typeface="Aptos"/>
              </a:defRPr>
            </a:pPr>
            <a:r>
              <a:rPr sz="2625" b="1">
                <a:solidFill>
                  <a:srgbClr val="F4F7FB"/>
                </a:solidFill>
                <a:latin typeface="Aptos"/>
                <a:ea typeface="Aptos"/>
                <a:cs typeface="Aptos"/>
              </a:rPr>
              <a:t>Driver stick input reaches the drivetrain through six steps</a:t>
            </a:r>
          </a:p>
        </p:txBody>
      </p:sp>
      <p:sp>
        <p:nvSpPr>
          <p:cNvPr id="3" name="slide-subtitle">
            <a:extLst xmlns:a="http://schemas.openxmlformats.org/drawingml/2006/main">
              <a:ext uri="{FF2B5EF4-FFF2-40B4-BE49-F238E27FC236}">
                <a16:creationId xmlns:a16="http://schemas.microsoft.com/office/drawing/2014/main" id="{0E68879B-17A3-4D45-A2BE-700E7A711499}"/>
              </a:ext>
            </a:extLst>
          </p:cNvPr>
          <p:cNvSpPr>
            <a:spLocks xmlns:a="http://schemas.openxmlformats.org/drawingml/2006/main" noGrp="1"/>
          </p:cNvSpPr>
          <p:nvPr/>
        </p:nvSpPr>
        <p:spPr>
          <a:xfrm xmlns:a="http://schemas.openxmlformats.org/drawingml/2006/main">
            <a:off x="609600" y="13335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The default command repeats this path on every scheduler iteration.</a:t>
            </a:r>
          </a:p>
        </p:txBody>
      </p:sp>
      <p:sp>
        <p:nvSpPr>
          <p:cNvPr id="4" name="title-rule">
            <a:extLst xmlns:a="http://schemas.openxmlformats.org/drawingml/2006/main">
              <a:ext uri="{FF2B5EF4-FFF2-40B4-BE49-F238E27FC236}">
                <a16:creationId xmlns:a16="http://schemas.microsoft.com/office/drawing/2014/main" id="{B417F015-FF77-4362-B02C-5E5FAD220904}"/>
              </a:ext>
            </a:extLst>
          </p:cNvPr>
          <p:cNvSpPr>
            <a:spLocks xmlns:a="http://schemas.openxmlformats.org/drawingml/2006/main" noGrp="1"/>
          </p:cNvSpPr>
          <p:nvPr/>
        </p:nvSpPr>
        <p:spPr>
          <a:xfrm xmlns:a="http://schemas.openxmlformats.org/drawingml/2006/main">
            <a:off x="609600" y="1657350"/>
            <a:ext cx="10972800" cy="19050"/>
          </a:xfrm>
          <a:prstGeom xmlns:a="http://schemas.openxmlformats.org/drawingml/2006/main" prst="rect">
            <a:avLst/>
          </a:prstGeom>
          <a:solidFill xmlns:a="http://schemas.openxmlformats.org/drawingml/2006/main">
            <a:srgbClr val="2D425B"/>
          </a:solidFill>
          <a:ln xmlns:a="http://schemas.openxmlformats.org/drawingml/2006/main" w="0">
            <a:noFill/>
            <a:prstDash val="solid"/>
          </a:ln>
        </p:spPr>
      </p:sp>
      <p:sp>
        <p:nvSpPr>
          <p:cNvPr id="5" name="signal-0">
            <a:extLst xmlns:a="http://schemas.openxmlformats.org/drawingml/2006/main">
              <a:ext uri="{FF2B5EF4-FFF2-40B4-BE49-F238E27FC236}">
                <a16:creationId xmlns:a16="http://schemas.microsoft.com/office/drawing/2014/main" id="{E90E4718-EC8D-4FDA-9927-83753EECC56E}"/>
              </a:ext>
            </a:extLst>
          </p:cNvPr>
          <p:cNvSpPr>
            <a:spLocks xmlns:a="http://schemas.openxmlformats.org/drawingml/2006/main" noGrp="1"/>
          </p:cNvSpPr>
          <p:nvPr/>
        </p:nvSpPr>
        <p:spPr>
          <a:xfrm xmlns:a="http://schemas.openxmlformats.org/drawingml/2006/main">
            <a:off x="609600" y="2324100"/>
            <a:ext cx="1543050" cy="1866900"/>
          </a:xfrm>
          <a:prstGeom xmlns:a="http://schemas.openxmlformats.org/drawingml/2006/main" prst="roundRect">
            <a:avLst>
              <a:gd name="adj" fmla="val 8642"/>
            </a:avLst>
          </a:prstGeom>
          <a:solidFill xmlns:a="http://schemas.openxmlformats.org/drawingml/2006/main">
            <a:srgbClr val="101E31"/>
          </a:solidFill>
          <a:ln xmlns:a="http://schemas.openxmlformats.org/drawingml/2006/main" w="9525">
            <a:solidFill>
              <a:srgbClr val="FFB64D"/>
            </a:solidFill>
            <a:prstDash val="solid"/>
          </a:ln>
        </p:spPr>
      </p:sp>
      <p:sp>
        <p:nvSpPr>
          <p:cNvPr id="6" name="signal-1">
            <a:extLst xmlns:a="http://schemas.openxmlformats.org/drawingml/2006/main">
              <a:ext uri="{FF2B5EF4-FFF2-40B4-BE49-F238E27FC236}">
                <a16:creationId xmlns:a16="http://schemas.microsoft.com/office/drawing/2014/main" id="{50AB8F99-0978-4B26-B491-32EF18933422}"/>
              </a:ext>
            </a:extLst>
          </p:cNvPr>
          <p:cNvSpPr>
            <a:spLocks xmlns:a="http://schemas.openxmlformats.org/drawingml/2006/main" noGrp="1"/>
          </p:cNvSpPr>
          <p:nvPr/>
        </p:nvSpPr>
        <p:spPr>
          <a:xfrm xmlns:a="http://schemas.openxmlformats.org/drawingml/2006/main">
            <a:off x="2419350" y="2324100"/>
            <a:ext cx="1543050" cy="1866900"/>
          </a:xfrm>
          <a:prstGeom xmlns:a="http://schemas.openxmlformats.org/drawingml/2006/main" prst="roundRect">
            <a:avLst>
              <a:gd name="adj" fmla="val 8642"/>
            </a:avLst>
          </a:prstGeom>
          <a:solidFill xmlns:a="http://schemas.openxmlformats.org/drawingml/2006/main">
            <a:srgbClr val="101E31"/>
          </a:solidFill>
          <a:ln xmlns:a="http://schemas.openxmlformats.org/drawingml/2006/main" w="9525">
            <a:solidFill>
              <a:srgbClr val="42C6FF"/>
            </a:solidFill>
            <a:prstDash val="solid"/>
          </a:ln>
        </p:spPr>
      </p:sp>
      <p:sp>
        <p:nvSpPr>
          <p:cNvPr id="7" name="signal-2">
            <a:extLst xmlns:a="http://schemas.openxmlformats.org/drawingml/2006/main">
              <a:ext uri="{FF2B5EF4-FFF2-40B4-BE49-F238E27FC236}">
                <a16:creationId xmlns:a16="http://schemas.microsoft.com/office/drawing/2014/main" id="{EAA20C9B-8E87-4492-ABEB-A0AD3E2EF835}"/>
              </a:ext>
            </a:extLst>
          </p:cNvPr>
          <p:cNvSpPr>
            <a:spLocks xmlns:a="http://schemas.openxmlformats.org/drawingml/2006/main" noGrp="1"/>
          </p:cNvSpPr>
          <p:nvPr/>
        </p:nvSpPr>
        <p:spPr>
          <a:xfrm xmlns:a="http://schemas.openxmlformats.org/drawingml/2006/main">
            <a:off x="4229100" y="2324100"/>
            <a:ext cx="1543050" cy="1866900"/>
          </a:xfrm>
          <a:prstGeom xmlns:a="http://schemas.openxmlformats.org/drawingml/2006/main" prst="roundRect">
            <a:avLst>
              <a:gd name="adj" fmla="val 8642"/>
            </a:avLst>
          </a:prstGeom>
          <a:solidFill xmlns:a="http://schemas.openxmlformats.org/drawingml/2006/main">
            <a:srgbClr val="101E31"/>
          </a:solidFill>
          <a:ln xmlns:a="http://schemas.openxmlformats.org/drawingml/2006/main" w="9525">
            <a:solidFill>
              <a:srgbClr val="42C6FF"/>
            </a:solidFill>
            <a:prstDash val="solid"/>
          </a:ln>
        </p:spPr>
      </p:sp>
      <p:sp>
        <p:nvSpPr>
          <p:cNvPr id="8" name="signal-3">
            <a:extLst xmlns:a="http://schemas.openxmlformats.org/drawingml/2006/main">
              <a:ext uri="{FF2B5EF4-FFF2-40B4-BE49-F238E27FC236}">
                <a16:creationId xmlns:a16="http://schemas.microsoft.com/office/drawing/2014/main" id="{B72E2251-8288-4329-B092-913222EFC0C3}"/>
              </a:ext>
            </a:extLst>
          </p:cNvPr>
          <p:cNvSpPr>
            <a:spLocks xmlns:a="http://schemas.openxmlformats.org/drawingml/2006/main" noGrp="1"/>
          </p:cNvSpPr>
          <p:nvPr/>
        </p:nvSpPr>
        <p:spPr>
          <a:xfrm xmlns:a="http://schemas.openxmlformats.org/drawingml/2006/main">
            <a:off x="6038850" y="2324100"/>
            <a:ext cx="1543050" cy="1866900"/>
          </a:xfrm>
          <a:prstGeom xmlns:a="http://schemas.openxmlformats.org/drawingml/2006/main" prst="roundRect">
            <a:avLst>
              <a:gd name="adj" fmla="val 8642"/>
            </a:avLst>
          </a:prstGeom>
          <a:solidFill xmlns:a="http://schemas.openxmlformats.org/drawingml/2006/main">
            <a:srgbClr val="101E31"/>
          </a:solidFill>
          <a:ln xmlns:a="http://schemas.openxmlformats.org/drawingml/2006/main" w="9525">
            <a:solidFill>
              <a:srgbClr val="42C6FF"/>
            </a:solidFill>
            <a:prstDash val="solid"/>
          </a:ln>
        </p:spPr>
      </p:sp>
      <p:sp>
        <p:nvSpPr>
          <p:cNvPr id="9" name="signal-4">
            <a:extLst xmlns:a="http://schemas.openxmlformats.org/drawingml/2006/main">
              <a:ext uri="{FF2B5EF4-FFF2-40B4-BE49-F238E27FC236}">
                <a16:creationId xmlns:a16="http://schemas.microsoft.com/office/drawing/2014/main" id="{D8D4C14E-3971-41A1-AE04-4F09062EAED5}"/>
              </a:ext>
            </a:extLst>
          </p:cNvPr>
          <p:cNvSpPr>
            <a:spLocks xmlns:a="http://schemas.openxmlformats.org/drawingml/2006/main" noGrp="1"/>
          </p:cNvSpPr>
          <p:nvPr/>
        </p:nvSpPr>
        <p:spPr>
          <a:xfrm xmlns:a="http://schemas.openxmlformats.org/drawingml/2006/main">
            <a:off x="7848600" y="2324100"/>
            <a:ext cx="1543050" cy="1866900"/>
          </a:xfrm>
          <a:prstGeom xmlns:a="http://schemas.openxmlformats.org/drawingml/2006/main" prst="roundRect">
            <a:avLst>
              <a:gd name="adj" fmla="val 8642"/>
            </a:avLst>
          </a:prstGeom>
          <a:solidFill xmlns:a="http://schemas.openxmlformats.org/drawingml/2006/main">
            <a:srgbClr val="101E31"/>
          </a:solidFill>
          <a:ln xmlns:a="http://schemas.openxmlformats.org/drawingml/2006/main" w="9525">
            <a:solidFill>
              <a:srgbClr val="42C6FF"/>
            </a:solidFill>
            <a:prstDash val="solid"/>
          </a:ln>
        </p:spPr>
      </p:sp>
      <p:sp>
        <p:nvSpPr>
          <p:cNvPr id="10" name="signal-5">
            <a:extLst xmlns:a="http://schemas.openxmlformats.org/drawingml/2006/main">
              <a:ext uri="{FF2B5EF4-FFF2-40B4-BE49-F238E27FC236}">
                <a16:creationId xmlns:a16="http://schemas.microsoft.com/office/drawing/2014/main" id="{EADC7288-97AF-4892-AF49-B40152EB42D6}"/>
              </a:ext>
            </a:extLst>
          </p:cNvPr>
          <p:cNvSpPr>
            <a:spLocks xmlns:a="http://schemas.openxmlformats.org/drawingml/2006/main" noGrp="1"/>
          </p:cNvSpPr>
          <p:nvPr/>
        </p:nvSpPr>
        <p:spPr>
          <a:xfrm xmlns:a="http://schemas.openxmlformats.org/drawingml/2006/main">
            <a:off x="9658350" y="2324100"/>
            <a:ext cx="1543050" cy="1866900"/>
          </a:xfrm>
          <a:prstGeom xmlns:a="http://schemas.openxmlformats.org/drawingml/2006/main" prst="roundRect">
            <a:avLst>
              <a:gd name="adj" fmla="val 8642"/>
            </a:avLst>
          </a:prstGeom>
          <a:solidFill xmlns:a="http://schemas.openxmlformats.org/drawingml/2006/main">
            <a:srgbClr val="101E31"/>
          </a:solidFill>
          <a:ln xmlns:a="http://schemas.openxmlformats.org/drawingml/2006/main" w="9525">
            <a:solidFill>
              <a:srgbClr val="62D48A"/>
            </a:solidFill>
            <a:prstDash val="solid"/>
          </a:ln>
        </p:spPr>
      </p:sp>
      <p:cxnSp>
        <p:nvCxnSpPr>
          <p:cNvPr id="169" name=""/>
          <p:cNvCxnSpPr>
            <a:stCxn xmlns:a="http://schemas.openxmlformats.org/drawingml/2006/main" id="5" idx="3"/>
            <a:endCxn xmlns:a="http://schemas.openxmlformats.org/drawingml/2006/main" id="6" idx="1"/>
          </p:cNvCxnSpPr>
          <p:nvPr/>
        </p:nvCxnSpPr>
        <p:spPr>
          <a:xfrm xmlns:a="http://schemas.openxmlformats.org/drawingml/2006/main">
            <a:off x="2152650" y="3257550"/>
            <a:ext cx="266700" cy="0"/>
          </a:xfrm>
          <a:prstGeom xmlns:a="http://schemas.openxmlformats.org/drawingml/2006/main" prst="straightConnector1">
            <a:avLst/>
          </a:prstGeom>
          <a:ln xmlns:a="http://schemas.openxmlformats.org/drawingml/2006/main" w="19050">
            <a:solidFill>
              <a:srgbClr val="5E7188"/>
            </a:solidFill>
            <a:prstDash val="solid"/>
            <a:tailEnd type="arrow" w="sm" len="sm"/>
          </a:ln>
        </p:spPr>
      </p:cxnSp>
      <p:cxnSp>
        <p:nvCxnSpPr>
          <p:cNvPr id="170" name=""/>
          <p:cNvCxnSpPr>
            <a:stCxn xmlns:a="http://schemas.openxmlformats.org/drawingml/2006/main" id="6" idx="3"/>
            <a:endCxn xmlns:a="http://schemas.openxmlformats.org/drawingml/2006/main" id="7" idx="1"/>
          </p:cNvCxnSpPr>
          <p:nvPr/>
        </p:nvCxnSpPr>
        <p:spPr>
          <a:xfrm xmlns:a="http://schemas.openxmlformats.org/drawingml/2006/main">
            <a:off x="3962400" y="3257550"/>
            <a:ext cx="266700" cy="0"/>
          </a:xfrm>
          <a:prstGeom xmlns:a="http://schemas.openxmlformats.org/drawingml/2006/main" prst="straightConnector1">
            <a:avLst/>
          </a:prstGeom>
          <a:ln xmlns:a="http://schemas.openxmlformats.org/drawingml/2006/main" w="19050">
            <a:solidFill>
              <a:srgbClr val="5E7188"/>
            </a:solidFill>
            <a:prstDash val="solid"/>
            <a:tailEnd type="arrow" w="sm" len="sm"/>
          </a:ln>
        </p:spPr>
      </p:cxnSp>
      <p:cxnSp>
        <p:nvCxnSpPr>
          <p:cNvPr id="171" name=""/>
          <p:cNvCxnSpPr>
            <a:stCxn xmlns:a="http://schemas.openxmlformats.org/drawingml/2006/main" id="7" idx="3"/>
            <a:endCxn xmlns:a="http://schemas.openxmlformats.org/drawingml/2006/main" id="8" idx="1"/>
          </p:cNvCxnSpPr>
          <p:nvPr/>
        </p:nvCxnSpPr>
        <p:spPr>
          <a:xfrm xmlns:a="http://schemas.openxmlformats.org/drawingml/2006/main">
            <a:off x="5772150" y="3257550"/>
            <a:ext cx="266700" cy="0"/>
          </a:xfrm>
          <a:prstGeom xmlns:a="http://schemas.openxmlformats.org/drawingml/2006/main" prst="straightConnector1">
            <a:avLst/>
          </a:prstGeom>
          <a:ln xmlns:a="http://schemas.openxmlformats.org/drawingml/2006/main" w="19050">
            <a:solidFill>
              <a:srgbClr val="5E7188"/>
            </a:solidFill>
            <a:prstDash val="solid"/>
            <a:tailEnd type="arrow" w="sm" len="sm"/>
          </a:ln>
        </p:spPr>
      </p:cxnSp>
      <p:cxnSp>
        <p:nvCxnSpPr>
          <p:cNvPr id="172" name=""/>
          <p:cNvCxnSpPr>
            <a:stCxn xmlns:a="http://schemas.openxmlformats.org/drawingml/2006/main" id="8" idx="3"/>
            <a:endCxn xmlns:a="http://schemas.openxmlformats.org/drawingml/2006/main" id="9" idx="1"/>
          </p:cNvCxnSpPr>
          <p:nvPr/>
        </p:nvCxnSpPr>
        <p:spPr>
          <a:xfrm xmlns:a="http://schemas.openxmlformats.org/drawingml/2006/main">
            <a:off x="7581900" y="3257550"/>
            <a:ext cx="266700" cy="0"/>
          </a:xfrm>
          <a:prstGeom xmlns:a="http://schemas.openxmlformats.org/drawingml/2006/main" prst="straightConnector1">
            <a:avLst/>
          </a:prstGeom>
          <a:ln xmlns:a="http://schemas.openxmlformats.org/drawingml/2006/main" w="19050">
            <a:solidFill>
              <a:srgbClr val="5E7188"/>
            </a:solidFill>
            <a:prstDash val="solid"/>
            <a:tailEnd type="arrow" w="sm" len="sm"/>
          </a:ln>
        </p:spPr>
      </p:cxnSp>
      <p:cxnSp>
        <p:nvCxnSpPr>
          <p:cNvPr id="173" name=""/>
          <p:cNvCxnSpPr>
            <a:stCxn xmlns:a="http://schemas.openxmlformats.org/drawingml/2006/main" id="9" idx="3"/>
            <a:endCxn xmlns:a="http://schemas.openxmlformats.org/drawingml/2006/main" id="10" idx="1"/>
          </p:cNvCxnSpPr>
          <p:nvPr/>
        </p:nvCxnSpPr>
        <p:spPr>
          <a:xfrm xmlns:a="http://schemas.openxmlformats.org/drawingml/2006/main">
            <a:off x="9391650" y="3257550"/>
            <a:ext cx="266700" cy="0"/>
          </a:xfrm>
          <a:prstGeom xmlns:a="http://schemas.openxmlformats.org/drawingml/2006/main" prst="straightConnector1">
            <a:avLst/>
          </a:prstGeom>
          <a:ln xmlns:a="http://schemas.openxmlformats.org/drawingml/2006/main" w="19050">
            <a:solidFill>
              <a:srgbClr val="5E7188"/>
            </a:solidFill>
            <a:prstDash val="solid"/>
            <a:tailEnd type="arrow" w="sm" len="sm"/>
          </a:ln>
        </p:spPr>
      </p:cxnSp>
      <p:sp>
        <p:nvSpPr>
          <p:cNvPr id="16" name="">
            <a:extLst xmlns:a="http://schemas.openxmlformats.org/drawingml/2006/main">
              <a:ext uri="{FF2B5EF4-FFF2-40B4-BE49-F238E27FC236}">
                <a16:creationId xmlns:a16="http://schemas.microsoft.com/office/drawing/2014/main" id="{E272A7B5-FFE0-486F-B62B-4943B5B2089F}"/>
              </a:ext>
            </a:extLst>
          </p:cNvPr>
          <p:cNvSpPr>
            <a:spLocks xmlns:a="http://schemas.openxmlformats.org/drawingml/2006/main" noGrp="1"/>
          </p:cNvSpPr>
          <p:nvPr/>
        </p:nvSpPr>
        <p:spPr>
          <a:xfrm xmlns:a="http://schemas.openxmlformats.org/drawingml/2006/main">
            <a:off x="781050" y="25146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FFB64D"/>
                </a:solidFill>
                <a:latin typeface="Aptos"/>
                <a:ea typeface="Aptos"/>
                <a:cs typeface="Aptos"/>
              </a:defRPr>
            </a:pPr>
            <a:r>
              <a:rPr sz="1500" b="1">
                <a:solidFill>
                  <a:srgbClr val="FFB64D"/>
                </a:solidFill>
                <a:latin typeface="Aptos"/>
                <a:ea typeface="Aptos"/>
                <a:cs typeface="Aptos"/>
              </a:rPr>
              <a:t>1</a:t>
            </a:r>
          </a:p>
        </p:txBody>
      </p:sp>
      <p:sp>
        <p:nvSpPr>
          <p:cNvPr id="17" name="">
            <a:extLst xmlns:a="http://schemas.openxmlformats.org/drawingml/2006/main">
              <a:ext uri="{FF2B5EF4-FFF2-40B4-BE49-F238E27FC236}">
                <a16:creationId xmlns:a16="http://schemas.microsoft.com/office/drawing/2014/main" id="{D4C18DDA-1958-4888-A093-4F230DACEAEB}"/>
              </a:ext>
            </a:extLst>
          </p:cNvPr>
          <p:cNvSpPr>
            <a:spLocks xmlns:a="http://schemas.openxmlformats.org/drawingml/2006/main" noGrp="1"/>
          </p:cNvSpPr>
          <p:nvPr/>
        </p:nvSpPr>
        <p:spPr>
          <a:xfrm xmlns:a="http://schemas.openxmlformats.org/drawingml/2006/main">
            <a:off x="781050" y="2990850"/>
            <a:ext cx="121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4F7FB"/>
                </a:solidFill>
                <a:latin typeface="Aptos"/>
                <a:ea typeface="Aptos"/>
                <a:cs typeface="Aptos"/>
              </a:defRPr>
            </a:pPr>
            <a:r>
              <a:rPr sz="1650" b="1">
                <a:solidFill>
                  <a:srgbClr val="F4F7FB"/>
                </a:solidFill>
                <a:latin typeface="Aptos"/>
                <a:ea typeface="Aptos"/>
                <a:cs typeface="Aptos"/>
              </a:rPr>
              <a:t>Driver Xbox</a:t>
            </a:r>
          </a:p>
        </p:txBody>
      </p:sp>
      <p:sp>
        <p:nvSpPr>
          <p:cNvPr id="18" name="">
            <a:extLst xmlns:a="http://schemas.openxmlformats.org/drawingml/2006/main">
              <a:ext uri="{FF2B5EF4-FFF2-40B4-BE49-F238E27FC236}">
                <a16:creationId xmlns:a16="http://schemas.microsoft.com/office/drawing/2014/main" id="{7FE2DA2D-3096-49D1-855A-BEAF94E9985F}"/>
              </a:ext>
            </a:extLst>
          </p:cNvPr>
          <p:cNvSpPr>
            <a:spLocks xmlns:a="http://schemas.openxmlformats.org/drawingml/2006/main" noGrp="1"/>
          </p:cNvSpPr>
          <p:nvPr/>
        </p:nvSpPr>
        <p:spPr>
          <a:xfrm xmlns:a="http://schemas.openxmlformats.org/drawingml/2006/main">
            <a:off x="781050" y="3543300"/>
            <a:ext cx="1219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0">
                <a:solidFill>
                  <a:srgbClr val="A9B8CA"/>
                </a:solidFill>
                <a:latin typeface="Aptos"/>
                <a:ea typeface="Aptos"/>
                <a:cs typeface="Aptos"/>
              </a:defRPr>
            </a:pPr>
            <a:r>
              <a:rPr sz="1200" b="0">
                <a:solidFill>
                  <a:srgbClr val="A9B8CA"/>
                </a:solidFill>
                <a:latin typeface="Aptos"/>
                <a:ea typeface="Aptos"/>
                <a:cs typeface="Aptos"/>
              </a:rPr>
              <a:t>Left Y and right Y</a:t>
            </a:r>
          </a:p>
        </p:txBody>
      </p:sp>
      <p:sp>
        <p:nvSpPr>
          <p:cNvPr id="19" name="">
            <a:extLst xmlns:a="http://schemas.openxmlformats.org/drawingml/2006/main">
              <a:ext uri="{FF2B5EF4-FFF2-40B4-BE49-F238E27FC236}">
                <a16:creationId xmlns:a16="http://schemas.microsoft.com/office/drawing/2014/main" id="{495947ED-16DF-4EF5-9E8D-CA67FE9EBCFF}"/>
              </a:ext>
            </a:extLst>
          </p:cNvPr>
          <p:cNvSpPr>
            <a:spLocks xmlns:a="http://schemas.openxmlformats.org/drawingml/2006/main" noGrp="1"/>
          </p:cNvSpPr>
          <p:nvPr/>
        </p:nvSpPr>
        <p:spPr>
          <a:xfrm xmlns:a="http://schemas.openxmlformats.org/drawingml/2006/main">
            <a:off x="2590800" y="25146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42C6FF"/>
                </a:solidFill>
                <a:latin typeface="Aptos"/>
                <a:ea typeface="Aptos"/>
                <a:cs typeface="Aptos"/>
              </a:defRPr>
            </a:pPr>
            <a:r>
              <a:rPr sz="1500" b="1">
                <a:solidFill>
                  <a:srgbClr val="42C6FF"/>
                </a:solidFill>
                <a:latin typeface="Aptos"/>
                <a:ea typeface="Aptos"/>
                <a:cs typeface="Aptos"/>
              </a:rPr>
              <a:t>2</a:t>
            </a:r>
          </a:p>
        </p:txBody>
      </p:sp>
      <p:sp>
        <p:nvSpPr>
          <p:cNvPr id="20" name="">
            <a:extLst xmlns:a="http://schemas.openxmlformats.org/drawingml/2006/main">
              <a:ext uri="{FF2B5EF4-FFF2-40B4-BE49-F238E27FC236}">
                <a16:creationId xmlns:a16="http://schemas.microsoft.com/office/drawing/2014/main" id="{C43AC0C8-4B62-4A4A-94D6-B882543D0A77}"/>
              </a:ext>
            </a:extLst>
          </p:cNvPr>
          <p:cNvSpPr>
            <a:spLocks xmlns:a="http://schemas.openxmlformats.org/drawingml/2006/main" noGrp="1"/>
          </p:cNvSpPr>
          <p:nvPr/>
        </p:nvSpPr>
        <p:spPr>
          <a:xfrm xmlns:a="http://schemas.openxmlformats.org/drawingml/2006/main">
            <a:off x="2590800" y="2990850"/>
            <a:ext cx="121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4F7FB"/>
                </a:solidFill>
                <a:latin typeface="Aptos"/>
                <a:ea typeface="Aptos"/>
                <a:cs typeface="Aptos"/>
              </a:defRPr>
            </a:pPr>
            <a:r>
              <a:rPr sz="1650" b="1">
                <a:solidFill>
                  <a:srgbClr val="F4F7FB"/>
                </a:solidFill>
                <a:latin typeface="Aptos"/>
                <a:ea typeface="Aptos"/>
                <a:cs typeface="Aptos"/>
              </a:rPr>
              <a:t>Default command</a:t>
            </a:r>
          </a:p>
        </p:txBody>
      </p:sp>
      <p:sp>
        <p:nvSpPr>
          <p:cNvPr id="21" name="">
            <a:extLst xmlns:a="http://schemas.openxmlformats.org/drawingml/2006/main">
              <a:ext uri="{FF2B5EF4-FFF2-40B4-BE49-F238E27FC236}">
                <a16:creationId xmlns:a16="http://schemas.microsoft.com/office/drawing/2014/main" id="{C877B55D-A460-429A-B8F5-DA1740E0A754}"/>
              </a:ext>
            </a:extLst>
          </p:cNvPr>
          <p:cNvSpPr>
            <a:spLocks xmlns:a="http://schemas.openxmlformats.org/drawingml/2006/main" noGrp="1"/>
          </p:cNvSpPr>
          <p:nvPr/>
        </p:nvSpPr>
        <p:spPr>
          <a:xfrm xmlns:a="http://schemas.openxmlformats.org/drawingml/2006/main">
            <a:off x="2590800" y="3543300"/>
            <a:ext cx="1219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0">
                <a:solidFill>
                  <a:srgbClr val="A9B8CA"/>
                </a:solidFill>
                <a:latin typeface="Aptos"/>
                <a:ea typeface="Aptos"/>
                <a:cs typeface="Aptos"/>
              </a:defRPr>
            </a:pPr>
            <a:r>
              <a:rPr sz="1200" b="0">
                <a:solidFill>
                  <a:srgbClr val="A9B8CA"/>
                </a:solidFill>
                <a:latin typeface="Aptos"/>
                <a:ea typeface="Aptos"/>
                <a:cs typeface="Aptos"/>
              </a:rPr>
              <a:t>Scheduled when drive is free</a:t>
            </a:r>
          </a:p>
        </p:txBody>
      </p:sp>
      <p:sp>
        <p:nvSpPr>
          <p:cNvPr id="22" name="">
            <a:extLst xmlns:a="http://schemas.openxmlformats.org/drawingml/2006/main">
              <a:ext uri="{FF2B5EF4-FFF2-40B4-BE49-F238E27FC236}">
                <a16:creationId xmlns:a16="http://schemas.microsoft.com/office/drawing/2014/main" id="{22631DD9-034C-432F-A4AD-6D9F7F73E978}"/>
              </a:ext>
            </a:extLst>
          </p:cNvPr>
          <p:cNvSpPr>
            <a:spLocks xmlns:a="http://schemas.openxmlformats.org/drawingml/2006/main" noGrp="1"/>
          </p:cNvSpPr>
          <p:nvPr/>
        </p:nvSpPr>
        <p:spPr>
          <a:xfrm xmlns:a="http://schemas.openxmlformats.org/drawingml/2006/main">
            <a:off x="4400550" y="25146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42C6FF"/>
                </a:solidFill>
                <a:latin typeface="Aptos"/>
                <a:ea typeface="Aptos"/>
                <a:cs typeface="Aptos"/>
              </a:defRPr>
            </a:pPr>
            <a:r>
              <a:rPr sz="1500" b="1">
                <a:solidFill>
                  <a:srgbClr val="42C6FF"/>
                </a:solidFill>
                <a:latin typeface="Aptos"/>
                <a:ea typeface="Aptos"/>
                <a:cs typeface="Aptos"/>
              </a:rPr>
              <a:t>3</a:t>
            </a:r>
          </a:p>
        </p:txBody>
      </p:sp>
      <p:sp>
        <p:nvSpPr>
          <p:cNvPr id="23" name="">
            <a:extLst xmlns:a="http://schemas.openxmlformats.org/drawingml/2006/main">
              <a:ext uri="{FF2B5EF4-FFF2-40B4-BE49-F238E27FC236}">
                <a16:creationId xmlns:a16="http://schemas.microsoft.com/office/drawing/2014/main" id="{BF2B9286-3E55-4ABE-93F5-B4E3DA130238}"/>
              </a:ext>
            </a:extLst>
          </p:cNvPr>
          <p:cNvSpPr>
            <a:spLocks xmlns:a="http://schemas.openxmlformats.org/drawingml/2006/main" noGrp="1"/>
          </p:cNvSpPr>
          <p:nvPr/>
        </p:nvSpPr>
        <p:spPr>
          <a:xfrm xmlns:a="http://schemas.openxmlformats.org/drawingml/2006/main">
            <a:off x="4400550" y="2990850"/>
            <a:ext cx="121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4F7FB"/>
                </a:solidFill>
                <a:latin typeface="Aptos"/>
                <a:ea typeface="Aptos"/>
                <a:cs typeface="Aptos"/>
              </a:defRPr>
            </a:pPr>
            <a:r>
              <a:rPr sz="1650" b="1">
                <a:solidFill>
                  <a:srgbClr val="F4F7FB"/>
                </a:solidFill>
                <a:latin typeface="Aptos"/>
                <a:ea typeface="Aptos"/>
                <a:cs typeface="Aptos"/>
              </a:rPr>
              <a:t>Scheduler</a:t>
            </a:r>
          </a:p>
        </p:txBody>
      </p:sp>
      <p:sp>
        <p:nvSpPr>
          <p:cNvPr id="24" name="">
            <a:extLst xmlns:a="http://schemas.openxmlformats.org/drawingml/2006/main">
              <a:ext uri="{FF2B5EF4-FFF2-40B4-BE49-F238E27FC236}">
                <a16:creationId xmlns:a16="http://schemas.microsoft.com/office/drawing/2014/main" id="{6E047B10-3CEE-4518-8F52-E0668DD99D25}"/>
              </a:ext>
            </a:extLst>
          </p:cNvPr>
          <p:cNvSpPr>
            <a:spLocks xmlns:a="http://schemas.openxmlformats.org/drawingml/2006/main" noGrp="1"/>
          </p:cNvSpPr>
          <p:nvPr/>
        </p:nvSpPr>
        <p:spPr>
          <a:xfrm xmlns:a="http://schemas.openxmlformats.org/drawingml/2006/main">
            <a:off x="4400550" y="3543300"/>
            <a:ext cx="1219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0">
                <a:solidFill>
                  <a:srgbClr val="A9B8CA"/>
                </a:solidFill>
                <a:latin typeface="Aptos"/>
                <a:ea typeface="Aptos"/>
                <a:cs typeface="Aptos"/>
              </a:defRPr>
            </a:pPr>
            <a:r>
              <a:rPr sz="1200" b="0">
                <a:solidFill>
                  <a:srgbClr val="A9B8CA"/>
                </a:solidFill>
                <a:latin typeface="Aptos"/>
                <a:ea typeface="Aptos"/>
                <a:cs typeface="Aptos"/>
              </a:rPr>
              <a:t>Executes every iteration</a:t>
            </a:r>
          </a:p>
        </p:txBody>
      </p:sp>
      <p:sp>
        <p:nvSpPr>
          <p:cNvPr id="25" name="">
            <a:extLst xmlns:a="http://schemas.openxmlformats.org/drawingml/2006/main">
              <a:ext uri="{FF2B5EF4-FFF2-40B4-BE49-F238E27FC236}">
                <a16:creationId xmlns:a16="http://schemas.microsoft.com/office/drawing/2014/main" id="{9B7F06DB-955C-4868-A478-618B95922EC5}"/>
              </a:ext>
            </a:extLst>
          </p:cNvPr>
          <p:cNvSpPr>
            <a:spLocks xmlns:a="http://schemas.openxmlformats.org/drawingml/2006/main" noGrp="1"/>
          </p:cNvSpPr>
          <p:nvPr/>
        </p:nvSpPr>
        <p:spPr>
          <a:xfrm xmlns:a="http://schemas.openxmlformats.org/drawingml/2006/main">
            <a:off x="6210300" y="25146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42C6FF"/>
                </a:solidFill>
                <a:latin typeface="Aptos"/>
                <a:ea typeface="Aptos"/>
                <a:cs typeface="Aptos"/>
              </a:defRPr>
            </a:pPr>
            <a:r>
              <a:rPr sz="1500" b="1">
                <a:solidFill>
                  <a:srgbClr val="42C6FF"/>
                </a:solidFill>
                <a:latin typeface="Aptos"/>
                <a:ea typeface="Aptos"/>
                <a:cs typeface="Aptos"/>
              </a:rPr>
              <a:t>4</a:t>
            </a:r>
          </a:p>
        </p:txBody>
      </p:sp>
      <p:sp>
        <p:nvSpPr>
          <p:cNvPr id="26" name="">
            <a:extLst xmlns:a="http://schemas.openxmlformats.org/drawingml/2006/main">
              <a:ext uri="{FF2B5EF4-FFF2-40B4-BE49-F238E27FC236}">
                <a16:creationId xmlns:a16="http://schemas.microsoft.com/office/drawing/2014/main" id="{3E90D2CB-2E1F-4D3F-B321-CE96C3235E38}"/>
              </a:ext>
            </a:extLst>
          </p:cNvPr>
          <p:cNvSpPr>
            <a:spLocks xmlns:a="http://schemas.openxmlformats.org/drawingml/2006/main" noGrp="1"/>
          </p:cNvSpPr>
          <p:nvPr/>
        </p:nvSpPr>
        <p:spPr>
          <a:xfrm xmlns:a="http://schemas.openxmlformats.org/drawingml/2006/main">
            <a:off x="6210300" y="2990850"/>
            <a:ext cx="121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4F7FB"/>
                </a:solidFill>
                <a:latin typeface="Aptos"/>
                <a:ea typeface="Aptos"/>
                <a:cs typeface="Aptos"/>
              </a:defRPr>
            </a:pPr>
            <a:r>
              <a:rPr sz="1650" b="1">
                <a:solidFill>
                  <a:srgbClr val="F4F7FB"/>
                </a:solidFill>
                <a:latin typeface="Aptos"/>
                <a:ea typeface="Aptos"/>
                <a:cs typeface="Aptos"/>
              </a:rPr>
              <a:t>Drive command</a:t>
            </a:r>
          </a:p>
        </p:txBody>
      </p:sp>
      <p:sp>
        <p:nvSpPr>
          <p:cNvPr id="27" name="">
            <a:extLst xmlns:a="http://schemas.openxmlformats.org/drawingml/2006/main">
              <a:ext uri="{FF2B5EF4-FFF2-40B4-BE49-F238E27FC236}">
                <a16:creationId xmlns:a16="http://schemas.microsoft.com/office/drawing/2014/main" id="{1726BE99-584D-4F65-B3EF-65677FB457DF}"/>
              </a:ext>
            </a:extLst>
          </p:cNvPr>
          <p:cNvSpPr>
            <a:spLocks xmlns:a="http://schemas.openxmlformats.org/drawingml/2006/main" noGrp="1"/>
          </p:cNvSpPr>
          <p:nvPr/>
        </p:nvSpPr>
        <p:spPr>
          <a:xfrm xmlns:a="http://schemas.openxmlformats.org/drawingml/2006/main">
            <a:off x="6210300" y="3543300"/>
            <a:ext cx="1219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0">
                <a:solidFill>
                  <a:srgbClr val="A9B8CA"/>
                </a:solidFill>
                <a:latin typeface="Aptos"/>
                <a:ea typeface="Aptos"/>
                <a:cs typeface="Aptos"/>
              </a:defRPr>
            </a:pPr>
            <a:r>
              <a:rPr sz="1200" b="0">
                <a:solidFill>
                  <a:srgbClr val="A9B8CA"/>
                </a:solidFill>
                <a:latin typeface="Aptos"/>
                <a:ea typeface="Aptos"/>
                <a:cs typeface="Aptos"/>
              </a:rPr>
              <a:t>Reads axes and scales</a:t>
            </a:r>
          </a:p>
        </p:txBody>
      </p:sp>
      <p:sp>
        <p:nvSpPr>
          <p:cNvPr id="28" name="">
            <a:extLst xmlns:a="http://schemas.openxmlformats.org/drawingml/2006/main">
              <a:ext uri="{FF2B5EF4-FFF2-40B4-BE49-F238E27FC236}">
                <a16:creationId xmlns:a16="http://schemas.microsoft.com/office/drawing/2014/main" id="{33899B91-F3A6-4B99-A1C5-79417C0AC4B0}"/>
              </a:ext>
            </a:extLst>
          </p:cNvPr>
          <p:cNvSpPr>
            <a:spLocks xmlns:a="http://schemas.openxmlformats.org/drawingml/2006/main" noGrp="1"/>
          </p:cNvSpPr>
          <p:nvPr/>
        </p:nvSpPr>
        <p:spPr>
          <a:xfrm xmlns:a="http://schemas.openxmlformats.org/drawingml/2006/main">
            <a:off x="8020050" y="25146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42C6FF"/>
                </a:solidFill>
                <a:latin typeface="Aptos"/>
                <a:ea typeface="Aptos"/>
                <a:cs typeface="Aptos"/>
              </a:defRPr>
            </a:pPr>
            <a:r>
              <a:rPr sz="1500" b="1">
                <a:solidFill>
                  <a:srgbClr val="42C6FF"/>
                </a:solidFill>
                <a:latin typeface="Aptos"/>
                <a:ea typeface="Aptos"/>
                <a:cs typeface="Aptos"/>
              </a:rPr>
              <a:t>5</a:t>
            </a:r>
          </a:p>
        </p:txBody>
      </p:sp>
      <p:sp>
        <p:nvSpPr>
          <p:cNvPr id="29" name="">
            <a:extLst xmlns:a="http://schemas.openxmlformats.org/drawingml/2006/main">
              <a:ext uri="{FF2B5EF4-FFF2-40B4-BE49-F238E27FC236}">
                <a16:creationId xmlns:a16="http://schemas.microsoft.com/office/drawing/2014/main" id="{02BF2F66-2A25-41AE-A82E-BEE1CC696D3E}"/>
              </a:ext>
            </a:extLst>
          </p:cNvPr>
          <p:cNvSpPr>
            <a:spLocks xmlns:a="http://schemas.openxmlformats.org/drawingml/2006/main" noGrp="1"/>
          </p:cNvSpPr>
          <p:nvPr/>
        </p:nvSpPr>
        <p:spPr>
          <a:xfrm xmlns:a="http://schemas.openxmlformats.org/drawingml/2006/main">
            <a:off x="8020050" y="2990850"/>
            <a:ext cx="121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4F7FB"/>
                </a:solidFill>
                <a:latin typeface="Aptos"/>
                <a:ea typeface="Aptos"/>
                <a:cs typeface="Aptos"/>
              </a:defRPr>
            </a:pPr>
            <a:r>
              <a:rPr sz="1650" b="1">
                <a:solidFill>
                  <a:srgbClr val="F4F7FB"/>
                </a:solidFill>
                <a:latin typeface="Aptos"/>
                <a:ea typeface="Aptos"/>
                <a:cs typeface="Aptos"/>
              </a:rPr>
              <a:t>Drive subsystem</a:t>
            </a:r>
          </a:p>
        </p:txBody>
      </p:sp>
      <p:sp>
        <p:nvSpPr>
          <p:cNvPr id="30" name="">
            <a:extLst xmlns:a="http://schemas.openxmlformats.org/drawingml/2006/main">
              <a:ext uri="{FF2B5EF4-FFF2-40B4-BE49-F238E27FC236}">
                <a16:creationId xmlns:a16="http://schemas.microsoft.com/office/drawing/2014/main" id="{03214C94-7CED-49BC-9886-C7C5481FAD8A}"/>
              </a:ext>
            </a:extLst>
          </p:cNvPr>
          <p:cNvSpPr>
            <a:spLocks xmlns:a="http://schemas.openxmlformats.org/drawingml/2006/main" noGrp="1"/>
          </p:cNvSpPr>
          <p:nvPr/>
        </p:nvSpPr>
        <p:spPr>
          <a:xfrm xmlns:a="http://schemas.openxmlformats.org/drawingml/2006/main">
            <a:off x="8020050" y="3543300"/>
            <a:ext cx="1219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0">
                <a:solidFill>
                  <a:srgbClr val="A9B8CA"/>
                </a:solidFill>
                <a:latin typeface="Aptos"/>
                <a:ea typeface="Aptos"/>
                <a:cs typeface="Aptos"/>
              </a:defRPr>
            </a:pPr>
            <a:r>
              <a:rPr sz="1200" b="0">
                <a:solidFill>
                  <a:srgbClr val="A9B8CA"/>
                </a:solidFill>
                <a:latin typeface="Aptos"/>
                <a:ea typeface="Aptos"/>
                <a:cs typeface="Aptos"/>
              </a:rPr>
              <a:t>drive(left, right)</a:t>
            </a:r>
          </a:p>
        </p:txBody>
      </p:sp>
      <p:sp>
        <p:nvSpPr>
          <p:cNvPr id="31" name="">
            <a:extLst xmlns:a="http://schemas.openxmlformats.org/drawingml/2006/main">
              <a:ext uri="{FF2B5EF4-FFF2-40B4-BE49-F238E27FC236}">
                <a16:creationId xmlns:a16="http://schemas.microsoft.com/office/drawing/2014/main" id="{A6474C8F-D5EF-4986-8F5A-A9F7E8FDA857}"/>
              </a:ext>
            </a:extLst>
          </p:cNvPr>
          <p:cNvSpPr>
            <a:spLocks xmlns:a="http://schemas.openxmlformats.org/drawingml/2006/main" noGrp="1"/>
          </p:cNvSpPr>
          <p:nvPr/>
        </p:nvSpPr>
        <p:spPr>
          <a:xfrm xmlns:a="http://schemas.openxmlformats.org/drawingml/2006/main">
            <a:off x="9829800" y="25146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62D48A"/>
                </a:solidFill>
                <a:latin typeface="Aptos"/>
                <a:ea typeface="Aptos"/>
                <a:cs typeface="Aptos"/>
              </a:defRPr>
            </a:pPr>
            <a:r>
              <a:rPr sz="1500" b="1">
                <a:solidFill>
                  <a:srgbClr val="62D48A"/>
                </a:solidFill>
                <a:latin typeface="Aptos"/>
                <a:ea typeface="Aptos"/>
                <a:cs typeface="Aptos"/>
              </a:rPr>
              <a:t>6</a:t>
            </a:r>
          </a:p>
        </p:txBody>
      </p:sp>
      <p:sp>
        <p:nvSpPr>
          <p:cNvPr id="32" name="">
            <a:extLst xmlns:a="http://schemas.openxmlformats.org/drawingml/2006/main">
              <a:ext uri="{FF2B5EF4-FFF2-40B4-BE49-F238E27FC236}">
                <a16:creationId xmlns:a16="http://schemas.microsoft.com/office/drawing/2014/main" id="{ED184F6C-693C-469B-893F-CC0161BCF1A9}"/>
              </a:ext>
            </a:extLst>
          </p:cNvPr>
          <p:cNvSpPr>
            <a:spLocks xmlns:a="http://schemas.openxmlformats.org/drawingml/2006/main" noGrp="1"/>
          </p:cNvSpPr>
          <p:nvPr/>
        </p:nvSpPr>
        <p:spPr>
          <a:xfrm xmlns:a="http://schemas.openxmlformats.org/drawingml/2006/main">
            <a:off x="9829800" y="2990850"/>
            <a:ext cx="121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4F7FB"/>
                </a:solidFill>
                <a:latin typeface="Aptos"/>
                <a:ea typeface="Aptos"/>
                <a:cs typeface="Aptos"/>
              </a:defRPr>
            </a:pPr>
            <a:r>
              <a:rPr sz="1650" b="1">
                <a:solidFill>
                  <a:srgbClr val="F4F7FB"/>
                </a:solidFill>
                <a:latin typeface="Aptos"/>
                <a:ea typeface="Aptos"/>
                <a:cs typeface="Aptos"/>
              </a:rPr>
              <a:t>Four Talons</a:t>
            </a:r>
          </a:p>
        </p:txBody>
      </p:sp>
      <p:sp>
        <p:nvSpPr>
          <p:cNvPr id="33" name="">
            <a:extLst xmlns:a="http://schemas.openxmlformats.org/drawingml/2006/main">
              <a:ext uri="{FF2B5EF4-FFF2-40B4-BE49-F238E27FC236}">
                <a16:creationId xmlns:a16="http://schemas.microsoft.com/office/drawing/2014/main" id="{157B663E-DA99-4A15-9F04-0131F1F61FAE}"/>
              </a:ext>
            </a:extLst>
          </p:cNvPr>
          <p:cNvSpPr>
            <a:spLocks xmlns:a="http://schemas.openxmlformats.org/drawingml/2006/main" noGrp="1"/>
          </p:cNvSpPr>
          <p:nvPr/>
        </p:nvSpPr>
        <p:spPr>
          <a:xfrm xmlns:a="http://schemas.openxmlformats.org/drawingml/2006/main">
            <a:off x="9829800" y="3543300"/>
            <a:ext cx="1219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0">
                <a:solidFill>
                  <a:srgbClr val="A9B8CA"/>
                </a:solidFill>
                <a:latin typeface="Aptos"/>
                <a:ea typeface="Aptos"/>
                <a:cs typeface="Aptos"/>
              </a:defRPr>
            </a:pPr>
            <a:r>
              <a:rPr sz="1200" b="0">
                <a:solidFill>
                  <a:srgbClr val="A9B8CA"/>
                </a:solidFill>
                <a:latin typeface="Aptos"/>
                <a:ea typeface="Aptos"/>
                <a:cs typeface="Aptos"/>
              </a:rPr>
              <a:t>PWM 0-3 drive motors</a:t>
            </a:r>
          </a:p>
        </p:txBody>
      </p:sp>
      <p:sp>
        <p:nvSpPr>
          <p:cNvPr id="34" name="">
            <a:extLst xmlns:a="http://schemas.openxmlformats.org/drawingml/2006/main">
              <a:ext uri="{FF2B5EF4-FFF2-40B4-BE49-F238E27FC236}">
                <a16:creationId xmlns:a16="http://schemas.microsoft.com/office/drawing/2014/main" id="{E8C7157A-0577-459D-9D50-8B45660EEFD8}"/>
              </a:ext>
            </a:extLst>
          </p:cNvPr>
          <p:cNvSpPr>
            <a:spLocks xmlns:a="http://schemas.openxmlformats.org/drawingml/2006/main" noGrp="1"/>
          </p:cNvSpPr>
          <p:nvPr/>
        </p:nvSpPr>
        <p:spPr>
          <a:xfrm xmlns:a="http://schemas.openxmlformats.org/drawingml/2006/main">
            <a:off x="609600" y="4762500"/>
            <a:ext cx="10591800" cy="762000"/>
          </a:xfrm>
          <a:prstGeom xmlns:a="http://schemas.openxmlformats.org/drawingml/2006/main" prst="roundRect">
            <a:avLst>
              <a:gd name="adj" fmla="val 15000"/>
            </a:avLst>
          </a:prstGeom>
          <a:solidFill xmlns:a="http://schemas.openxmlformats.org/drawingml/2006/main">
            <a:srgbClr val="162941"/>
          </a:solidFill>
          <a:ln xmlns:a="http://schemas.openxmlformats.org/drawingml/2006/main" w="9525">
            <a:solidFill>
              <a:srgbClr val="2D425B"/>
            </a:solidFill>
            <a:prstDash val="solid"/>
          </a:ln>
        </p:spPr>
      </p:sp>
      <p:sp>
        <p:nvSpPr>
          <p:cNvPr id="35" name="">
            <a:extLst xmlns:a="http://schemas.openxmlformats.org/drawingml/2006/main">
              <a:ext uri="{FF2B5EF4-FFF2-40B4-BE49-F238E27FC236}">
                <a16:creationId xmlns:a16="http://schemas.microsoft.com/office/drawing/2014/main" id="{EBC3A10D-40C8-4B70-83E3-681A024DA5B9}"/>
              </a:ext>
            </a:extLst>
          </p:cNvPr>
          <p:cNvSpPr>
            <a:spLocks xmlns:a="http://schemas.openxmlformats.org/drawingml/2006/main" noGrp="1"/>
          </p:cNvSpPr>
          <p:nvPr/>
        </p:nvSpPr>
        <p:spPr>
          <a:xfrm xmlns:a="http://schemas.openxmlformats.org/drawingml/2006/main">
            <a:off x="819150" y="4953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425" b="1">
                <a:solidFill>
                  <a:srgbClr val="FFB64D"/>
                </a:solidFill>
                <a:latin typeface="Aptos"/>
                <a:ea typeface="Aptos"/>
                <a:cs typeface="Aptos"/>
              </a:defRPr>
            </a:pPr>
            <a:r>
              <a:rPr sz="1425" b="1">
                <a:solidFill>
                  <a:srgbClr val="FFB64D"/>
                </a:solidFill>
                <a:latin typeface="Aptos"/>
                <a:ea typeface="Aptos"/>
                <a:cs typeface="Aptos"/>
              </a:rPr>
              <a:t>Continuous</a:t>
            </a:r>
          </a:p>
        </p:txBody>
      </p:sp>
      <p:sp>
        <p:nvSpPr>
          <p:cNvPr id="36" name="">
            <a:extLst xmlns:a="http://schemas.openxmlformats.org/drawingml/2006/main">
              <a:ext uri="{FF2B5EF4-FFF2-40B4-BE49-F238E27FC236}">
                <a16:creationId xmlns:a16="http://schemas.microsoft.com/office/drawing/2014/main" id="{A772393D-8772-44A6-A01A-B98F1C5AB6D8}"/>
              </a:ext>
            </a:extLst>
          </p:cNvPr>
          <p:cNvSpPr>
            <a:spLocks xmlns:a="http://schemas.openxmlformats.org/drawingml/2006/main" noGrp="1"/>
          </p:cNvSpPr>
          <p:nvPr/>
        </p:nvSpPr>
        <p:spPr>
          <a:xfrm xmlns:a="http://schemas.openxmlformats.org/drawingml/2006/main">
            <a:off x="1962150" y="4933950"/>
            <a:ext cx="885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0">
                <a:solidFill>
                  <a:srgbClr val="F4F7FB"/>
                </a:solidFill>
                <a:latin typeface="Consolas"/>
                <a:ea typeface="Consolas"/>
                <a:cs typeface="Consolas"/>
              </a:defRPr>
            </a:pPr>
            <a:r>
              <a:rPr sz="1500" b="0">
                <a:solidFill>
                  <a:srgbClr val="F4F7FB"/>
                </a:solidFill>
                <a:latin typeface="Consolas"/>
                <a:ea typeface="Consolas"/>
                <a:cs typeface="Consolas"/>
              </a:rPr>
              <a:t>No requirement conflict -&gt; default command stays scheduled -&gt; execute() repeats next iteration</a:t>
            </a:r>
          </a:p>
        </p:txBody>
      </p:sp>
      <p:sp>
        <p:nvSpPr>
          <p:cNvPr id="37" name="footer-left">
            <a:extLst xmlns:a="http://schemas.openxmlformats.org/drawingml/2006/main">
              <a:ext uri="{FF2B5EF4-FFF2-40B4-BE49-F238E27FC236}">
                <a16:creationId xmlns:a16="http://schemas.microsoft.com/office/drawing/2014/main" id="{372CA0D6-30ED-4698-94C3-0DC0179BFF21}"/>
              </a:ext>
            </a:extLst>
          </p:cNvPr>
          <p:cNvSpPr>
            <a:spLocks xmlns:a="http://schemas.openxmlformats.org/drawingml/2006/main" noGrp="1"/>
          </p:cNvSpPr>
          <p:nvPr/>
        </p:nvSpPr>
        <p:spPr>
          <a:xfrm xmlns:a="http://schemas.openxmlformats.org/drawingml/2006/main">
            <a:off x="609600" y="64960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825" b="0">
                <a:solidFill>
                  <a:srgbClr val="5E7188"/>
                </a:solidFill>
                <a:latin typeface="Aptos"/>
                <a:ea typeface="Aptos"/>
                <a:cs typeface="Aptos"/>
              </a:defRPr>
            </a:pPr>
            <a:r>
              <a:rPr sz="825" b="0">
                <a:solidFill>
                  <a:srgbClr val="5E7188"/>
                </a:solidFill>
                <a:latin typeface="Aptos"/>
                <a:ea typeface="Aptos"/>
                <a:cs typeface="Aptos"/>
              </a:rPr>
              <a:t>2020 FRC robot | command-based implementation</a:t>
            </a:r>
          </a:p>
        </p:txBody>
      </p:sp>
      <p:sp>
        <p:nvSpPr>
          <p:cNvPr id="38" name="footer-number">
            <a:extLst xmlns:a="http://schemas.openxmlformats.org/drawingml/2006/main">
              <a:ext uri="{FF2B5EF4-FFF2-40B4-BE49-F238E27FC236}">
                <a16:creationId xmlns:a16="http://schemas.microsoft.com/office/drawing/2014/main" id="{D1D7236B-C0F9-44FF-B172-925F775E824E}"/>
              </a:ext>
            </a:extLst>
          </p:cNvPr>
          <p:cNvSpPr>
            <a:spLocks xmlns:a="http://schemas.openxmlformats.org/drawingml/2006/main" noGrp="1"/>
          </p:cNvSpPr>
          <p:nvPr/>
        </p:nvSpPr>
        <p:spPr>
          <a:xfrm xmlns:a="http://schemas.openxmlformats.org/drawingml/2006/main">
            <a:off x="11049000" y="647700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00" b="1">
                <a:solidFill>
                  <a:srgbClr val="5E7188"/>
                </a:solidFill>
                <a:latin typeface="Aptos"/>
                <a:ea typeface="Aptos"/>
                <a:cs typeface="Aptos"/>
              </a:defRPr>
            </a:pPr>
            <a:r>
              <a:rPr sz="900" b="1">
                <a:solidFill>
                  <a:srgbClr val="5E7188"/>
                </a:solidFill>
                <a:latin typeface="Aptos"/>
                <a:ea typeface="Aptos"/>
                <a:cs typeface="Aptos"/>
              </a:rPr>
              <a:t>16</a:t>
            </a:r>
          </a:p>
        </p:txBody>
      </p:sp>
    </p:spTree>
    <p:extLst>
      <p:ext uri="{BB962C8B-B14F-4D97-AF65-F5344CB8AC3E}">
        <p14:creationId xmlns:p14="http://schemas.microsoft.com/office/powerpoint/2010/main" val="1367950357"/>
      </p:ext>
    </p:extLst>
  </p:cSld>
</p:sld>
</file>

<file path=ppt/slides/slide17.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39" name="section-label">
            <a:extLst xmlns:a="http://schemas.openxmlformats.org/drawingml/2006/main">
              <a:ext uri="{FF2B5EF4-FFF2-40B4-BE49-F238E27FC236}">
                <a16:creationId xmlns:a16="http://schemas.microsoft.com/office/drawing/2014/main" id="{F4E8EAE9-13C5-4B74-8136-7FAECFB00053}"/>
              </a:ext>
            </a:extLst>
          </p:cNvPr>
          <p:cNvSpPr>
            <a:spLocks xmlns:a="http://schemas.openxmlformats.org/drawingml/2006/main" noGrp="1"/>
          </p:cNvSpPr>
          <p:nvPr/>
        </p:nvSpPr>
        <p:spPr>
          <a:xfrm xmlns:a="http://schemas.openxmlformats.org/drawingml/2006/main">
            <a:off x="609600" y="3048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 b="1">
                <a:solidFill>
                  <a:srgbClr val="42C6FF"/>
                </a:solidFill>
                <a:latin typeface="Aptos"/>
                <a:ea typeface="Aptos"/>
                <a:cs typeface="Aptos"/>
              </a:defRPr>
            </a:pPr>
            <a:r>
              <a:rPr sz="1050" b="1">
                <a:solidFill>
                  <a:srgbClr val="42C6FF"/>
                </a:solidFill>
                <a:latin typeface="Aptos"/>
                <a:ea typeface="Aptos"/>
                <a:cs typeface="Aptos"/>
              </a:rPr>
              <a:t>4 · SOFTWARE CONTROL</a:t>
            </a:r>
          </a:p>
        </p:txBody>
      </p:sp>
      <p:sp>
        <p:nvSpPr>
          <p:cNvPr id="2" name="slide-title">
            <a:extLst xmlns:a="http://schemas.openxmlformats.org/drawingml/2006/main">
              <a:ext uri="{FF2B5EF4-FFF2-40B4-BE49-F238E27FC236}">
                <a16:creationId xmlns:a16="http://schemas.microsoft.com/office/drawing/2014/main" id="{EF78FB1B-F911-435C-ABF8-8FCC994E4DA6}"/>
              </a:ext>
            </a:extLst>
          </p:cNvPr>
          <p:cNvSpPr>
            <a:spLocks xmlns:a="http://schemas.openxmlformats.org/drawingml/2006/main" noGrp="1"/>
          </p:cNvSpPr>
          <p:nvPr/>
        </p:nvSpPr>
        <p:spPr>
          <a:xfrm xmlns:a="http://schemas.openxmlformats.org/drawingml/2006/main">
            <a:off x="609600" y="533400"/>
            <a:ext cx="1076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2000"/>
              </a:lnSpc>
              <a:buNone/>
              <a:defRPr sz="2625" b="1">
                <a:solidFill>
                  <a:srgbClr val="F4F7FB"/>
                </a:solidFill>
                <a:latin typeface="Aptos"/>
                <a:ea typeface="Aptos"/>
                <a:cs typeface="Aptos"/>
              </a:defRPr>
            </a:pPr>
            <a:r>
              <a:rPr sz="2625" b="1">
                <a:solidFill>
                  <a:srgbClr val="F4F7FB"/>
                </a:solidFill>
                <a:latin typeface="Aptos"/>
                <a:ea typeface="Aptos"/>
                <a:cs typeface="Aptos"/>
              </a:rPr>
              <a:t>Operator A reaches the belt motor through six explicit steps</a:t>
            </a:r>
          </a:p>
        </p:txBody>
      </p:sp>
      <p:sp>
        <p:nvSpPr>
          <p:cNvPr id="3" name="slide-subtitle">
            <a:extLst xmlns:a="http://schemas.openxmlformats.org/drawingml/2006/main">
              <a:ext uri="{FF2B5EF4-FFF2-40B4-BE49-F238E27FC236}">
                <a16:creationId xmlns:a16="http://schemas.microsoft.com/office/drawing/2014/main" id="{0E68879B-17A3-4D45-A2BE-700E7A711499}"/>
              </a:ext>
            </a:extLst>
          </p:cNvPr>
          <p:cNvSpPr>
            <a:spLocks xmlns:a="http://schemas.openxmlformats.org/drawingml/2006/main" noGrp="1"/>
          </p:cNvSpPr>
          <p:nvPr/>
        </p:nvSpPr>
        <p:spPr>
          <a:xfrm xmlns:a="http://schemas.openxmlformats.org/drawingml/2006/main">
            <a:off x="609600" y="13335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Every step can be located in the checked-in Java source.</a:t>
            </a:r>
          </a:p>
        </p:txBody>
      </p:sp>
      <p:sp>
        <p:nvSpPr>
          <p:cNvPr id="4" name="title-rule">
            <a:extLst xmlns:a="http://schemas.openxmlformats.org/drawingml/2006/main">
              <a:ext uri="{FF2B5EF4-FFF2-40B4-BE49-F238E27FC236}">
                <a16:creationId xmlns:a16="http://schemas.microsoft.com/office/drawing/2014/main" id="{B417F015-FF77-4362-B02C-5E5FAD220904}"/>
              </a:ext>
            </a:extLst>
          </p:cNvPr>
          <p:cNvSpPr>
            <a:spLocks xmlns:a="http://schemas.openxmlformats.org/drawingml/2006/main" noGrp="1"/>
          </p:cNvSpPr>
          <p:nvPr/>
        </p:nvSpPr>
        <p:spPr>
          <a:xfrm xmlns:a="http://schemas.openxmlformats.org/drawingml/2006/main">
            <a:off x="609600" y="1657350"/>
            <a:ext cx="10972800" cy="19050"/>
          </a:xfrm>
          <a:prstGeom xmlns:a="http://schemas.openxmlformats.org/drawingml/2006/main" prst="rect">
            <a:avLst/>
          </a:prstGeom>
          <a:solidFill xmlns:a="http://schemas.openxmlformats.org/drawingml/2006/main">
            <a:srgbClr val="2D425B"/>
          </a:solidFill>
          <a:ln xmlns:a="http://schemas.openxmlformats.org/drawingml/2006/main" w="0">
            <a:noFill/>
            <a:prstDash val="solid"/>
          </a:ln>
        </p:spPr>
      </p:sp>
      <p:sp>
        <p:nvSpPr>
          <p:cNvPr id="5" name="signal-0">
            <a:extLst xmlns:a="http://schemas.openxmlformats.org/drawingml/2006/main">
              <a:ext uri="{FF2B5EF4-FFF2-40B4-BE49-F238E27FC236}">
                <a16:creationId xmlns:a16="http://schemas.microsoft.com/office/drawing/2014/main" id="{E90E4718-EC8D-4FDA-9927-83753EECC56E}"/>
              </a:ext>
            </a:extLst>
          </p:cNvPr>
          <p:cNvSpPr>
            <a:spLocks xmlns:a="http://schemas.openxmlformats.org/drawingml/2006/main" noGrp="1"/>
          </p:cNvSpPr>
          <p:nvPr/>
        </p:nvSpPr>
        <p:spPr>
          <a:xfrm xmlns:a="http://schemas.openxmlformats.org/drawingml/2006/main">
            <a:off x="609600" y="2324100"/>
            <a:ext cx="1543050" cy="1866900"/>
          </a:xfrm>
          <a:prstGeom xmlns:a="http://schemas.openxmlformats.org/drawingml/2006/main" prst="roundRect">
            <a:avLst>
              <a:gd name="adj" fmla="val 8642"/>
            </a:avLst>
          </a:prstGeom>
          <a:solidFill xmlns:a="http://schemas.openxmlformats.org/drawingml/2006/main">
            <a:srgbClr val="101E31"/>
          </a:solidFill>
          <a:ln xmlns:a="http://schemas.openxmlformats.org/drawingml/2006/main" w="9525">
            <a:solidFill>
              <a:srgbClr val="FFB64D"/>
            </a:solidFill>
            <a:prstDash val="solid"/>
          </a:ln>
        </p:spPr>
      </p:sp>
      <p:sp>
        <p:nvSpPr>
          <p:cNvPr id="6" name="signal-1">
            <a:extLst xmlns:a="http://schemas.openxmlformats.org/drawingml/2006/main">
              <a:ext uri="{FF2B5EF4-FFF2-40B4-BE49-F238E27FC236}">
                <a16:creationId xmlns:a16="http://schemas.microsoft.com/office/drawing/2014/main" id="{50AB8F99-0978-4B26-B491-32EF18933422}"/>
              </a:ext>
            </a:extLst>
          </p:cNvPr>
          <p:cNvSpPr>
            <a:spLocks xmlns:a="http://schemas.openxmlformats.org/drawingml/2006/main" noGrp="1"/>
          </p:cNvSpPr>
          <p:nvPr/>
        </p:nvSpPr>
        <p:spPr>
          <a:xfrm xmlns:a="http://schemas.openxmlformats.org/drawingml/2006/main">
            <a:off x="2419350" y="2324100"/>
            <a:ext cx="1543050" cy="1866900"/>
          </a:xfrm>
          <a:prstGeom xmlns:a="http://schemas.openxmlformats.org/drawingml/2006/main" prst="roundRect">
            <a:avLst>
              <a:gd name="adj" fmla="val 8642"/>
            </a:avLst>
          </a:prstGeom>
          <a:solidFill xmlns:a="http://schemas.openxmlformats.org/drawingml/2006/main">
            <a:srgbClr val="101E31"/>
          </a:solidFill>
          <a:ln xmlns:a="http://schemas.openxmlformats.org/drawingml/2006/main" w="9525">
            <a:solidFill>
              <a:srgbClr val="42C6FF"/>
            </a:solidFill>
            <a:prstDash val="solid"/>
          </a:ln>
        </p:spPr>
      </p:sp>
      <p:sp>
        <p:nvSpPr>
          <p:cNvPr id="7" name="signal-2">
            <a:extLst xmlns:a="http://schemas.openxmlformats.org/drawingml/2006/main">
              <a:ext uri="{FF2B5EF4-FFF2-40B4-BE49-F238E27FC236}">
                <a16:creationId xmlns:a16="http://schemas.microsoft.com/office/drawing/2014/main" id="{EAA20C9B-8E87-4492-ABEB-A0AD3E2EF835}"/>
              </a:ext>
            </a:extLst>
          </p:cNvPr>
          <p:cNvSpPr>
            <a:spLocks xmlns:a="http://schemas.openxmlformats.org/drawingml/2006/main" noGrp="1"/>
          </p:cNvSpPr>
          <p:nvPr/>
        </p:nvSpPr>
        <p:spPr>
          <a:xfrm xmlns:a="http://schemas.openxmlformats.org/drawingml/2006/main">
            <a:off x="4229100" y="2324100"/>
            <a:ext cx="1543050" cy="1866900"/>
          </a:xfrm>
          <a:prstGeom xmlns:a="http://schemas.openxmlformats.org/drawingml/2006/main" prst="roundRect">
            <a:avLst>
              <a:gd name="adj" fmla="val 8642"/>
            </a:avLst>
          </a:prstGeom>
          <a:solidFill xmlns:a="http://schemas.openxmlformats.org/drawingml/2006/main">
            <a:srgbClr val="101E31"/>
          </a:solidFill>
          <a:ln xmlns:a="http://schemas.openxmlformats.org/drawingml/2006/main" w="9525">
            <a:solidFill>
              <a:srgbClr val="42C6FF"/>
            </a:solidFill>
            <a:prstDash val="solid"/>
          </a:ln>
        </p:spPr>
      </p:sp>
      <p:sp>
        <p:nvSpPr>
          <p:cNvPr id="8" name="signal-3">
            <a:extLst xmlns:a="http://schemas.openxmlformats.org/drawingml/2006/main">
              <a:ext uri="{FF2B5EF4-FFF2-40B4-BE49-F238E27FC236}">
                <a16:creationId xmlns:a16="http://schemas.microsoft.com/office/drawing/2014/main" id="{B72E2251-8288-4329-B092-913222EFC0C3}"/>
              </a:ext>
            </a:extLst>
          </p:cNvPr>
          <p:cNvSpPr>
            <a:spLocks xmlns:a="http://schemas.openxmlformats.org/drawingml/2006/main" noGrp="1"/>
          </p:cNvSpPr>
          <p:nvPr/>
        </p:nvSpPr>
        <p:spPr>
          <a:xfrm xmlns:a="http://schemas.openxmlformats.org/drawingml/2006/main">
            <a:off x="6038850" y="2324100"/>
            <a:ext cx="1543050" cy="1866900"/>
          </a:xfrm>
          <a:prstGeom xmlns:a="http://schemas.openxmlformats.org/drawingml/2006/main" prst="roundRect">
            <a:avLst>
              <a:gd name="adj" fmla="val 8642"/>
            </a:avLst>
          </a:prstGeom>
          <a:solidFill xmlns:a="http://schemas.openxmlformats.org/drawingml/2006/main">
            <a:srgbClr val="101E31"/>
          </a:solidFill>
          <a:ln xmlns:a="http://schemas.openxmlformats.org/drawingml/2006/main" w="9525">
            <a:solidFill>
              <a:srgbClr val="42C6FF"/>
            </a:solidFill>
            <a:prstDash val="solid"/>
          </a:ln>
        </p:spPr>
      </p:sp>
      <p:sp>
        <p:nvSpPr>
          <p:cNvPr id="9" name="signal-4">
            <a:extLst xmlns:a="http://schemas.openxmlformats.org/drawingml/2006/main">
              <a:ext uri="{FF2B5EF4-FFF2-40B4-BE49-F238E27FC236}">
                <a16:creationId xmlns:a16="http://schemas.microsoft.com/office/drawing/2014/main" id="{D8D4C14E-3971-41A1-AE04-4F09062EAED5}"/>
              </a:ext>
            </a:extLst>
          </p:cNvPr>
          <p:cNvSpPr>
            <a:spLocks xmlns:a="http://schemas.openxmlformats.org/drawingml/2006/main" noGrp="1"/>
          </p:cNvSpPr>
          <p:nvPr/>
        </p:nvSpPr>
        <p:spPr>
          <a:xfrm xmlns:a="http://schemas.openxmlformats.org/drawingml/2006/main">
            <a:off x="7848600" y="2324100"/>
            <a:ext cx="1543050" cy="1866900"/>
          </a:xfrm>
          <a:prstGeom xmlns:a="http://schemas.openxmlformats.org/drawingml/2006/main" prst="roundRect">
            <a:avLst>
              <a:gd name="adj" fmla="val 8642"/>
            </a:avLst>
          </a:prstGeom>
          <a:solidFill xmlns:a="http://schemas.openxmlformats.org/drawingml/2006/main">
            <a:srgbClr val="101E31"/>
          </a:solidFill>
          <a:ln xmlns:a="http://schemas.openxmlformats.org/drawingml/2006/main" w="9525">
            <a:solidFill>
              <a:srgbClr val="42C6FF"/>
            </a:solidFill>
            <a:prstDash val="solid"/>
          </a:ln>
        </p:spPr>
      </p:sp>
      <p:sp>
        <p:nvSpPr>
          <p:cNvPr id="10" name="signal-5">
            <a:extLst xmlns:a="http://schemas.openxmlformats.org/drawingml/2006/main">
              <a:ext uri="{FF2B5EF4-FFF2-40B4-BE49-F238E27FC236}">
                <a16:creationId xmlns:a16="http://schemas.microsoft.com/office/drawing/2014/main" id="{EADC7288-97AF-4892-AF49-B40152EB42D6}"/>
              </a:ext>
            </a:extLst>
          </p:cNvPr>
          <p:cNvSpPr>
            <a:spLocks xmlns:a="http://schemas.openxmlformats.org/drawingml/2006/main" noGrp="1"/>
          </p:cNvSpPr>
          <p:nvPr/>
        </p:nvSpPr>
        <p:spPr>
          <a:xfrm xmlns:a="http://schemas.openxmlformats.org/drawingml/2006/main">
            <a:off x="9658350" y="2324100"/>
            <a:ext cx="1543050" cy="1866900"/>
          </a:xfrm>
          <a:prstGeom xmlns:a="http://schemas.openxmlformats.org/drawingml/2006/main" prst="roundRect">
            <a:avLst>
              <a:gd name="adj" fmla="val 8642"/>
            </a:avLst>
          </a:prstGeom>
          <a:solidFill xmlns:a="http://schemas.openxmlformats.org/drawingml/2006/main">
            <a:srgbClr val="101E31"/>
          </a:solidFill>
          <a:ln xmlns:a="http://schemas.openxmlformats.org/drawingml/2006/main" w="9525">
            <a:solidFill>
              <a:srgbClr val="62D48A"/>
            </a:solidFill>
            <a:prstDash val="solid"/>
          </a:ln>
        </p:spPr>
      </p:sp>
      <p:cxnSp>
        <p:nvCxnSpPr>
          <p:cNvPr id="169" name=""/>
          <p:cNvCxnSpPr>
            <a:stCxn xmlns:a="http://schemas.openxmlformats.org/drawingml/2006/main" id="5" idx="3"/>
            <a:endCxn xmlns:a="http://schemas.openxmlformats.org/drawingml/2006/main" id="6" idx="1"/>
          </p:cNvCxnSpPr>
          <p:nvPr/>
        </p:nvCxnSpPr>
        <p:spPr>
          <a:xfrm xmlns:a="http://schemas.openxmlformats.org/drawingml/2006/main">
            <a:off x="2152650" y="3257550"/>
            <a:ext cx="266700" cy="0"/>
          </a:xfrm>
          <a:prstGeom xmlns:a="http://schemas.openxmlformats.org/drawingml/2006/main" prst="straightConnector1">
            <a:avLst/>
          </a:prstGeom>
          <a:ln xmlns:a="http://schemas.openxmlformats.org/drawingml/2006/main" w="19050">
            <a:solidFill>
              <a:srgbClr val="5E7188"/>
            </a:solidFill>
            <a:prstDash val="solid"/>
            <a:tailEnd type="arrow" w="sm" len="sm"/>
          </a:ln>
        </p:spPr>
      </p:cxnSp>
      <p:cxnSp>
        <p:nvCxnSpPr>
          <p:cNvPr id="170" name=""/>
          <p:cNvCxnSpPr>
            <a:stCxn xmlns:a="http://schemas.openxmlformats.org/drawingml/2006/main" id="6" idx="3"/>
            <a:endCxn xmlns:a="http://schemas.openxmlformats.org/drawingml/2006/main" id="7" idx="1"/>
          </p:cNvCxnSpPr>
          <p:nvPr/>
        </p:nvCxnSpPr>
        <p:spPr>
          <a:xfrm xmlns:a="http://schemas.openxmlformats.org/drawingml/2006/main">
            <a:off x="3962400" y="3257550"/>
            <a:ext cx="266700" cy="0"/>
          </a:xfrm>
          <a:prstGeom xmlns:a="http://schemas.openxmlformats.org/drawingml/2006/main" prst="straightConnector1">
            <a:avLst/>
          </a:prstGeom>
          <a:ln xmlns:a="http://schemas.openxmlformats.org/drawingml/2006/main" w="19050">
            <a:solidFill>
              <a:srgbClr val="5E7188"/>
            </a:solidFill>
            <a:prstDash val="solid"/>
            <a:tailEnd type="arrow" w="sm" len="sm"/>
          </a:ln>
        </p:spPr>
      </p:cxnSp>
      <p:cxnSp>
        <p:nvCxnSpPr>
          <p:cNvPr id="171" name=""/>
          <p:cNvCxnSpPr>
            <a:stCxn xmlns:a="http://schemas.openxmlformats.org/drawingml/2006/main" id="7" idx="3"/>
            <a:endCxn xmlns:a="http://schemas.openxmlformats.org/drawingml/2006/main" id="8" idx="1"/>
          </p:cNvCxnSpPr>
          <p:nvPr/>
        </p:nvCxnSpPr>
        <p:spPr>
          <a:xfrm xmlns:a="http://schemas.openxmlformats.org/drawingml/2006/main">
            <a:off x="5772150" y="3257550"/>
            <a:ext cx="266700" cy="0"/>
          </a:xfrm>
          <a:prstGeom xmlns:a="http://schemas.openxmlformats.org/drawingml/2006/main" prst="straightConnector1">
            <a:avLst/>
          </a:prstGeom>
          <a:ln xmlns:a="http://schemas.openxmlformats.org/drawingml/2006/main" w="19050">
            <a:solidFill>
              <a:srgbClr val="5E7188"/>
            </a:solidFill>
            <a:prstDash val="solid"/>
            <a:tailEnd type="arrow" w="sm" len="sm"/>
          </a:ln>
        </p:spPr>
      </p:cxnSp>
      <p:cxnSp>
        <p:nvCxnSpPr>
          <p:cNvPr id="172" name=""/>
          <p:cNvCxnSpPr>
            <a:stCxn xmlns:a="http://schemas.openxmlformats.org/drawingml/2006/main" id="8" idx="3"/>
            <a:endCxn xmlns:a="http://schemas.openxmlformats.org/drawingml/2006/main" id="9" idx="1"/>
          </p:cNvCxnSpPr>
          <p:nvPr/>
        </p:nvCxnSpPr>
        <p:spPr>
          <a:xfrm xmlns:a="http://schemas.openxmlformats.org/drawingml/2006/main">
            <a:off x="7581900" y="3257550"/>
            <a:ext cx="266700" cy="0"/>
          </a:xfrm>
          <a:prstGeom xmlns:a="http://schemas.openxmlformats.org/drawingml/2006/main" prst="straightConnector1">
            <a:avLst/>
          </a:prstGeom>
          <a:ln xmlns:a="http://schemas.openxmlformats.org/drawingml/2006/main" w="19050">
            <a:solidFill>
              <a:srgbClr val="5E7188"/>
            </a:solidFill>
            <a:prstDash val="solid"/>
            <a:tailEnd type="arrow" w="sm" len="sm"/>
          </a:ln>
        </p:spPr>
      </p:cxnSp>
      <p:cxnSp>
        <p:nvCxnSpPr>
          <p:cNvPr id="173" name=""/>
          <p:cNvCxnSpPr>
            <a:stCxn xmlns:a="http://schemas.openxmlformats.org/drawingml/2006/main" id="9" idx="3"/>
            <a:endCxn xmlns:a="http://schemas.openxmlformats.org/drawingml/2006/main" id="10" idx="1"/>
          </p:cNvCxnSpPr>
          <p:nvPr/>
        </p:nvCxnSpPr>
        <p:spPr>
          <a:xfrm xmlns:a="http://schemas.openxmlformats.org/drawingml/2006/main">
            <a:off x="9391650" y="3257550"/>
            <a:ext cx="266700" cy="0"/>
          </a:xfrm>
          <a:prstGeom xmlns:a="http://schemas.openxmlformats.org/drawingml/2006/main" prst="straightConnector1">
            <a:avLst/>
          </a:prstGeom>
          <a:ln xmlns:a="http://schemas.openxmlformats.org/drawingml/2006/main" w="19050">
            <a:solidFill>
              <a:srgbClr val="5E7188"/>
            </a:solidFill>
            <a:prstDash val="solid"/>
            <a:tailEnd type="arrow" w="sm" len="sm"/>
          </a:ln>
        </p:spPr>
      </p:cxnSp>
      <p:sp>
        <p:nvSpPr>
          <p:cNvPr id="16" name="">
            <a:extLst xmlns:a="http://schemas.openxmlformats.org/drawingml/2006/main">
              <a:ext uri="{FF2B5EF4-FFF2-40B4-BE49-F238E27FC236}">
                <a16:creationId xmlns:a16="http://schemas.microsoft.com/office/drawing/2014/main" id="{E272A7B5-FFE0-486F-B62B-4943B5B2089F}"/>
              </a:ext>
            </a:extLst>
          </p:cNvPr>
          <p:cNvSpPr>
            <a:spLocks xmlns:a="http://schemas.openxmlformats.org/drawingml/2006/main" noGrp="1"/>
          </p:cNvSpPr>
          <p:nvPr/>
        </p:nvSpPr>
        <p:spPr>
          <a:xfrm xmlns:a="http://schemas.openxmlformats.org/drawingml/2006/main">
            <a:off x="781050" y="25146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FFB64D"/>
                </a:solidFill>
                <a:latin typeface="Aptos"/>
                <a:ea typeface="Aptos"/>
                <a:cs typeface="Aptos"/>
              </a:defRPr>
            </a:pPr>
            <a:r>
              <a:rPr sz="1500" b="1">
                <a:solidFill>
                  <a:srgbClr val="FFB64D"/>
                </a:solidFill>
                <a:latin typeface="Aptos"/>
                <a:ea typeface="Aptos"/>
                <a:cs typeface="Aptos"/>
              </a:rPr>
              <a:t>1</a:t>
            </a:r>
          </a:p>
        </p:txBody>
      </p:sp>
      <p:sp>
        <p:nvSpPr>
          <p:cNvPr id="17" name="">
            <a:extLst xmlns:a="http://schemas.openxmlformats.org/drawingml/2006/main">
              <a:ext uri="{FF2B5EF4-FFF2-40B4-BE49-F238E27FC236}">
                <a16:creationId xmlns:a16="http://schemas.microsoft.com/office/drawing/2014/main" id="{D4C18DDA-1958-4888-A093-4F230DACEAEB}"/>
              </a:ext>
            </a:extLst>
          </p:cNvPr>
          <p:cNvSpPr>
            <a:spLocks xmlns:a="http://schemas.openxmlformats.org/drawingml/2006/main" noGrp="1"/>
          </p:cNvSpPr>
          <p:nvPr/>
        </p:nvSpPr>
        <p:spPr>
          <a:xfrm xmlns:a="http://schemas.openxmlformats.org/drawingml/2006/main">
            <a:off x="781050" y="2990850"/>
            <a:ext cx="121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4F7FB"/>
                </a:solidFill>
                <a:latin typeface="Aptos"/>
                <a:ea typeface="Aptos"/>
                <a:cs typeface="Aptos"/>
              </a:defRPr>
            </a:pPr>
            <a:r>
              <a:rPr sz="1650" b="1">
                <a:solidFill>
                  <a:srgbClr val="F4F7FB"/>
                </a:solidFill>
                <a:latin typeface="Aptos"/>
                <a:ea typeface="Aptos"/>
                <a:cs typeface="Aptos"/>
              </a:rPr>
              <a:t>Operator Xbox</a:t>
            </a:r>
          </a:p>
        </p:txBody>
      </p:sp>
      <p:sp>
        <p:nvSpPr>
          <p:cNvPr id="18" name="">
            <a:extLst xmlns:a="http://schemas.openxmlformats.org/drawingml/2006/main">
              <a:ext uri="{FF2B5EF4-FFF2-40B4-BE49-F238E27FC236}">
                <a16:creationId xmlns:a16="http://schemas.microsoft.com/office/drawing/2014/main" id="{7FE2DA2D-3096-49D1-855A-BEAF94E9985F}"/>
              </a:ext>
            </a:extLst>
          </p:cNvPr>
          <p:cNvSpPr>
            <a:spLocks xmlns:a="http://schemas.openxmlformats.org/drawingml/2006/main" noGrp="1"/>
          </p:cNvSpPr>
          <p:nvPr/>
        </p:nvSpPr>
        <p:spPr>
          <a:xfrm xmlns:a="http://schemas.openxmlformats.org/drawingml/2006/main">
            <a:off x="781050" y="3543300"/>
            <a:ext cx="1219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0">
                <a:solidFill>
                  <a:srgbClr val="A9B8CA"/>
                </a:solidFill>
                <a:latin typeface="Aptos"/>
                <a:ea typeface="Aptos"/>
                <a:cs typeface="Aptos"/>
              </a:defRPr>
            </a:pPr>
            <a:r>
              <a:rPr sz="1200" b="0">
                <a:solidFill>
                  <a:srgbClr val="A9B8CA"/>
                </a:solidFill>
                <a:latin typeface="Aptos"/>
                <a:ea typeface="Aptos"/>
                <a:cs typeface="Aptos"/>
              </a:rPr>
              <a:t>A becomes true</a:t>
            </a:r>
          </a:p>
        </p:txBody>
      </p:sp>
      <p:sp>
        <p:nvSpPr>
          <p:cNvPr id="19" name="">
            <a:extLst xmlns:a="http://schemas.openxmlformats.org/drawingml/2006/main">
              <a:ext uri="{FF2B5EF4-FFF2-40B4-BE49-F238E27FC236}">
                <a16:creationId xmlns:a16="http://schemas.microsoft.com/office/drawing/2014/main" id="{495947ED-16DF-4EF5-9E8D-CA67FE9EBCFF}"/>
              </a:ext>
            </a:extLst>
          </p:cNvPr>
          <p:cNvSpPr>
            <a:spLocks xmlns:a="http://schemas.openxmlformats.org/drawingml/2006/main" noGrp="1"/>
          </p:cNvSpPr>
          <p:nvPr/>
        </p:nvSpPr>
        <p:spPr>
          <a:xfrm xmlns:a="http://schemas.openxmlformats.org/drawingml/2006/main">
            <a:off x="2590800" y="25146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42C6FF"/>
                </a:solidFill>
                <a:latin typeface="Aptos"/>
                <a:ea typeface="Aptos"/>
                <a:cs typeface="Aptos"/>
              </a:defRPr>
            </a:pPr>
            <a:r>
              <a:rPr sz="1500" b="1">
                <a:solidFill>
                  <a:srgbClr val="42C6FF"/>
                </a:solidFill>
                <a:latin typeface="Aptos"/>
                <a:ea typeface="Aptos"/>
                <a:cs typeface="Aptos"/>
              </a:rPr>
              <a:t>2</a:t>
            </a:r>
          </a:p>
        </p:txBody>
      </p:sp>
      <p:sp>
        <p:nvSpPr>
          <p:cNvPr id="20" name="">
            <a:extLst xmlns:a="http://schemas.openxmlformats.org/drawingml/2006/main">
              <a:ext uri="{FF2B5EF4-FFF2-40B4-BE49-F238E27FC236}">
                <a16:creationId xmlns:a16="http://schemas.microsoft.com/office/drawing/2014/main" id="{C43AC0C8-4B62-4A4A-94D6-B882543D0A77}"/>
              </a:ext>
            </a:extLst>
          </p:cNvPr>
          <p:cNvSpPr>
            <a:spLocks xmlns:a="http://schemas.openxmlformats.org/drawingml/2006/main" noGrp="1"/>
          </p:cNvSpPr>
          <p:nvPr/>
        </p:nvSpPr>
        <p:spPr>
          <a:xfrm xmlns:a="http://schemas.openxmlformats.org/drawingml/2006/main">
            <a:off x="2590800" y="2990850"/>
            <a:ext cx="121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4F7FB"/>
                </a:solidFill>
                <a:latin typeface="Aptos"/>
                <a:ea typeface="Aptos"/>
                <a:cs typeface="Aptos"/>
              </a:defRPr>
            </a:pPr>
            <a:r>
              <a:rPr sz="1650" b="1">
                <a:solidFill>
                  <a:srgbClr val="F4F7FB"/>
                </a:solidFill>
                <a:latin typeface="Aptos"/>
                <a:ea typeface="Aptos"/>
                <a:cs typeface="Aptos"/>
              </a:rPr>
              <a:t>Trigger</a:t>
            </a:r>
          </a:p>
        </p:txBody>
      </p:sp>
      <p:sp>
        <p:nvSpPr>
          <p:cNvPr id="21" name="">
            <a:extLst xmlns:a="http://schemas.openxmlformats.org/drawingml/2006/main">
              <a:ext uri="{FF2B5EF4-FFF2-40B4-BE49-F238E27FC236}">
                <a16:creationId xmlns:a16="http://schemas.microsoft.com/office/drawing/2014/main" id="{C877B55D-A460-429A-B8F5-DA1740E0A754}"/>
              </a:ext>
            </a:extLst>
          </p:cNvPr>
          <p:cNvSpPr>
            <a:spLocks xmlns:a="http://schemas.openxmlformats.org/drawingml/2006/main" noGrp="1"/>
          </p:cNvSpPr>
          <p:nvPr/>
        </p:nvSpPr>
        <p:spPr>
          <a:xfrm xmlns:a="http://schemas.openxmlformats.org/drawingml/2006/main">
            <a:off x="2590800" y="3543300"/>
            <a:ext cx="1219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0">
                <a:solidFill>
                  <a:srgbClr val="A9B8CA"/>
                </a:solidFill>
                <a:latin typeface="Aptos"/>
                <a:ea typeface="Aptos"/>
                <a:cs typeface="Aptos"/>
              </a:defRPr>
            </a:pPr>
            <a:r>
              <a:rPr sz="1200" b="0">
                <a:solidFill>
                  <a:srgbClr val="A9B8CA"/>
                </a:solidFill>
                <a:latin typeface="Aptos"/>
                <a:ea typeface="Aptos"/>
                <a:cs typeface="Aptos"/>
              </a:rPr>
              <a:t>whileTrue schedules</a:t>
            </a:r>
          </a:p>
        </p:txBody>
      </p:sp>
      <p:sp>
        <p:nvSpPr>
          <p:cNvPr id="22" name="">
            <a:extLst xmlns:a="http://schemas.openxmlformats.org/drawingml/2006/main">
              <a:ext uri="{FF2B5EF4-FFF2-40B4-BE49-F238E27FC236}">
                <a16:creationId xmlns:a16="http://schemas.microsoft.com/office/drawing/2014/main" id="{22631DD9-034C-432F-A4AD-6D9F7F73E978}"/>
              </a:ext>
            </a:extLst>
          </p:cNvPr>
          <p:cNvSpPr>
            <a:spLocks xmlns:a="http://schemas.openxmlformats.org/drawingml/2006/main" noGrp="1"/>
          </p:cNvSpPr>
          <p:nvPr/>
        </p:nvSpPr>
        <p:spPr>
          <a:xfrm xmlns:a="http://schemas.openxmlformats.org/drawingml/2006/main">
            <a:off x="4400550" y="25146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42C6FF"/>
                </a:solidFill>
                <a:latin typeface="Aptos"/>
                <a:ea typeface="Aptos"/>
                <a:cs typeface="Aptos"/>
              </a:defRPr>
            </a:pPr>
            <a:r>
              <a:rPr sz="1500" b="1">
                <a:solidFill>
                  <a:srgbClr val="42C6FF"/>
                </a:solidFill>
                <a:latin typeface="Aptos"/>
                <a:ea typeface="Aptos"/>
                <a:cs typeface="Aptos"/>
              </a:rPr>
              <a:t>3</a:t>
            </a:r>
          </a:p>
        </p:txBody>
      </p:sp>
      <p:sp>
        <p:nvSpPr>
          <p:cNvPr id="23" name="">
            <a:extLst xmlns:a="http://schemas.openxmlformats.org/drawingml/2006/main">
              <a:ext uri="{FF2B5EF4-FFF2-40B4-BE49-F238E27FC236}">
                <a16:creationId xmlns:a16="http://schemas.microsoft.com/office/drawing/2014/main" id="{BF2B9286-3E55-4ABE-93F5-B4E3DA130238}"/>
              </a:ext>
            </a:extLst>
          </p:cNvPr>
          <p:cNvSpPr>
            <a:spLocks xmlns:a="http://schemas.openxmlformats.org/drawingml/2006/main" noGrp="1"/>
          </p:cNvSpPr>
          <p:nvPr/>
        </p:nvSpPr>
        <p:spPr>
          <a:xfrm xmlns:a="http://schemas.openxmlformats.org/drawingml/2006/main">
            <a:off x="4400550" y="2990850"/>
            <a:ext cx="121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4F7FB"/>
                </a:solidFill>
                <a:latin typeface="Aptos"/>
                <a:ea typeface="Aptos"/>
                <a:cs typeface="Aptos"/>
              </a:defRPr>
            </a:pPr>
            <a:r>
              <a:rPr sz="1650" b="1">
                <a:solidFill>
                  <a:srgbClr val="F4F7FB"/>
                </a:solidFill>
                <a:latin typeface="Aptos"/>
                <a:ea typeface="Aptos"/>
                <a:cs typeface="Aptos"/>
              </a:rPr>
              <a:t>Scheduler</a:t>
            </a:r>
          </a:p>
        </p:txBody>
      </p:sp>
      <p:sp>
        <p:nvSpPr>
          <p:cNvPr id="24" name="">
            <a:extLst xmlns:a="http://schemas.openxmlformats.org/drawingml/2006/main">
              <a:ext uri="{FF2B5EF4-FFF2-40B4-BE49-F238E27FC236}">
                <a16:creationId xmlns:a16="http://schemas.microsoft.com/office/drawing/2014/main" id="{6E047B10-3CEE-4518-8F52-E0668DD99D25}"/>
              </a:ext>
            </a:extLst>
          </p:cNvPr>
          <p:cNvSpPr>
            <a:spLocks xmlns:a="http://schemas.openxmlformats.org/drawingml/2006/main" noGrp="1"/>
          </p:cNvSpPr>
          <p:nvPr/>
        </p:nvSpPr>
        <p:spPr>
          <a:xfrm xmlns:a="http://schemas.openxmlformats.org/drawingml/2006/main">
            <a:off x="4400550" y="3543300"/>
            <a:ext cx="1219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0">
                <a:solidFill>
                  <a:srgbClr val="A9B8CA"/>
                </a:solidFill>
                <a:latin typeface="Aptos"/>
                <a:ea typeface="Aptos"/>
                <a:cs typeface="Aptos"/>
              </a:defRPr>
            </a:pPr>
            <a:r>
              <a:rPr sz="1200" b="0">
                <a:solidFill>
                  <a:srgbClr val="A9B8CA"/>
                </a:solidFill>
                <a:latin typeface="Aptos"/>
                <a:ea typeface="Aptos"/>
                <a:cs typeface="Aptos"/>
              </a:rPr>
              <a:t>Checks requirements</a:t>
            </a:r>
          </a:p>
        </p:txBody>
      </p:sp>
      <p:sp>
        <p:nvSpPr>
          <p:cNvPr id="25" name="">
            <a:extLst xmlns:a="http://schemas.openxmlformats.org/drawingml/2006/main">
              <a:ext uri="{FF2B5EF4-FFF2-40B4-BE49-F238E27FC236}">
                <a16:creationId xmlns:a16="http://schemas.microsoft.com/office/drawing/2014/main" id="{9B7F06DB-955C-4868-A478-618B95922EC5}"/>
              </a:ext>
            </a:extLst>
          </p:cNvPr>
          <p:cNvSpPr>
            <a:spLocks xmlns:a="http://schemas.openxmlformats.org/drawingml/2006/main" noGrp="1"/>
          </p:cNvSpPr>
          <p:nvPr/>
        </p:nvSpPr>
        <p:spPr>
          <a:xfrm xmlns:a="http://schemas.openxmlformats.org/drawingml/2006/main">
            <a:off x="6210300" y="25146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42C6FF"/>
                </a:solidFill>
                <a:latin typeface="Aptos"/>
                <a:ea typeface="Aptos"/>
                <a:cs typeface="Aptos"/>
              </a:defRPr>
            </a:pPr>
            <a:r>
              <a:rPr sz="1500" b="1">
                <a:solidFill>
                  <a:srgbClr val="42C6FF"/>
                </a:solidFill>
                <a:latin typeface="Aptos"/>
                <a:ea typeface="Aptos"/>
                <a:cs typeface="Aptos"/>
              </a:rPr>
              <a:t>4</a:t>
            </a:r>
          </a:p>
        </p:txBody>
      </p:sp>
      <p:sp>
        <p:nvSpPr>
          <p:cNvPr id="26" name="">
            <a:extLst xmlns:a="http://schemas.openxmlformats.org/drawingml/2006/main">
              <a:ext uri="{FF2B5EF4-FFF2-40B4-BE49-F238E27FC236}">
                <a16:creationId xmlns:a16="http://schemas.microsoft.com/office/drawing/2014/main" id="{3E90D2CB-2E1F-4D3F-B321-CE96C3235E38}"/>
              </a:ext>
            </a:extLst>
          </p:cNvPr>
          <p:cNvSpPr>
            <a:spLocks xmlns:a="http://schemas.openxmlformats.org/drawingml/2006/main" noGrp="1"/>
          </p:cNvSpPr>
          <p:nvPr/>
        </p:nvSpPr>
        <p:spPr>
          <a:xfrm xmlns:a="http://schemas.openxmlformats.org/drawingml/2006/main">
            <a:off x="6210300" y="2990850"/>
            <a:ext cx="121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4F7FB"/>
                </a:solidFill>
                <a:latin typeface="Aptos"/>
                <a:ea typeface="Aptos"/>
                <a:cs typeface="Aptos"/>
              </a:defRPr>
            </a:pPr>
            <a:r>
              <a:rPr sz="1650" b="1">
                <a:solidFill>
                  <a:srgbClr val="F4F7FB"/>
                </a:solidFill>
                <a:latin typeface="Aptos"/>
                <a:ea typeface="Aptos"/>
                <a:cs typeface="Aptos"/>
              </a:rPr>
              <a:t>Command</a:t>
            </a:r>
          </a:p>
        </p:txBody>
      </p:sp>
      <p:sp>
        <p:nvSpPr>
          <p:cNvPr id="27" name="">
            <a:extLst xmlns:a="http://schemas.openxmlformats.org/drawingml/2006/main">
              <a:ext uri="{FF2B5EF4-FFF2-40B4-BE49-F238E27FC236}">
                <a16:creationId xmlns:a16="http://schemas.microsoft.com/office/drawing/2014/main" id="{1726BE99-584D-4F65-B3EF-65677FB457DF}"/>
              </a:ext>
            </a:extLst>
          </p:cNvPr>
          <p:cNvSpPr>
            <a:spLocks xmlns:a="http://schemas.openxmlformats.org/drawingml/2006/main" noGrp="1"/>
          </p:cNvSpPr>
          <p:nvPr/>
        </p:nvSpPr>
        <p:spPr>
          <a:xfrm xmlns:a="http://schemas.openxmlformats.org/drawingml/2006/main">
            <a:off x="6210300" y="3543300"/>
            <a:ext cx="1219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0">
                <a:solidFill>
                  <a:srgbClr val="A9B8CA"/>
                </a:solidFill>
                <a:latin typeface="Aptos"/>
                <a:ea typeface="Aptos"/>
                <a:cs typeface="Aptos"/>
              </a:defRPr>
            </a:pPr>
            <a:r>
              <a:rPr sz="1200" b="0">
                <a:solidFill>
                  <a:srgbClr val="A9B8CA"/>
                </a:solidFill>
                <a:latin typeface="Aptos"/>
                <a:ea typeface="Aptos"/>
                <a:cs typeface="Aptos"/>
              </a:rPr>
              <a:t>execute() runs</a:t>
            </a:r>
          </a:p>
        </p:txBody>
      </p:sp>
      <p:sp>
        <p:nvSpPr>
          <p:cNvPr id="28" name="">
            <a:extLst xmlns:a="http://schemas.openxmlformats.org/drawingml/2006/main">
              <a:ext uri="{FF2B5EF4-FFF2-40B4-BE49-F238E27FC236}">
                <a16:creationId xmlns:a16="http://schemas.microsoft.com/office/drawing/2014/main" id="{33899B91-F3A6-4B99-A1C5-79417C0AC4B0}"/>
              </a:ext>
            </a:extLst>
          </p:cNvPr>
          <p:cNvSpPr>
            <a:spLocks xmlns:a="http://schemas.openxmlformats.org/drawingml/2006/main" noGrp="1"/>
          </p:cNvSpPr>
          <p:nvPr/>
        </p:nvSpPr>
        <p:spPr>
          <a:xfrm xmlns:a="http://schemas.openxmlformats.org/drawingml/2006/main">
            <a:off x="8020050" y="25146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42C6FF"/>
                </a:solidFill>
                <a:latin typeface="Aptos"/>
                <a:ea typeface="Aptos"/>
                <a:cs typeface="Aptos"/>
              </a:defRPr>
            </a:pPr>
            <a:r>
              <a:rPr sz="1500" b="1">
                <a:solidFill>
                  <a:srgbClr val="42C6FF"/>
                </a:solidFill>
                <a:latin typeface="Aptos"/>
                <a:ea typeface="Aptos"/>
                <a:cs typeface="Aptos"/>
              </a:rPr>
              <a:t>5</a:t>
            </a:r>
          </a:p>
        </p:txBody>
      </p:sp>
      <p:sp>
        <p:nvSpPr>
          <p:cNvPr id="29" name="">
            <a:extLst xmlns:a="http://schemas.openxmlformats.org/drawingml/2006/main">
              <a:ext uri="{FF2B5EF4-FFF2-40B4-BE49-F238E27FC236}">
                <a16:creationId xmlns:a16="http://schemas.microsoft.com/office/drawing/2014/main" id="{02BF2F66-2A25-41AE-A82E-BEE1CC696D3E}"/>
              </a:ext>
            </a:extLst>
          </p:cNvPr>
          <p:cNvSpPr>
            <a:spLocks xmlns:a="http://schemas.openxmlformats.org/drawingml/2006/main" noGrp="1"/>
          </p:cNvSpPr>
          <p:nvPr/>
        </p:nvSpPr>
        <p:spPr>
          <a:xfrm xmlns:a="http://schemas.openxmlformats.org/drawingml/2006/main">
            <a:off x="8020050" y="2990850"/>
            <a:ext cx="121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4F7FB"/>
                </a:solidFill>
                <a:latin typeface="Aptos"/>
                <a:ea typeface="Aptos"/>
                <a:cs typeface="Aptos"/>
              </a:defRPr>
            </a:pPr>
            <a:r>
              <a:rPr sz="1650" b="1">
                <a:solidFill>
                  <a:srgbClr val="F4F7FB"/>
                </a:solidFill>
                <a:latin typeface="Aptos"/>
                <a:ea typeface="Aptos"/>
                <a:cs typeface="Aptos"/>
              </a:rPr>
              <a:t>Subsystem</a:t>
            </a:r>
          </a:p>
        </p:txBody>
      </p:sp>
      <p:sp>
        <p:nvSpPr>
          <p:cNvPr id="30" name="">
            <a:extLst xmlns:a="http://schemas.openxmlformats.org/drawingml/2006/main">
              <a:ext uri="{FF2B5EF4-FFF2-40B4-BE49-F238E27FC236}">
                <a16:creationId xmlns:a16="http://schemas.microsoft.com/office/drawing/2014/main" id="{03214C94-7CED-49BC-9886-C7C5481FAD8A}"/>
              </a:ext>
            </a:extLst>
          </p:cNvPr>
          <p:cNvSpPr>
            <a:spLocks xmlns:a="http://schemas.openxmlformats.org/drawingml/2006/main" noGrp="1"/>
          </p:cNvSpPr>
          <p:nvPr/>
        </p:nvSpPr>
        <p:spPr>
          <a:xfrm xmlns:a="http://schemas.openxmlformats.org/drawingml/2006/main">
            <a:off x="8020050" y="3543300"/>
            <a:ext cx="1219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0">
                <a:solidFill>
                  <a:srgbClr val="A9B8CA"/>
                </a:solidFill>
                <a:latin typeface="Aptos"/>
                <a:ea typeface="Aptos"/>
                <a:cs typeface="Aptos"/>
              </a:defRPr>
            </a:pPr>
            <a:r>
              <a:rPr sz="1200" b="0">
                <a:solidFill>
                  <a:srgbClr val="A9B8CA"/>
                </a:solidFill>
                <a:latin typeface="Aptos"/>
                <a:ea typeface="Aptos"/>
                <a:cs typeface="Aptos"/>
              </a:rPr>
              <a:t>run(+1.0)</a:t>
            </a:r>
          </a:p>
        </p:txBody>
      </p:sp>
      <p:sp>
        <p:nvSpPr>
          <p:cNvPr id="31" name="">
            <a:extLst xmlns:a="http://schemas.openxmlformats.org/drawingml/2006/main">
              <a:ext uri="{FF2B5EF4-FFF2-40B4-BE49-F238E27FC236}">
                <a16:creationId xmlns:a16="http://schemas.microsoft.com/office/drawing/2014/main" id="{A6474C8F-D5EF-4986-8F5A-A9F7E8FDA857}"/>
              </a:ext>
            </a:extLst>
          </p:cNvPr>
          <p:cNvSpPr>
            <a:spLocks xmlns:a="http://schemas.openxmlformats.org/drawingml/2006/main" noGrp="1"/>
          </p:cNvSpPr>
          <p:nvPr/>
        </p:nvSpPr>
        <p:spPr>
          <a:xfrm xmlns:a="http://schemas.openxmlformats.org/drawingml/2006/main">
            <a:off x="9829800" y="25146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62D48A"/>
                </a:solidFill>
                <a:latin typeface="Aptos"/>
                <a:ea typeface="Aptos"/>
                <a:cs typeface="Aptos"/>
              </a:defRPr>
            </a:pPr>
            <a:r>
              <a:rPr sz="1500" b="1">
                <a:solidFill>
                  <a:srgbClr val="62D48A"/>
                </a:solidFill>
                <a:latin typeface="Aptos"/>
                <a:ea typeface="Aptos"/>
                <a:cs typeface="Aptos"/>
              </a:rPr>
              <a:t>6</a:t>
            </a:r>
          </a:p>
        </p:txBody>
      </p:sp>
      <p:sp>
        <p:nvSpPr>
          <p:cNvPr id="32" name="">
            <a:extLst xmlns:a="http://schemas.openxmlformats.org/drawingml/2006/main">
              <a:ext uri="{FF2B5EF4-FFF2-40B4-BE49-F238E27FC236}">
                <a16:creationId xmlns:a16="http://schemas.microsoft.com/office/drawing/2014/main" id="{ED184F6C-693C-469B-893F-CC0161BCF1A9}"/>
              </a:ext>
            </a:extLst>
          </p:cNvPr>
          <p:cNvSpPr>
            <a:spLocks xmlns:a="http://schemas.openxmlformats.org/drawingml/2006/main" noGrp="1"/>
          </p:cNvSpPr>
          <p:nvPr/>
        </p:nvSpPr>
        <p:spPr>
          <a:xfrm xmlns:a="http://schemas.openxmlformats.org/drawingml/2006/main">
            <a:off x="9829800" y="2990850"/>
            <a:ext cx="121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4F7FB"/>
                </a:solidFill>
                <a:latin typeface="Aptos"/>
                <a:ea typeface="Aptos"/>
                <a:cs typeface="Aptos"/>
              </a:defRPr>
            </a:pPr>
            <a:r>
              <a:rPr sz="1650" b="1">
                <a:solidFill>
                  <a:srgbClr val="F4F7FB"/>
                </a:solidFill>
                <a:latin typeface="Aptos"/>
                <a:ea typeface="Aptos"/>
                <a:cs typeface="Aptos"/>
              </a:rPr>
              <a:t>Talon</a:t>
            </a:r>
          </a:p>
        </p:txBody>
      </p:sp>
      <p:sp>
        <p:nvSpPr>
          <p:cNvPr id="33" name="">
            <a:extLst xmlns:a="http://schemas.openxmlformats.org/drawingml/2006/main">
              <a:ext uri="{FF2B5EF4-FFF2-40B4-BE49-F238E27FC236}">
                <a16:creationId xmlns:a16="http://schemas.microsoft.com/office/drawing/2014/main" id="{157B663E-DA99-4A15-9F04-0131F1F61FAE}"/>
              </a:ext>
            </a:extLst>
          </p:cNvPr>
          <p:cNvSpPr>
            <a:spLocks xmlns:a="http://schemas.openxmlformats.org/drawingml/2006/main" noGrp="1"/>
          </p:cNvSpPr>
          <p:nvPr/>
        </p:nvSpPr>
        <p:spPr>
          <a:xfrm xmlns:a="http://schemas.openxmlformats.org/drawingml/2006/main">
            <a:off x="9829800" y="3543300"/>
            <a:ext cx="1219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0">
                <a:solidFill>
                  <a:srgbClr val="A9B8CA"/>
                </a:solidFill>
                <a:latin typeface="Aptos"/>
                <a:ea typeface="Aptos"/>
                <a:cs typeface="Aptos"/>
              </a:defRPr>
            </a:pPr>
            <a:r>
              <a:rPr sz="1200" b="0">
                <a:solidFill>
                  <a:srgbClr val="A9B8CA"/>
                </a:solidFill>
                <a:latin typeface="Aptos"/>
                <a:ea typeface="Aptos"/>
                <a:cs typeface="Aptos"/>
              </a:rPr>
              <a:t>PWM 5 drives belt</a:t>
            </a:r>
          </a:p>
        </p:txBody>
      </p:sp>
      <p:sp>
        <p:nvSpPr>
          <p:cNvPr id="34" name="">
            <a:extLst xmlns:a="http://schemas.openxmlformats.org/drawingml/2006/main">
              <a:ext uri="{FF2B5EF4-FFF2-40B4-BE49-F238E27FC236}">
                <a16:creationId xmlns:a16="http://schemas.microsoft.com/office/drawing/2014/main" id="{E8C7157A-0577-459D-9D50-8B45660EEFD8}"/>
              </a:ext>
            </a:extLst>
          </p:cNvPr>
          <p:cNvSpPr>
            <a:spLocks xmlns:a="http://schemas.openxmlformats.org/drawingml/2006/main" noGrp="1"/>
          </p:cNvSpPr>
          <p:nvPr/>
        </p:nvSpPr>
        <p:spPr>
          <a:xfrm xmlns:a="http://schemas.openxmlformats.org/drawingml/2006/main">
            <a:off x="609600" y="4762500"/>
            <a:ext cx="10591800" cy="762000"/>
          </a:xfrm>
          <a:prstGeom xmlns:a="http://schemas.openxmlformats.org/drawingml/2006/main" prst="roundRect">
            <a:avLst>
              <a:gd name="adj" fmla="val 15000"/>
            </a:avLst>
          </a:prstGeom>
          <a:solidFill xmlns:a="http://schemas.openxmlformats.org/drawingml/2006/main">
            <a:srgbClr val="162941"/>
          </a:solidFill>
          <a:ln xmlns:a="http://schemas.openxmlformats.org/drawingml/2006/main" w="9525">
            <a:solidFill>
              <a:srgbClr val="2D425B"/>
            </a:solidFill>
            <a:prstDash val="solid"/>
          </a:ln>
        </p:spPr>
      </p:sp>
      <p:sp>
        <p:nvSpPr>
          <p:cNvPr id="35" name="">
            <a:extLst xmlns:a="http://schemas.openxmlformats.org/drawingml/2006/main">
              <a:ext uri="{FF2B5EF4-FFF2-40B4-BE49-F238E27FC236}">
                <a16:creationId xmlns:a16="http://schemas.microsoft.com/office/drawing/2014/main" id="{EBC3A10D-40C8-4B70-83E3-681A024DA5B9}"/>
              </a:ext>
            </a:extLst>
          </p:cNvPr>
          <p:cNvSpPr>
            <a:spLocks xmlns:a="http://schemas.openxmlformats.org/drawingml/2006/main" noGrp="1"/>
          </p:cNvSpPr>
          <p:nvPr/>
        </p:nvSpPr>
        <p:spPr>
          <a:xfrm xmlns:a="http://schemas.openxmlformats.org/drawingml/2006/main">
            <a:off x="819150" y="4953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425" b="1">
                <a:solidFill>
                  <a:srgbClr val="FFB64D"/>
                </a:solidFill>
                <a:latin typeface="Aptos"/>
                <a:ea typeface="Aptos"/>
                <a:cs typeface="Aptos"/>
              </a:defRPr>
            </a:pPr>
            <a:r>
              <a:rPr sz="1425" b="1">
                <a:solidFill>
                  <a:srgbClr val="FFB64D"/>
                </a:solidFill>
                <a:latin typeface="Aptos"/>
                <a:ea typeface="Aptos"/>
                <a:cs typeface="Aptos"/>
              </a:rPr>
              <a:t>Release</a:t>
            </a:r>
          </a:p>
        </p:txBody>
      </p:sp>
      <p:sp>
        <p:nvSpPr>
          <p:cNvPr id="36" name="">
            <a:extLst xmlns:a="http://schemas.openxmlformats.org/drawingml/2006/main">
              <a:ext uri="{FF2B5EF4-FFF2-40B4-BE49-F238E27FC236}">
                <a16:creationId xmlns:a16="http://schemas.microsoft.com/office/drawing/2014/main" id="{A772393D-8772-44A6-A01A-B98F1C5AB6D8}"/>
              </a:ext>
            </a:extLst>
          </p:cNvPr>
          <p:cNvSpPr>
            <a:spLocks xmlns:a="http://schemas.openxmlformats.org/drawingml/2006/main" noGrp="1"/>
          </p:cNvSpPr>
          <p:nvPr/>
        </p:nvSpPr>
        <p:spPr>
          <a:xfrm xmlns:a="http://schemas.openxmlformats.org/drawingml/2006/main">
            <a:off x="1962150" y="4933950"/>
            <a:ext cx="885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0">
                <a:solidFill>
                  <a:srgbClr val="F4F7FB"/>
                </a:solidFill>
                <a:latin typeface="Consolas"/>
                <a:ea typeface="Consolas"/>
                <a:cs typeface="Consolas"/>
              </a:defRPr>
            </a:pPr>
            <a:r>
              <a:rPr sz="1500" b="0">
                <a:solidFill>
                  <a:srgbClr val="F4F7FB"/>
                </a:solidFill>
                <a:latin typeface="Consolas"/>
                <a:ea typeface="Consolas"/>
                <a:cs typeface="Consolas"/>
              </a:rPr>
              <a:t>A false -&gt; cancel -&gt; end(true) -&gt; beltSubsystem.stop() -&gt; PWM 5 output becomes zero</a:t>
            </a:r>
          </a:p>
        </p:txBody>
      </p:sp>
      <p:sp>
        <p:nvSpPr>
          <p:cNvPr id="37" name="footer-left">
            <a:extLst xmlns:a="http://schemas.openxmlformats.org/drawingml/2006/main">
              <a:ext uri="{FF2B5EF4-FFF2-40B4-BE49-F238E27FC236}">
                <a16:creationId xmlns:a16="http://schemas.microsoft.com/office/drawing/2014/main" id="{372CA0D6-30ED-4698-94C3-0DC0179BFF21}"/>
              </a:ext>
            </a:extLst>
          </p:cNvPr>
          <p:cNvSpPr>
            <a:spLocks xmlns:a="http://schemas.openxmlformats.org/drawingml/2006/main" noGrp="1"/>
          </p:cNvSpPr>
          <p:nvPr/>
        </p:nvSpPr>
        <p:spPr>
          <a:xfrm xmlns:a="http://schemas.openxmlformats.org/drawingml/2006/main">
            <a:off x="609600" y="64960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825" b="0">
                <a:solidFill>
                  <a:srgbClr val="5E7188"/>
                </a:solidFill>
                <a:latin typeface="Aptos"/>
                <a:ea typeface="Aptos"/>
                <a:cs typeface="Aptos"/>
              </a:defRPr>
            </a:pPr>
            <a:r>
              <a:rPr sz="825" b="0">
                <a:solidFill>
                  <a:srgbClr val="5E7188"/>
                </a:solidFill>
                <a:latin typeface="Aptos"/>
                <a:ea typeface="Aptos"/>
                <a:cs typeface="Aptos"/>
              </a:rPr>
              <a:t>2020 FRC robot | command-based implementation</a:t>
            </a:r>
          </a:p>
        </p:txBody>
      </p:sp>
      <p:sp>
        <p:nvSpPr>
          <p:cNvPr id="38" name="footer-number">
            <a:extLst xmlns:a="http://schemas.openxmlformats.org/drawingml/2006/main">
              <a:ext uri="{FF2B5EF4-FFF2-40B4-BE49-F238E27FC236}">
                <a16:creationId xmlns:a16="http://schemas.microsoft.com/office/drawing/2014/main" id="{D1D7236B-C0F9-44FF-B172-925F775E824E}"/>
              </a:ext>
            </a:extLst>
          </p:cNvPr>
          <p:cNvSpPr>
            <a:spLocks xmlns:a="http://schemas.openxmlformats.org/drawingml/2006/main" noGrp="1"/>
          </p:cNvSpPr>
          <p:nvPr/>
        </p:nvSpPr>
        <p:spPr>
          <a:xfrm xmlns:a="http://schemas.openxmlformats.org/drawingml/2006/main">
            <a:off x="11049000" y="647700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00" b="1">
                <a:solidFill>
                  <a:srgbClr val="5E7188"/>
                </a:solidFill>
                <a:latin typeface="Aptos"/>
                <a:ea typeface="Aptos"/>
                <a:cs typeface="Aptos"/>
              </a:defRPr>
            </a:pPr>
            <a:r>
              <a:rPr sz="900" b="1">
                <a:solidFill>
                  <a:srgbClr val="5E7188"/>
                </a:solidFill>
                <a:latin typeface="Aptos"/>
                <a:ea typeface="Aptos"/>
                <a:cs typeface="Aptos"/>
              </a:rPr>
              <a:t>17</a:t>
            </a:r>
          </a:p>
        </p:txBody>
      </p:sp>
    </p:spTree>
    <p:extLst>
      <p:ext uri="{BB962C8B-B14F-4D97-AF65-F5344CB8AC3E}">
        <p14:creationId xmlns:p14="http://schemas.microsoft.com/office/powerpoint/2010/main" val="1367950357"/>
      </p:ext>
    </p:extLst>
  </p:cSld>
</p:sld>
</file>

<file path=ppt/slides/slide18.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25" name="section-label">
            <a:extLst xmlns:a="http://schemas.openxmlformats.org/drawingml/2006/main">
              <a:ext uri="{FF2B5EF4-FFF2-40B4-BE49-F238E27FC236}">
                <a16:creationId xmlns:a16="http://schemas.microsoft.com/office/drawing/2014/main" id="{F8E905C3-6A65-483A-8FDC-E5D9FF26051F}"/>
              </a:ext>
            </a:extLst>
          </p:cNvPr>
          <p:cNvSpPr>
            <a:spLocks xmlns:a="http://schemas.openxmlformats.org/drawingml/2006/main" noGrp="1"/>
          </p:cNvSpPr>
          <p:nvPr/>
        </p:nvSpPr>
        <p:spPr>
          <a:xfrm xmlns:a="http://schemas.openxmlformats.org/drawingml/2006/main">
            <a:off x="609600" y="3048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 b="1">
                <a:solidFill>
                  <a:srgbClr val="42C6FF"/>
                </a:solidFill>
                <a:latin typeface="Aptos"/>
                <a:ea typeface="Aptos"/>
                <a:cs typeface="Aptos"/>
              </a:defRPr>
            </a:pPr>
            <a:r>
              <a:rPr sz="1050" b="1">
                <a:solidFill>
                  <a:srgbClr val="42C6FF"/>
                </a:solidFill>
                <a:latin typeface="Aptos"/>
                <a:ea typeface="Aptos"/>
                <a:cs typeface="Aptos"/>
              </a:rPr>
              <a:t>4 · SOFTWARE CONTROL</a:t>
            </a:r>
          </a:p>
        </p:txBody>
      </p:sp>
      <p:sp>
        <p:nvSpPr>
          <p:cNvPr id="2" name="slide-title">
            <a:extLst xmlns:a="http://schemas.openxmlformats.org/drawingml/2006/main">
              <a:ext uri="{FF2B5EF4-FFF2-40B4-BE49-F238E27FC236}">
                <a16:creationId xmlns:a16="http://schemas.microsoft.com/office/drawing/2014/main" id="{242DE5D7-B9CB-48DA-8785-45EDEDAA329C}"/>
              </a:ext>
            </a:extLst>
          </p:cNvPr>
          <p:cNvSpPr>
            <a:spLocks xmlns:a="http://schemas.openxmlformats.org/drawingml/2006/main" noGrp="1"/>
          </p:cNvSpPr>
          <p:nvPr/>
        </p:nvSpPr>
        <p:spPr>
          <a:xfrm xmlns:a="http://schemas.openxmlformats.org/drawingml/2006/main">
            <a:off x="609600" y="533400"/>
            <a:ext cx="1076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2000"/>
              </a:lnSpc>
              <a:buNone/>
              <a:defRPr sz="2625" b="1">
                <a:solidFill>
                  <a:srgbClr val="F4F7FB"/>
                </a:solidFill>
                <a:latin typeface="Aptos"/>
                <a:ea typeface="Aptos"/>
                <a:cs typeface="Aptos"/>
              </a:defRPr>
            </a:pPr>
            <a:r>
              <a:rPr sz="2625" b="1">
                <a:solidFill>
                  <a:srgbClr val="F4F7FB"/>
                </a:solidFill>
                <a:latin typeface="Aptos"/>
                <a:ea typeface="Aptos"/>
                <a:cs typeface="Aptos"/>
              </a:rPr>
              <a:t>Every robot action follows the same ownership path</a:t>
            </a:r>
          </a:p>
        </p:txBody>
      </p:sp>
      <p:sp>
        <p:nvSpPr>
          <p:cNvPr id="3" name="slide-subtitle">
            <a:extLst xmlns:a="http://schemas.openxmlformats.org/drawingml/2006/main">
              <a:ext uri="{FF2B5EF4-FFF2-40B4-BE49-F238E27FC236}">
                <a16:creationId xmlns:a16="http://schemas.microsoft.com/office/drawing/2014/main" id="{4E8D871E-690D-4CAF-BE31-729AC1CD57E1}"/>
              </a:ext>
            </a:extLst>
          </p:cNvPr>
          <p:cNvSpPr>
            <a:spLocks xmlns:a="http://schemas.openxmlformats.org/drawingml/2006/main" noGrp="1"/>
          </p:cNvSpPr>
          <p:nvPr/>
        </p:nvSpPr>
        <p:spPr>
          <a:xfrm xmlns:a="http://schemas.openxmlformats.org/drawingml/2006/main">
            <a:off x="609600" y="13335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Start with the mechanism, then follow its subsystem, command, binding, and hardware object.</a:t>
            </a:r>
          </a:p>
        </p:txBody>
      </p:sp>
      <p:sp>
        <p:nvSpPr>
          <p:cNvPr id="4" name="title-rule">
            <a:extLst xmlns:a="http://schemas.openxmlformats.org/drawingml/2006/main">
              <a:ext uri="{FF2B5EF4-FFF2-40B4-BE49-F238E27FC236}">
                <a16:creationId xmlns:a16="http://schemas.microsoft.com/office/drawing/2014/main" id="{1A6BAAE3-9D18-4287-800D-2B53BC44F1BE}"/>
              </a:ext>
            </a:extLst>
          </p:cNvPr>
          <p:cNvSpPr>
            <a:spLocks xmlns:a="http://schemas.openxmlformats.org/drawingml/2006/main" noGrp="1"/>
          </p:cNvSpPr>
          <p:nvPr/>
        </p:nvSpPr>
        <p:spPr>
          <a:xfrm xmlns:a="http://schemas.openxmlformats.org/drawingml/2006/main">
            <a:off x="609600" y="1657350"/>
            <a:ext cx="10972800" cy="19050"/>
          </a:xfrm>
          <a:prstGeom xmlns:a="http://schemas.openxmlformats.org/drawingml/2006/main" prst="rect">
            <a:avLst/>
          </a:prstGeom>
          <a:solidFill xmlns:a="http://schemas.openxmlformats.org/drawingml/2006/main">
            <a:srgbClr val="2D425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7A0090B-1475-4C3B-8615-11BB01ABB0B0}"/>
              </a:ext>
            </a:extLst>
          </p:cNvPr>
          <p:cNvSpPr>
            <a:spLocks xmlns:a="http://schemas.openxmlformats.org/drawingml/2006/main" noGrp="1"/>
          </p:cNvSpPr>
          <p:nvPr/>
        </p:nvSpPr>
        <p:spPr>
          <a:xfrm xmlns:a="http://schemas.openxmlformats.org/drawingml/2006/main">
            <a:off x="762000" y="1943100"/>
            <a:ext cx="457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950" b="1">
                <a:solidFill>
                  <a:srgbClr val="62D48A"/>
                </a:solidFill>
                <a:latin typeface="Aptos"/>
                <a:ea typeface="Aptos"/>
                <a:cs typeface="Aptos"/>
              </a:defRPr>
            </a:pPr>
            <a:r>
              <a:rPr sz="1950" b="1">
                <a:solidFill>
                  <a:srgbClr val="62D48A"/>
                </a:solidFill>
                <a:latin typeface="Aptos"/>
                <a:ea typeface="Aptos"/>
                <a:cs typeface="Aptos"/>
              </a:rPr>
              <a:t>1</a:t>
            </a:r>
          </a:p>
        </p:txBody>
      </p:sp>
      <p:sp>
        <p:nvSpPr>
          <p:cNvPr id="6" name="reading-step-0">
            <a:extLst xmlns:a="http://schemas.openxmlformats.org/drawingml/2006/main">
              <a:ext uri="{FF2B5EF4-FFF2-40B4-BE49-F238E27FC236}">
                <a16:creationId xmlns:a16="http://schemas.microsoft.com/office/drawing/2014/main" id="{A570236A-B06A-4B8C-84E0-2731C115F0FB}"/>
              </a:ext>
            </a:extLst>
          </p:cNvPr>
          <p:cNvSpPr>
            <a:spLocks xmlns:a="http://schemas.openxmlformats.org/drawingml/2006/main" noGrp="1"/>
          </p:cNvSpPr>
          <p:nvPr/>
        </p:nvSpPr>
        <p:spPr>
          <a:xfrm xmlns:a="http://schemas.openxmlformats.org/drawingml/2006/main">
            <a:off x="1428750" y="1809750"/>
            <a:ext cx="9525000" cy="742950"/>
          </a:xfrm>
          <a:prstGeom xmlns:a="http://schemas.openxmlformats.org/drawingml/2006/main" prst="roundRect">
            <a:avLst>
              <a:gd name="adj" fmla="val 15385"/>
            </a:avLst>
          </a:prstGeom>
          <a:solidFill xmlns:a="http://schemas.openxmlformats.org/drawingml/2006/main">
            <a:srgbClr val="101E31"/>
          </a:solidFill>
          <a:ln xmlns:a="http://schemas.openxmlformats.org/drawingml/2006/main" w="9525">
            <a:solidFill>
              <a:srgbClr val="62D48A"/>
            </a:solidFill>
            <a:prstDash val="solid"/>
          </a:ln>
        </p:spPr>
      </p:sp>
      <p:sp>
        <p:nvSpPr>
          <p:cNvPr id="7" name="">
            <a:extLst xmlns:a="http://schemas.openxmlformats.org/drawingml/2006/main">
              <a:ext uri="{FF2B5EF4-FFF2-40B4-BE49-F238E27FC236}">
                <a16:creationId xmlns:a16="http://schemas.microsoft.com/office/drawing/2014/main" id="{5EE93EAB-5C6A-4F55-8103-194A4C0FC6A6}"/>
              </a:ext>
            </a:extLst>
          </p:cNvPr>
          <p:cNvSpPr>
            <a:spLocks xmlns:a="http://schemas.openxmlformats.org/drawingml/2006/main" noGrp="1"/>
          </p:cNvSpPr>
          <p:nvPr/>
        </p:nvSpPr>
        <p:spPr>
          <a:xfrm xmlns:a="http://schemas.openxmlformats.org/drawingml/2006/main">
            <a:off x="1676400" y="196215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725" b="1">
                <a:solidFill>
                  <a:srgbClr val="F4F7FB"/>
                </a:solidFill>
                <a:latin typeface="Aptos"/>
                <a:ea typeface="Aptos"/>
                <a:cs typeface="Aptos"/>
              </a:defRPr>
            </a:pPr>
            <a:r>
              <a:rPr sz="1725" b="1">
                <a:solidFill>
                  <a:srgbClr val="F4F7FB"/>
                </a:solidFill>
                <a:latin typeface="Aptos"/>
                <a:ea typeface="Aptos"/>
                <a:cs typeface="Aptos"/>
              </a:rPr>
              <a:t>Start with the hardware</a:t>
            </a:r>
          </a:p>
        </p:txBody>
      </p:sp>
      <p:sp>
        <p:nvSpPr>
          <p:cNvPr id="8" name="">
            <a:extLst xmlns:a="http://schemas.openxmlformats.org/drawingml/2006/main">
              <a:ext uri="{FF2B5EF4-FFF2-40B4-BE49-F238E27FC236}">
                <a16:creationId xmlns:a16="http://schemas.microsoft.com/office/drawing/2014/main" id="{186A51B8-EC3F-4738-961E-0A0BAAA6A58C}"/>
              </a:ext>
            </a:extLst>
          </p:cNvPr>
          <p:cNvSpPr>
            <a:spLocks xmlns:a="http://schemas.openxmlformats.org/drawingml/2006/main" noGrp="1"/>
          </p:cNvSpPr>
          <p:nvPr/>
        </p:nvSpPr>
        <p:spPr>
          <a:xfrm xmlns:a="http://schemas.openxmlformats.org/drawingml/2006/main">
            <a:off x="4362450" y="1962150"/>
            <a:ext cx="628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425" b="0">
                <a:solidFill>
                  <a:srgbClr val="A9B8CA"/>
                </a:solidFill>
                <a:latin typeface="Aptos"/>
                <a:ea typeface="Aptos"/>
                <a:cs typeface="Aptos"/>
              </a:defRPr>
            </a:pPr>
            <a:r>
              <a:rPr sz="1425" b="0">
                <a:solidFill>
                  <a:srgbClr val="A9B8CA"/>
                </a:solidFill>
                <a:latin typeface="Aptos"/>
                <a:ea typeface="Aptos"/>
                <a:cs typeface="Aptos"/>
              </a:rPr>
              <a:t>Identify the hardware object and the subsystem that encapsulates it.</a:t>
            </a:r>
          </a:p>
        </p:txBody>
      </p:sp>
      <p:sp>
        <p:nvSpPr>
          <p:cNvPr id="9" name="">
            <a:extLst xmlns:a="http://schemas.openxmlformats.org/drawingml/2006/main">
              <a:ext uri="{FF2B5EF4-FFF2-40B4-BE49-F238E27FC236}">
                <a16:creationId xmlns:a16="http://schemas.microsoft.com/office/drawing/2014/main" id="{679AADFD-895A-44EA-A65B-93F4C6EC6F83}"/>
              </a:ext>
            </a:extLst>
          </p:cNvPr>
          <p:cNvSpPr>
            <a:spLocks xmlns:a="http://schemas.openxmlformats.org/drawingml/2006/main" noGrp="1"/>
          </p:cNvSpPr>
          <p:nvPr/>
        </p:nvSpPr>
        <p:spPr>
          <a:xfrm xmlns:a="http://schemas.openxmlformats.org/drawingml/2006/main">
            <a:off x="762000" y="2933700"/>
            <a:ext cx="457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950" b="1">
                <a:solidFill>
                  <a:srgbClr val="FFB64D"/>
                </a:solidFill>
                <a:latin typeface="Aptos"/>
                <a:ea typeface="Aptos"/>
                <a:cs typeface="Aptos"/>
              </a:defRPr>
            </a:pPr>
            <a:r>
              <a:rPr sz="1950" b="1">
                <a:solidFill>
                  <a:srgbClr val="FFB64D"/>
                </a:solidFill>
                <a:latin typeface="Aptos"/>
                <a:ea typeface="Aptos"/>
                <a:cs typeface="Aptos"/>
              </a:rPr>
              <a:t>2</a:t>
            </a:r>
          </a:p>
        </p:txBody>
      </p:sp>
      <p:sp>
        <p:nvSpPr>
          <p:cNvPr id="10" name="reading-step-1">
            <a:extLst xmlns:a="http://schemas.openxmlformats.org/drawingml/2006/main">
              <a:ext uri="{FF2B5EF4-FFF2-40B4-BE49-F238E27FC236}">
                <a16:creationId xmlns:a16="http://schemas.microsoft.com/office/drawing/2014/main" id="{289831E4-91F7-49F7-9B4F-9325705A67C1}"/>
              </a:ext>
            </a:extLst>
          </p:cNvPr>
          <p:cNvSpPr>
            <a:spLocks xmlns:a="http://schemas.openxmlformats.org/drawingml/2006/main" noGrp="1"/>
          </p:cNvSpPr>
          <p:nvPr/>
        </p:nvSpPr>
        <p:spPr>
          <a:xfrm xmlns:a="http://schemas.openxmlformats.org/drawingml/2006/main">
            <a:off x="1428750" y="2800350"/>
            <a:ext cx="9525000" cy="742950"/>
          </a:xfrm>
          <a:prstGeom xmlns:a="http://schemas.openxmlformats.org/drawingml/2006/main" prst="roundRect">
            <a:avLst>
              <a:gd name="adj" fmla="val 15385"/>
            </a:avLst>
          </a:prstGeom>
          <a:solidFill xmlns:a="http://schemas.openxmlformats.org/drawingml/2006/main">
            <a:srgbClr val="101E31"/>
          </a:solidFill>
          <a:ln xmlns:a="http://schemas.openxmlformats.org/drawingml/2006/main" w="9525">
            <a:solidFill>
              <a:srgbClr val="FFB64D"/>
            </a:solidFill>
            <a:prstDash val="solid"/>
          </a:ln>
        </p:spPr>
      </p:sp>
      <p:sp>
        <p:nvSpPr>
          <p:cNvPr id="11" name="">
            <a:extLst xmlns:a="http://schemas.openxmlformats.org/drawingml/2006/main">
              <a:ext uri="{FF2B5EF4-FFF2-40B4-BE49-F238E27FC236}">
                <a16:creationId xmlns:a16="http://schemas.microsoft.com/office/drawing/2014/main" id="{FF293625-95CB-4006-AC10-1808045C7F3A}"/>
              </a:ext>
            </a:extLst>
          </p:cNvPr>
          <p:cNvSpPr>
            <a:spLocks xmlns:a="http://schemas.openxmlformats.org/drawingml/2006/main" noGrp="1"/>
          </p:cNvSpPr>
          <p:nvPr/>
        </p:nvSpPr>
        <p:spPr>
          <a:xfrm xmlns:a="http://schemas.openxmlformats.org/drawingml/2006/main">
            <a:off x="1676400" y="295275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725" b="1">
                <a:solidFill>
                  <a:srgbClr val="F4F7FB"/>
                </a:solidFill>
                <a:latin typeface="Aptos"/>
                <a:ea typeface="Aptos"/>
                <a:cs typeface="Aptos"/>
              </a:defRPr>
            </a:pPr>
            <a:r>
              <a:rPr sz="1725" b="1">
                <a:solidFill>
                  <a:srgbClr val="F4F7FB"/>
                </a:solidFill>
                <a:latin typeface="Aptos"/>
                <a:ea typeface="Aptos"/>
                <a:cs typeface="Aptos"/>
              </a:rPr>
              <a:t>Find the binding</a:t>
            </a:r>
          </a:p>
        </p:txBody>
      </p:sp>
      <p:sp>
        <p:nvSpPr>
          <p:cNvPr id="12" name="">
            <a:extLst xmlns:a="http://schemas.openxmlformats.org/drawingml/2006/main">
              <a:ext uri="{FF2B5EF4-FFF2-40B4-BE49-F238E27FC236}">
                <a16:creationId xmlns:a16="http://schemas.microsoft.com/office/drawing/2014/main" id="{CAE18444-7946-4E1A-BBD9-907BA67518EC}"/>
              </a:ext>
            </a:extLst>
          </p:cNvPr>
          <p:cNvSpPr>
            <a:spLocks xmlns:a="http://schemas.openxmlformats.org/drawingml/2006/main" noGrp="1"/>
          </p:cNvSpPr>
          <p:nvPr/>
        </p:nvSpPr>
        <p:spPr>
          <a:xfrm xmlns:a="http://schemas.openxmlformats.org/drawingml/2006/main">
            <a:off x="4362450" y="2952750"/>
            <a:ext cx="628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425" b="0">
                <a:solidFill>
                  <a:srgbClr val="A9B8CA"/>
                </a:solidFill>
                <a:latin typeface="Aptos"/>
                <a:ea typeface="Aptos"/>
                <a:cs typeface="Aptos"/>
              </a:defRPr>
            </a:pPr>
            <a:r>
              <a:rPr sz="1425" b="0">
                <a:solidFill>
                  <a:srgbClr val="A9B8CA"/>
                </a:solidFill>
                <a:latin typeface="Aptos"/>
                <a:ea typeface="Aptos"/>
                <a:cs typeface="Aptos"/>
              </a:rPr>
              <a:t>Locate the controller input and Trigger binding method.</a:t>
            </a:r>
          </a:p>
        </p:txBody>
      </p:sp>
      <p:sp>
        <p:nvSpPr>
          <p:cNvPr id="13" name="">
            <a:extLst xmlns:a="http://schemas.openxmlformats.org/drawingml/2006/main">
              <a:ext uri="{FF2B5EF4-FFF2-40B4-BE49-F238E27FC236}">
                <a16:creationId xmlns:a16="http://schemas.microsoft.com/office/drawing/2014/main" id="{E85DFCA8-3FC0-4881-9A87-D25A9E47285E}"/>
              </a:ext>
            </a:extLst>
          </p:cNvPr>
          <p:cNvSpPr>
            <a:spLocks xmlns:a="http://schemas.openxmlformats.org/drawingml/2006/main" noGrp="1"/>
          </p:cNvSpPr>
          <p:nvPr/>
        </p:nvSpPr>
        <p:spPr>
          <a:xfrm xmlns:a="http://schemas.openxmlformats.org/drawingml/2006/main">
            <a:off x="762000" y="3924300"/>
            <a:ext cx="457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950" b="1">
                <a:solidFill>
                  <a:srgbClr val="42C6FF"/>
                </a:solidFill>
                <a:latin typeface="Aptos"/>
                <a:ea typeface="Aptos"/>
                <a:cs typeface="Aptos"/>
              </a:defRPr>
            </a:pPr>
            <a:r>
              <a:rPr sz="1950" b="1">
                <a:solidFill>
                  <a:srgbClr val="42C6FF"/>
                </a:solidFill>
                <a:latin typeface="Aptos"/>
                <a:ea typeface="Aptos"/>
                <a:cs typeface="Aptos"/>
              </a:rPr>
              <a:t>3</a:t>
            </a:r>
          </a:p>
        </p:txBody>
      </p:sp>
      <p:sp>
        <p:nvSpPr>
          <p:cNvPr id="14" name="reading-step-2">
            <a:extLst xmlns:a="http://schemas.openxmlformats.org/drawingml/2006/main">
              <a:ext uri="{FF2B5EF4-FFF2-40B4-BE49-F238E27FC236}">
                <a16:creationId xmlns:a16="http://schemas.microsoft.com/office/drawing/2014/main" id="{F6F99C5C-9579-40DE-9E6C-7F4CC8ABA926}"/>
              </a:ext>
            </a:extLst>
          </p:cNvPr>
          <p:cNvSpPr>
            <a:spLocks xmlns:a="http://schemas.openxmlformats.org/drawingml/2006/main" noGrp="1"/>
          </p:cNvSpPr>
          <p:nvPr/>
        </p:nvSpPr>
        <p:spPr>
          <a:xfrm xmlns:a="http://schemas.openxmlformats.org/drawingml/2006/main">
            <a:off x="1428750" y="3790950"/>
            <a:ext cx="9525000" cy="742950"/>
          </a:xfrm>
          <a:prstGeom xmlns:a="http://schemas.openxmlformats.org/drawingml/2006/main" prst="roundRect">
            <a:avLst>
              <a:gd name="adj" fmla="val 15385"/>
            </a:avLst>
          </a:prstGeom>
          <a:solidFill xmlns:a="http://schemas.openxmlformats.org/drawingml/2006/main">
            <a:srgbClr val="101E31"/>
          </a:solidFill>
          <a:ln xmlns:a="http://schemas.openxmlformats.org/drawingml/2006/main" w="9525">
            <a:solidFill>
              <a:srgbClr val="42C6FF"/>
            </a:solidFill>
            <a:prstDash val="solid"/>
          </a:ln>
        </p:spPr>
      </p:sp>
      <p:sp>
        <p:nvSpPr>
          <p:cNvPr id="15" name="">
            <a:extLst xmlns:a="http://schemas.openxmlformats.org/drawingml/2006/main">
              <a:ext uri="{FF2B5EF4-FFF2-40B4-BE49-F238E27FC236}">
                <a16:creationId xmlns:a16="http://schemas.microsoft.com/office/drawing/2014/main" id="{D8C59C9E-7E8C-4C33-A720-82D8DA9357FA}"/>
              </a:ext>
            </a:extLst>
          </p:cNvPr>
          <p:cNvSpPr>
            <a:spLocks xmlns:a="http://schemas.openxmlformats.org/drawingml/2006/main" noGrp="1"/>
          </p:cNvSpPr>
          <p:nvPr/>
        </p:nvSpPr>
        <p:spPr>
          <a:xfrm xmlns:a="http://schemas.openxmlformats.org/drawingml/2006/main">
            <a:off x="1676400" y="394335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725" b="1">
                <a:solidFill>
                  <a:srgbClr val="F4F7FB"/>
                </a:solidFill>
                <a:latin typeface="Aptos"/>
                <a:ea typeface="Aptos"/>
                <a:cs typeface="Aptos"/>
              </a:defRPr>
            </a:pPr>
            <a:r>
              <a:rPr sz="1725" b="1">
                <a:solidFill>
                  <a:srgbClr val="F4F7FB"/>
                </a:solidFill>
                <a:latin typeface="Aptos"/>
                <a:ea typeface="Aptos"/>
                <a:cs typeface="Aptos"/>
              </a:rPr>
              <a:t>Read the command</a:t>
            </a:r>
          </a:p>
        </p:txBody>
      </p:sp>
      <p:sp>
        <p:nvSpPr>
          <p:cNvPr id="16" name="">
            <a:extLst xmlns:a="http://schemas.openxmlformats.org/drawingml/2006/main">
              <a:ext uri="{FF2B5EF4-FFF2-40B4-BE49-F238E27FC236}">
                <a16:creationId xmlns:a16="http://schemas.microsoft.com/office/drawing/2014/main" id="{48A857BA-9DAD-4354-B164-D5DD66F7A1A6}"/>
              </a:ext>
            </a:extLst>
          </p:cNvPr>
          <p:cNvSpPr>
            <a:spLocks xmlns:a="http://schemas.openxmlformats.org/drawingml/2006/main" noGrp="1"/>
          </p:cNvSpPr>
          <p:nvPr/>
        </p:nvSpPr>
        <p:spPr>
          <a:xfrm xmlns:a="http://schemas.openxmlformats.org/drawingml/2006/main">
            <a:off x="4362450" y="3943350"/>
            <a:ext cx="628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425" b="0">
                <a:solidFill>
                  <a:srgbClr val="A9B8CA"/>
                </a:solidFill>
                <a:latin typeface="Aptos"/>
                <a:ea typeface="Aptos"/>
                <a:cs typeface="Aptos"/>
              </a:defRPr>
            </a:pPr>
            <a:r>
              <a:rPr sz="1425" b="0">
                <a:solidFill>
                  <a:srgbClr val="A9B8CA"/>
                </a:solidFill>
                <a:latin typeface="Aptos"/>
                <a:ea typeface="Aptos"/>
                <a:cs typeface="Aptos"/>
              </a:rPr>
              <a:t>Check requirements, lifecycle methods, and completion.</a:t>
            </a:r>
          </a:p>
        </p:txBody>
      </p:sp>
      <p:sp>
        <p:nvSpPr>
          <p:cNvPr id="17" name="">
            <a:extLst xmlns:a="http://schemas.openxmlformats.org/drawingml/2006/main">
              <a:ext uri="{FF2B5EF4-FFF2-40B4-BE49-F238E27FC236}">
                <a16:creationId xmlns:a16="http://schemas.microsoft.com/office/drawing/2014/main" id="{370082A3-2AE3-4907-9E03-76F786C66CA4}"/>
              </a:ext>
            </a:extLst>
          </p:cNvPr>
          <p:cNvSpPr>
            <a:spLocks xmlns:a="http://schemas.openxmlformats.org/drawingml/2006/main" noGrp="1"/>
          </p:cNvSpPr>
          <p:nvPr/>
        </p:nvSpPr>
        <p:spPr>
          <a:xfrm xmlns:a="http://schemas.openxmlformats.org/drawingml/2006/main">
            <a:off x="762000" y="4914900"/>
            <a:ext cx="457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950" b="1">
                <a:solidFill>
                  <a:srgbClr val="62D48A"/>
                </a:solidFill>
                <a:latin typeface="Aptos"/>
                <a:ea typeface="Aptos"/>
                <a:cs typeface="Aptos"/>
              </a:defRPr>
            </a:pPr>
            <a:r>
              <a:rPr sz="1950" b="1">
                <a:solidFill>
                  <a:srgbClr val="62D48A"/>
                </a:solidFill>
                <a:latin typeface="Aptos"/>
                <a:ea typeface="Aptos"/>
                <a:cs typeface="Aptos"/>
              </a:rPr>
              <a:t>4</a:t>
            </a:r>
          </a:p>
        </p:txBody>
      </p:sp>
      <p:sp>
        <p:nvSpPr>
          <p:cNvPr id="18" name="reading-step-3">
            <a:extLst xmlns:a="http://schemas.openxmlformats.org/drawingml/2006/main">
              <a:ext uri="{FF2B5EF4-FFF2-40B4-BE49-F238E27FC236}">
                <a16:creationId xmlns:a16="http://schemas.microsoft.com/office/drawing/2014/main" id="{C17373F7-7279-4FA6-A55A-233282166DC1}"/>
              </a:ext>
            </a:extLst>
          </p:cNvPr>
          <p:cNvSpPr>
            <a:spLocks xmlns:a="http://schemas.openxmlformats.org/drawingml/2006/main" noGrp="1"/>
          </p:cNvSpPr>
          <p:nvPr/>
        </p:nvSpPr>
        <p:spPr>
          <a:xfrm xmlns:a="http://schemas.openxmlformats.org/drawingml/2006/main">
            <a:off x="1428750" y="4781550"/>
            <a:ext cx="9525000" cy="742950"/>
          </a:xfrm>
          <a:prstGeom xmlns:a="http://schemas.openxmlformats.org/drawingml/2006/main" prst="roundRect">
            <a:avLst>
              <a:gd name="adj" fmla="val 15385"/>
            </a:avLst>
          </a:prstGeom>
          <a:solidFill xmlns:a="http://schemas.openxmlformats.org/drawingml/2006/main">
            <a:srgbClr val="101E31"/>
          </a:solidFill>
          <a:ln xmlns:a="http://schemas.openxmlformats.org/drawingml/2006/main" w="9525">
            <a:solidFill>
              <a:srgbClr val="62D48A"/>
            </a:solidFill>
            <a:prstDash val="solid"/>
          </a:ln>
        </p:spPr>
      </p:sp>
      <p:sp>
        <p:nvSpPr>
          <p:cNvPr id="19" name="">
            <a:extLst xmlns:a="http://schemas.openxmlformats.org/drawingml/2006/main">
              <a:ext uri="{FF2B5EF4-FFF2-40B4-BE49-F238E27FC236}">
                <a16:creationId xmlns:a16="http://schemas.microsoft.com/office/drawing/2014/main" id="{19E17DAD-487A-4992-B302-AE433DB98BDD}"/>
              </a:ext>
            </a:extLst>
          </p:cNvPr>
          <p:cNvSpPr>
            <a:spLocks xmlns:a="http://schemas.openxmlformats.org/drawingml/2006/main" noGrp="1"/>
          </p:cNvSpPr>
          <p:nvPr/>
        </p:nvSpPr>
        <p:spPr>
          <a:xfrm xmlns:a="http://schemas.openxmlformats.org/drawingml/2006/main">
            <a:off x="1676400" y="493395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725" b="1">
                <a:solidFill>
                  <a:srgbClr val="F4F7FB"/>
                </a:solidFill>
                <a:latin typeface="Aptos"/>
                <a:ea typeface="Aptos"/>
                <a:cs typeface="Aptos"/>
              </a:defRPr>
            </a:pPr>
            <a:r>
              <a:rPr sz="1725" b="1">
                <a:solidFill>
                  <a:srgbClr val="F4F7FB"/>
                </a:solidFill>
                <a:latin typeface="Aptos"/>
                <a:ea typeface="Aptos"/>
                <a:cs typeface="Aptos"/>
              </a:rPr>
              <a:t>Trace the output</a:t>
            </a:r>
          </a:p>
        </p:txBody>
      </p:sp>
      <p:sp>
        <p:nvSpPr>
          <p:cNvPr id="20" name="">
            <a:extLst xmlns:a="http://schemas.openxmlformats.org/drawingml/2006/main">
              <a:ext uri="{FF2B5EF4-FFF2-40B4-BE49-F238E27FC236}">
                <a16:creationId xmlns:a16="http://schemas.microsoft.com/office/drawing/2014/main" id="{D72895D6-6530-4285-B834-38536445C46C}"/>
              </a:ext>
            </a:extLst>
          </p:cNvPr>
          <p:cNvSpPr>
            <a:spLocks xmlns:a="http://schemas.openxmlformats.org/drawingml/2006/main" noGrp="1"/>
          </p:cNvSpPr>
          <p:nvPr/>
        </p:nvSpPr>
        <p:spPr>
          <a:xfrm xmlns:a="http://schemas.openxmlformats.org/drawingml/2006/main">
            <a:off x="4362450" y="4933950"/>
            <a:ext cx="628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425" b="0">
                <a:solidFill>
                  <a:srgbClr val="A9B8CA"/>
                </a:solidFill>
                <a:latin typeface="Aptos"/>
                <a:ea typeface="Aptos"/>
                <a:cs typeface="Aptos"/>
              </a:defRPr>
            </a:pPr>
            <a:r>
              <a:rPr sz="1425" b="0">
                <a:solidFill>
                  <a:srgbClr val="A9B8CA"/>
                </a:solidFill>
                <a:latin typeface="Aptos"/>
                <a:ea typeface="Aptos"/>
                <a:cs typeface="Aptos"/>
              </a:rPr>
              <a:t>Follow the subsystem method to the WPILib hardware object.</a:t>
            </a:r>
          </a:p>
        </p:txBody>
      </p:sp>
      <p:sp>
        <p:nvSpPr>
          <p:cNvPr id="21" name="">
            <a:extLst xmlns:a="http://schemas.openxmlformats.org/drawingml/2006/main">
              <a:ext uri="{FF2B5EF4-FFF2-40B4-BE49-F238E27FC236}">
                <a16:creationId xmlns:a16="http://schemas.microsoft.com/office/drawing/2014/main" id="{B4086076-4ED3-4936-8B4F-82B0CC72719B}"/>
              </a:ext>
            </a:extLst>
          </p:cNvPr>
          <p:cNvSpPr>
            <a:spLocks xmlns:a="http://schemas.openxmlformats.org/drawingml/2006/main" noGrp="1"/>
          </p:cNvSpPr>
          <p:nvPr/>
        </p:nvSpPr>
        <p:spPr>
          <a:xfrm xmlns:a="http://schemas.openxmlformats.org/drawingml/2006/main">
            <a:off x="1428750" y="5867400"/>
            <a:ext cx="9525000" cy="419100"/>
          </a:xfrm>
          <a:prstGeom xmlns:a="http://schemas.openxmlformats.org/drawingml/2006/main" prst="roundRect">
            <a:avLst>
              <a:gd name="adj" fmla="val 22727"/>
            </a:avLst>
          </a:prstGeom>
          <a:solidFill xmlns:a="http://schemas.openxmlformats.org/drawingml/2006/main">
            <a:srgbClr val="162941"/>
          </a:solidFill>
          <a:ln xmlns:a="http://schemas.openxmlformats.org/drawingml/2006/main" w="9525">
            <a:solidFill>
              <a:srgbClr val="2D425B"/>
            </a:solidFill>
            <a:prstDash val="solid"/>
          </a:ln>
        </p:spPr>
      </p:sp>
      <p:sp>
        <p:nvSpPr>
          <p:cNvPr id="22" name="">
            <a:extLst xmlns:a="http://schemas.openxmlformats.org/drawingml/2006/main">
              <a:ext uri="{FF2B5EF4-FFF2-40B4-BE49-F238E27FC236}">
                <a16:creationId xmlns:a16="http://schemas.microsoft.com/office/drawing/2014/main" id="{90EED18F-0687-481B-B352-44FA347A7B53}"/>
              </a:ext>
            </a:extLst>
          </p:cNvPr>
          <p:cNvSpPr>
            <a:spLocks xmlns:a="http://schemas.openxmlformats.org/drawingml/2006/main" noGrp="1"/>
          </p:cNvSpPr>
          <p:nvPr/>
        </p:nvSpPr>
        <p:spPr>
          <a:xfrm xmlns:a="http://schemas.openxmlformats.org/drawingml/2006/main">
            <a:off x="1638300" y="5962650"/>
            <a:ext cx="9124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425" b="1">
                <a:solidFill>
                  <a:srgbClr val="F4F7FB"/>
                </a:solidFill>
                <a:latin typeface="Aptos"/>
                <a:ea typeface="Aptos"/>
                <a:cs typeface="Aptos"/>
              </a:defRPr>
            </a:pPr>
            <a:r>
              <a:rPr sz="1425" b="1">
                <a:solidFill>
                  <a:srgbClr val="F4F7FB"/>
                </a:solidFill>
                <a:latin typeface="Aptos"/>
                <a:ea typeface="Aptos"/>
                <a:cs typeface="Aptos"/>
              </a:rPr>
              <a:t>CommandScheduler coordinates commands; each subsystem encapsulates its own hardware.</a:t>
            </a:r>
          </a:p>
        </p:txBody>
      </p:sp>
      <p:sp>
        <p:nvSpPr>
          <p:cNvPr id="23" name="footer-left">
            <a:extLst xmlns:a="http://schemas.openxmlformats.org/drawingml/2006/main">
              <a:ext uri="{FF2B5EF4-FFF2-40B4-BE49-F238E27FC236}">
                <a16:creationId xmlns:a16="http://schemas.microsoft.com/office/drawing/2014/main" id="{00879ACD-A1CF-4029-8075-BF35C2780A54}"/>
              </a:ext>
            </a:extLst>
          </p:cNvPr>
          <p:cNvSpPr>
            <a:spLocks xmlns:a="http://schemas.openxmlformats.org/drawingml/2006/main" noGrp="1"/>
          </p:cNvSpPr>
          <p:nvPr/>
        </p:nvSpPr>
        <p:spPr>
          <a:xfrm xmlns:a="http://schemas.openxmlformats.org/drawingml/2006/main">
            <a:off x="609600" y="64960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825" b="0">
                <a:solidFill>
                  <a:srgbClr val="5E7188"/>
                </a:solidFill>
                <a:latin typeface="Aptos"/>
                <a:ea typeface="Aptos"/>
                <a:cs typeface="Aptos"/>
              </a:defRPr>
            </a:pPr>
            <a:r>
              <a:rPr sz="825" b="0">
                <a:solidFill>
                  <a:srgbClr val="5E7188"/>
                </a:solidFill>
                <a:latin typeface="Aptos"/>
                <a:ea typeface="Aptos"/>
                <a:cs typeface="Aptos"/>
              </a:rPr>
              <a:t>2020 FRC robot | command-based implementation</a:t>
            </a:r>
          </a:p>
        </p:txBody>
      </p:sp>
      <p:sp>
        <p:nvSpPr>
          <p:cNvPr id="24" name="footer-number">
            <a:extLst xmlns:a="http://schemas.openxmlformats.org/drawingml/2006/main">
              <a:ext uri="{FF2B5EF4-FFF2-40B4-BE49-F238E27FC236}">
                <a16:creationId xmlns:a16="http://schemas.microsoft.com/office/drawing/2014/main" id="{06317ED2-F3E0-4C6D-9156-81D5FA23F8B7}"/>
              </a:ext>
            </a:extLst>
          </p:cNvPr>
          <p:cNvSpPr>
            <a:spLocks xmlns:a="http://schemas.openxmlformats.org/drawingml/2006/main" noGrp="1"/>
          </p:cNvSpPr>
          <p:nvPr/>
        </p:nvSpPr>
        <p:spPr>
          <a:xfrm xmlns:a="http://schemas.openxmlformats.org/drawingml/2006/main">
            <a:off x="11049000" y="647700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00" b="1">
                <a:solidFill>
                  <a:srgbClr val="5E7188"/>
                </a:solidFill>
                <a:latin typeface="Aptos"/>
                <a:ea typeface="Aptos"/>
                <a:cs typeface="Aptos"/>
              </a:defRPr>
            </a:pPr>
            <a:r>
              <a:rPr sz="900" b="1">
                <a:solidFill>
                  <a:srgbClr val="5E7188"/>
                </a:solidFill>
                <a:latin typeface="Aptos"/>
                <a:ea typeface="Aptos"/>
                <a:cs typeface="Aptos"/>
              </a:rPr>
              <a:t>18</a:t>
            </a:r>
          </a:p>
        </p:txBody>
      </p:sp>
    </p:spTree>
    <p:extLst>
      <p:ext uri="{BB962C8B-B14F-4D97-AF65-F5344CB8AC3E}">
        <p14:creationId xmlns:p14="http://schemas.microsoft.com/office/powerpoint/2010/main" val="19691130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2026-09-21T20:37:13.9960000Z</dcterms:created>
  <dcterms:modified xsi:type="dcterms:W3CDTF">2026-09-21T20:37:13.9960000Z</dcterms:modified>
</coreProperties>
</file>