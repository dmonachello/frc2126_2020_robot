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78e33efee34dfd" /><Relationship Type="http://schemas.openxmlformats.org/officeDocument/2006/relationships/extended-properties" Target="/docProps/app.xml" Id="R0d56ab7ab3564e18" /><Relationship Type="http://schemas.openxmlformats.org/officeDocument/2006/relationships/officeDocument" Target="/ppt/presentation.xml" Id="R1e381713fd394b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5177e6778842f0"/>
  </p:sldMasterIdLst>
  <p:notesMasterIdLst>
    <p:notesMasterId xmlns:r="http://schemas.openxmlformats.org/officeDocument/2006/relationships" r:id="Ra1f23725dd7c4fd1"/>
  </p:notesMasterIdLst>
  <p:sldIdLst>
    <p:sldId xmlns:r="http://schemas.openxmlformats.org/officeDocument/2006/relationships" id="256" r:id="Rfeaf9d389a984baa"/>
    <p:sldId xmlns:r="http://schemas.openxmlformats.org/officeDocument/2006/relationships" id="257" r:id="R83f26ab64534484e"/>
    <p:sldId xmlns:r="http://schemas.openxmlformats.org/officeDocument/2006/relationships" id="258" r:id="Rfbf1d98c8f22414b"/>
    <p:sldId xmlns:r="http://schemas.openxmlformats.org/officeDocument/2006/relationships" id="259" r:id="Rfaa77e78343a4874"/>
    <p:sldId xmlns:r="http://schemas.openxmlformats.org/officeDocument/2006/relationships" id="260" r:id="Rbe3ae554199440cf"/>
    <p:sldId xmlns:r="http://schemas.openxmlformats.org/officeDocument/2006/relationships" id="261" r:id="R0c9964f7e12f4fcc"/>
    <p:sldId xmlns:r="http://schemas.openxmlformats.org/officeDocument/2006/relationships" id="262" r:id="Ra363ce86908d4b4d"/>
    <p:sldId xmlns:r="http://schemas.openxmlformats.org/officeDocument/2006/relationships" id="263" r:id="R1c466002069f4341"/>
    <p:sldId xmlns:r="http://schemas.openxmlformats.org/officeDocument/2006/relationships" id="264" r:id="R988b110f7d88475c"/>
    <p:sldId xmlns:r="http://schemas.openxmlformats.org/officeDocument/2006/relationships" id="265" r:id="R6939cc11b4ca487b"/>
    <p:sldId xmlns:r="http://schemas.openxmlformats.org/officeDocument/2006/relationships" id="266" r:id="R4d8e8f65da5f4fc9"/>
    <p:sldId xmlns:r="http://schemas.openxmlformats.org/officeDocument/2006/relationships" id="267" r:id="Rf244e59ade654b94"/>
    <p:sldId xmlns:r="http://schemas.openxmlformats.org/officeDocument/2006/relationships" id="268" r:id="Ree7c2d0fb401450c"/>
    <p:sldId xmlns:r="http://schemas.openxmlformats.org/officeDocument/2006/relationships" id="269" r:id="Rf61fa3253ee14fe8"/>
    <p:sldId xmlns:r="http://schemas.openxmlformats.org/officeDocument/2006/relationships" id="270" r:id="R35afbf03e0cd49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fdaef97fc44b9a" /><Relationship Type="http://schemas.openxmlformats.org/officeDocument/2006/relationships/slideMaster" Target="/ppt/slideMasters/slideMaster1.xml" Id="R265177e6778842f0" /><Relationship Type="http://schemas.openxmlformats.org/officeDocument/2006/relationships/notesMaster" Target="/ppt/notesMasters/notesMaster1.xml" Id="Ra1f23725dd7c4fd1" /><Relationship Type="http://schemas.openxmlformats.org/officeDocument/2006/relationships/presProps" Target="/ppt/presProps.xml" Id="R70a57e24ab2346c9" /><Relationship Type="http://schemas.openxmlformats.org/officeDocument/2006/relationships/tableStyles" Target="/ppt/tableStyles.xml" Id="R2914cbdc771f418d" /><Relationship Type="http://schemas.openxmlformats.org/officeDocument/2006/relationships/slide" Target="/ppt/slides/slide1.xml" Id="Rfeaf9d389a984baa" /><Relationship Type="http://schemas.openxmlformats.org/officeDocument/2006/relationships/slide" Target="/ppt/slides/slide2.xml" Id="R83f26ab64534484e" /><Relationship Type="http://schemas.openxmlformats.org/officeDocument/2006/relationships/slide" Target="/ppt/slides/slide3.xml" Id="Rfbf1d98c8f22414b" /><Relationship Type="http://schemas.openxmlformats.org/officeDocument/2006/relationships/slide" Target="/ppt/slides/slide4.xml" Id="Rfaa77e78343a4874" /><Relationship Type="http://schemas.openxmlformats.org/officeDocument/2006/relationships/slide" Target="/ppt/slides/slide5.xml" Id="Rbe3ae554199440cf" /><Relationship Type="http://schemas.openxmlformats.org/officeDocument/2006/relationships/slide" Target="/ppt/slides/slide6.xml" Id="R0c9964f7e12f4fcc" /><Relationship Type="http://schemas.openxmlformats.org/officeDocument/2006/relationships/slide" Target="/ppt/slides/slide7.xml" Id="Ra363ce86908d4b4d" /><Relationship Type="http://schemas.openxmlformats.org/officeDocument/2006/relationships/slide" Target="/ppt/slides/slide8.xml" Id="R1c466002069f4341" /><Relationship Type="http://schemas.openxmlformats.org/officeDocument/2006/relationships/slide" Target="/ppt/slides/slide9.xml" Id="R988b110f7d88475c" /><Relationship Type="http://schemas.openxmlformats.org/officeDocument/2006/relationships/slide" Target="/ppt/slides/slide10.xml" Id="R6939cc11b4ca487b" /><Relationship Type="http://schemas.openxmlformats.org/officeDocument/2006/relationships/slide" Target="/ppt/slides/slide11.xml" Id="R4d8e8f65da5f4fc9" /><Relationship Type="http://schemas.openxmlformats.org/officeDocument/2006/relationships/slide" Target="/ppt/slides/slide12.xml" Id="Rf244e59ade654b94" /><Relationship Type="http://schemas.openxmlformats.org/officeDocument/2006/relationships/slide" Target="/ppt/slides/slide13.xml" Id="Ree7c2d0fb401450c" /><Relationship Type="http://schemas.openxmlformats.org/officeDocument/2006/relationships/slide" Target="/ppt/slides/slide14.xml" Id="Rf61fa3253ee14fe8" /><Relationship Type="http://schemas.openxmlformats.org/officeDocument/2006/relationships/slide" Target="/ppt/slides/slide15.xml" Id="R35afbf03e0cd49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60c19919c849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bcf6eed8c14785" /><Relationship Type="http://schemas.openxmlformats.org/officeDocument/2006/relationships/notesMaster" Target="/ppt/notesMasters/notesMaster1.xml" Id="R8e9bc15046ff41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8c940b519b40ef" /><Relationship Type="http://schemas.openxmlformats.org/officeDocument/2006/relationships/notesMaster" Target="/ppt/notesMasters/notesMaster1.xml" Id="R381b2ac8abd049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25ea08a67247fc" /><Relationship Type="http://schemas.openxmlformats.org/officeDocument/2006/relationships/notesMaster" Target="/ppt/notesMasters/notesMaster1.xml" Id="R09d1439c239d41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b632f0d099440f" /><Relationship Type="http://schemas.openxmlformats.org/officeDocument/2006/relationships/notesMaster" Target="/ppt/notesMasters/notesMaster1.xml" Id="Red4d7005031e4f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c11be0cc0c47f3" /><Relationship Type="http://schemas.openxmlformats.org/officeDocument/2006/relationships/notesMaster" Target="/ppt/notesMasters/notesMaster1.xml" Id="Ra7960066c81e4c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5c0032594048bc" /><Relationship Type="http://schemas.openxmlformats.org/officeDocument/2006/relationships/notesMaster" Target="/ppt/notesMasters/notesMaster1.xml" Id="R6d4fcec2c4e447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98ba401f5e4d3c" /><Relationship Type="http://schemas.openxmlformats.org/officeDocument/2006/relationships/notesMaster" Target="/ppt/notesMasters/notesMaster1.xml" Id="R2174360397084d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1065fb178d4896" /><Relationship Type="http://schemas.openxmlformats.org/officeDocument/2006/relationships/notesMaster" Target="/ppt/notesMasters/notesMaster1.xml" Id="R37cae1d2785848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5fd5791ff741f5" /><Relationship Type="http://schemas.openxmlformats.org/officeDocument/2006/relationships/notesMaster" Target="/ppt/notesMasters/notesMaster1.xml" Id="Rb6775e6060e344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e699b440fb4861" /><Relationship Type="http://schemas.openxmlformats.org/officeDocument/2006/relationships/notesMaster" Target="/ppt/notesMasters/notesMaster1.xml" Id="R48a8b7d1e88d4c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ed16712fc540fb" /><Relationship Type="http://schemas.openxmlformats.org/officeDocument/2006/relationships/notesMaster" Target="/ppt/notesMasters/notesMaster1.xml" Id="Reb9d6d82246e45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90fd20facb4ee0" /><Relationship Type="http://schemas.openxmlformats.org/officeDocument/2006/relationships/notesMaster" Target="/ppt/notesMasters/notesMaster1.xml" Id="R522ca7faa8d646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b75afd64164bf3" /><Relationship Type="http://schemas.openxmlformats.org/officeDocument/2006/relationships/notesMaster" Target="/ppt/notesMasters/notesMaster1.xml" Id="R0ec9532ff26946a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cc5022647e422a" /><Relationship Type="http://schemas.openxmlformats.org/officeDocument/2006/relationships/notesMaster" Target="/ppt/notesMasters/notesMaster1.xml" Id="Rf3b6f1e4dbda40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9b6bb6667484988" /><Relationship Type="http://schemas.openxmlformats.org/officeDocument/2006/relationships/notesMaster" Target="/ppt/notesMasters/notesMaster1.xml" Id="R5330791acbe24c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describes the checked-in implementation as a working system. It does not cover the history of how the code reached this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</a:t>
            </a:r>
          </a:p>
          <a:p xmlns:a="http://schemas.openxmlformats.org/drawingml/2006/main">
            <a:r>
              <a:t>- C:/Users/dmona/Downloads/Blueprint_to_Codebase.pdf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four subsystems are DriveSubsystem, BeltSubsystem, RollerSubsystem, and ClimberSubsystem. Each encapsulates its hardware objects and exposes methods used by commands.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- https://github.wpilib.org/allwpilib/docs/release/java/edu/wpi/first/wpilibj2/command/Subsystem.html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right drivetrain motor pair is inverted once inside DriveSubsystem. Belt and roller use distinct PWM channels and distinct subsystems.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C:/Users/dmona/2020FrcRobotCode/2020v2/2020/src/main/java/frc/robot/Constants.java</a:t>
            </a:r>
          </a:p>
          <a:p xmlns:a="http://schemas.openxmlformats.org/drawingml/2006/main">
            <a:r>
              <a:t>- C:/Users/dmona/2020FrcRobotCode/2020v2/2020/src/main/java/frc/robot/subsystems/DriveSubsystem.java</a:t>
            </a:r>
          </a:p>
          <a:p xmlns:a="http://schemas.openxmlformats.org/drawingml/2006/main">
            <a:r>
              <a:t>- C:/Users/dmona/2020FrcRobotCode/2020v2/2020/src/main/java/frc/robot/subsystems/ClimberSubsystem.java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driver CommandXboxController is on USB 0 and supplies both tank-drive Y axes plus the right-bumper slow mode. The operator CommandXboxController is on USB 1: A runs the belt inward, B runs it outward, X runs the roller, and Y schedules the climber command.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C:/Users/dmona/2020FrcRobotCode/2020v2/2020/src/main/java/frc/robot/Constants.java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RobotContainer is the composition root. Commands depend on subsystems, while subsystems depend on WPILib hardware classes.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Construction happens once during robot initialization. RobotContainer creates the CommandXboxController instances and subsystems, assigns the drive default command, and configures Trigger bindings.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C:/Users/dmona/2020FrcRobotCode/2020v2/2020/src/main/java/frc/robot/Robot.java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CommandScheduler.run() executes one scheduler iteration on the robot thread. Its documented order is subsystem periodic methods, Trigger polling and scheduling, scheduled-command execution, completion handling, and default-command scheduling. A blocking execute() method prevents the iteration from completing.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https://github.wpilib.org/allwpilib/docs/release/java/edu/wpi/first/wpilibj2/command/CommandScheduler.html</a:t>
            </a:r>
          </a:p>
          <a:p xmlns:a="http://schemas.openxmlformats.org/drawingml/2006/main">
            <a:r>
              <a:t>- C:/Users/dmona/2020FrcRobotCode/2020v2/2020/src/main/java/frc/robot/Robot.java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Commands scheduled through Trigger.whileTrue remain scheduled here because isFinished() returns false; the Trigger cancels them when its condition becomes false. The climber command returns true from isFinished() after initialize() performs its state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https://github.wpilib.org/allwpilib/docs/release/java/edu/wpi/first/wpilibj2/command/Command.html</a:t>
            </a:r>
          </a:p>
          <a:p xmlns:a="http://schemas.openxmlformats.org/drawingml/2006/main">
            <a:r>
              <a:t>- https://github.wpilib.org/allwpilib/docs/release/java/edu/wpi/first/wpilibj2/command/button/Trigger.html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Belt commands require BeltSubsystem. RollerCommand requires RollerSubsystem, so the scheduler may run a belt command and RollerCommand concurrently. It will not schedule two commands that require BeltSubsystem at the same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https://github.wpilib.org/allwpilib/docs/release/java/edu/wpi/first/wpilibj2/command/Command.html</a:t>
            </a:r>
          </a:p>
          <a:p xmlns:a="http://schemas.openxmlformats.org/drawingml/2006/main">
            <a:r>
              <a:t>- C:/Users/dmona/2020FrcRobotCode/2020v2/2020/src/main/java/frc/robot/commands/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DriveTeleopCommand requires DriveSubsystem and does not finish on its own. CommandScheduler schedules it as the subsystem's default command whenever no other scheduled command requires DriveSubsystem.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https://github.wpilib.org/allwpilib/docs/release/java/edu/wpi/first/wpilibj2/command/Subsystem.html</a:t>
            </a:r>
          </a:p>
          <a:p xmlns:a="http://schemas.openxmlformats.org/drawingml/2006/main">
            <a:r>
              <a:t>- C:/Users/dmona/2020FrcRobotCode/2020v2/2020/src/main/java/frc/robot/commands/DriveTeleopCommand.java</a:t>
            </a:r>
          </a:p>
          <a:p xmlns:a="http://schemas.openxmlformats.org/drawingml/2006/main">
            <a:r>
              <a:t>- C:/Users/dmona/2020FrcRobotCode/2020v2/2020/src/main/java/frc/robot/commands/SlowDriveCommand.java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BeltInCommand and BeltOutCommand compete for BeltSubsystem. RollerCommand uses RollerSubsystem, so it can run with either belt command.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C:/Users/dmona/2020FrcRobotCode/2020v2/2020/src/main/java/frc/robot/commands/BeltInCommand.java</a:t>
            </a:r>
          </a:p>
          <a:p xmlns:a="http://schemas.openxmlformats.org/drawingml/2006/main">
            <a:r>
              <a:t>- C:/Users/dmona/2020FrcRobotCode/2020v2/2020/src/main/java/frc/robot/commands/BeltOutCommand.java</a:t>
            </a:r>
          </a:p>
          <a:p xmlns:a="http://schemas.openxmlformats.org/drawingml/2006/main">
            <a:r>
              <a:t>- C:/Users/dmona/2020FrcRobotCode/2020v2/2020/src/main/java/frc/robot/commands/RollerCommand.java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operator controller's Y method returns a Trigger. Trigger.onTrue schedules ToggleClimberArmsCommand when the condition changes from false to true, so holding Y does not repeatedly schedule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https://github.wpilib.org/allwpilib/docs/release/java/edu/wpi/first/wpilibj2/command/button/Trigger.html</a:t>
            </a:r>
          </a:p>
          <a:p xmlns:a="http://schemas.openxmlformats.org/drawingml/2006/main">
            <a:r>
              <a:t>- C:/Users/dmona/2020FrcRobotCode/2020v2/2020/src/main/java/frc/robot/commands/ToggleClimberArmsCommand.java</a:t>
            </a:r>
          </a:p>
          <a:p xmlns:a="http://schemas.openxmlformats.org/drawingml/2006/main">
            <a:r>
              <a:t>- C:/Users/dmona/2020FrcRobotCode/2020v2/2020/src/main/java/frc/robot/subsystems/ClimberSubsystem.java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CommandXboxController button methods return Trigger objects. RobotContainer binds operator A, B, X, and Y and driver rightBumper() directly to commands with Trigger.whileTrue or Trigger.onTrue.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https://github.wpilib.org/allwpilib/docs/release/java/edu/wpi/first/wpilibj2/command/button/Trigger.html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- C:/Users/dmona/2020FrcRobotCode/2020v2/2020/src/main/java/frc/robot/Constants.java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operator A Trigger schedules BeltInCommand through whileTrue. BeltInCommand remains scheduled because isFinished() returns false. When A becomes false, the Trigger cancels the command and CommandScheduler calls end(true), which stops BeltSubsystem.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https://github.wpilib.org/allwpilib/docs/release/java/edu/wpi/first/wpilibj2/command/button/Trigger.html</a:t>
            </a:r>
          </a:p>
          <a:p xmlns:a="http://schemas.openxmlformats.org/drawingml/2006/main">
            <a:r>
              <a:t>- C:/Users/dmona/2020FrcRobotCode/2020v2/2020/src/main/java/frc/robot/RobotContainer.java</a:t>
            </a:r>
          </a:p>
          <a:p xmlns:a="http://schemas.openxmlformats.org/drawingml/2006/main">
            <a:r>
              <a:t>- C:/Users/dmona/2020FrcRobotCode/2020v2/2020/src/main/java/frc/robot/commands/BeltInCommand.java</a:t>
            </a:r>
          </a:p>
          <a:p xmlns:a="http://schemas.openxmlformats.org/drawingml/2006/main">
            <a:r>
              <a:t>- C:/Users/dmona/2020FrcRobotCode/2020v2/2020/src/main/java/frc/robot/subsystems/BeltSubsystem.java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repeating the concrete reading path rather than summarizing the development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C:/Users/dmona/2020FrcRobotCode/2020v2/2020/src/main/java/frc/robot/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797ac1e7db4d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dbfb4ceccb4883" /><Relationship Type="http://schemas.openxmlformats.org/officeDocument/2006/relationships/slideLayout" Target="/ppt/slideLayouts/slideLayout1.xml" Id="R9d2cbb31b3e340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2cbb31b3e340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0f2d455f744a6" /><Relationship Type="http://schemas.openxmlformats.org/officeDocument/2006/relationships/notesSlide" Target="/ppt/notesSlides/notesSlide1.xml" Id="R3d059a7d531e43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4a45c256f4e6a" /><Relationship Type="http://schemas.openxmlformats.org/officeDocument/2006/relationships/notesSlide" Target="/ppt/notesSlides/notesSlide2.xml" Id="R54dcc769f99441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af7281f9f41c3" /><Relationship Type="http://schemas.openxmlformats.org/officeDocument/2006/relationships/notesSlide" Target="/ppt/notesSlides/notesSlide3.xml" Id="Rcddf59991d0d4b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4d714cfa347b9" /><Relationship Type="http://schemas.openxmlformats.org/officeDocument/2006/relationships/notesSlide" Target="/ppt/notesSlides/notesSlide4.xml" Id="R0b609246dfeb49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f8cba1cc3427c" /><Relationship Type="http://schemas.openxmlformats.org/officeDocument/2006/relationships/notesSlide" Target="/ppt/notesSlides/notesSlide5.xml" Id="R36176d35c6c94d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212d625ae41ed" /><Relationship Type="http://schemas.openxmlformats.org/officeDocument/2006/relationships/notesSlide" Target="/ppt/notesSlides/notesSlide6.xml" Id="Rc1526ed68bca48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d4a0d381c409c" /><Relationship Type="http://schemas.openxmlformats.org/officeDocument/2006/relationships/notesSlide" Target="/ppt/notesSlides/notesSlide7.xml" Id="Rf689e57ed50e4e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e66b06b744011" /><Relationship Type="http://schemas.openxmlformats.org/officeDocument/2006/relationships/notesSlide" Target="/ppt/notesSlides/notesSlide8.xml" Id="R3cdc1d6788854e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0af9b57a04ae3" /><Relationship Type="http://schemas.openxmlformats.org/officeDocument/2006/relationships/notesSlide" Target="/ppt/notesSlides/notesSlide9.xml" Id="R924a1b82653840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494560cff4d91" /><Relationship Type="http://schemas.openxmlformats.org/officeDocument/2006/relationships/notesSlide" Target="/ppt/notesSlides/notesSlide10.xml" Id="R728731eb9da446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551e2e1fd46bf" /><Relationship Type="http://schemas.openxmlformats.org/officeDocument/2006/relationships/notesSlide" Target="/ppt/notesSlides/notesSlide11.xml" Id="Rfb20adc86c0442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1771b36b14bd1" /><Relationship Type="http://schemas.openxmlformats.org/officeDocument/2006/relationships/notesSlide" Target="/ppt/notesSlides/notesSlide12.xml" Id="R4098408448114b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171390c3a4517" /><Relationship Type="http://schemas.openxmlformats.org/officeDocument/2006/relationships/notesSlide" Target="/ppt/notesSlides/notesSlide13.xml" Id="R1850ad4a26364b3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636d5b98143e8" /><Relationship Type="http://schemas.openxmlformats.org/officeDocument/2006/relationships/notesSlide" Target="/ppt/notesSlides/notesSlide14.xml" Id="R0f543cbe5095404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67227500a404d" /><Relationship Type="http://schemas.openxmlformats.org/officeDocument/2006/relationships/notesSlide" Target="/ppt/notesSlides/notesSlide15.xml" Id="R8c86ffeb0ab84e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8A124-D1EA-4DE7-A661-E5756A5C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FRC ROBOT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6DE1D-E2E0-4270-8D35-B58DE85E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finished command-based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 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5F32E-A4DF-4A94-8E76-A9060344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Hardware, operator controls, subsystem ownership, commands, and the scheduler loop</a:t>
            </a:r>
          </a:p>
        </p:txBody>
      </p:sp>
      <p:sp>
        <p:nvSpPr>
          <p:cNvPr id="4" name="architecture-panel">
            <a:extLst xmlns:a="http://schemas.openxmlformats.org/drawingml/2006/main">
              <a:ext uri="{FF2B5EF4-FFF2-40B4-BE49-F238E27FC236}">
                <a16:creationId xmlns:a16="http://schemas.microsoft.com/office/drawing/2014/main" id="{7183396E-3FF3-4395-8840-D2A05F51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066800"/>
            <a:ext cx="2952750" cy="400050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906FD-D4F0-4A99-B450-31B00790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668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385A6-3032-4401-B6CD-B2EFB96F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288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753BB-68E3-4475-B2E1-44FC6869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050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COMMANDS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D31C3-E416-49C0-97F2-A9510567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67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B3FD6-1BB9-43CF-BA99-92AD8A02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432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SUBSYSTEMS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E171E-1B60-4124-87AB-A5A8B7BC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052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472FD-713A-4C23-8316-9844D67A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81450"/>
            <a:ext cx="2133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HARDWARE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C08C96-3D5E-4836-BD01-634782CE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WPILib 2026.2.1</a:t>
            </a:r>
          </a:p>
        </p:txBody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30E9125-7A65-4727-9BFE-4D45A12C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1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81E125B-081A-4A64-95F0-82D8AE15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39364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920366A-E87B-4EE0-9356-6CBC407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SYSTEM OVERVIEW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9923DF-0FEC-4EEC-A188-6111374A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Four subsystems share the CommandScheduler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FFE2078-C5DF-4DD3-9467-723396BA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Each subsystem encapsulates separate hardware, so commands for different subsystems can run concurrently.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D85D80-AE19-45D8-8B3A-55BA2ADD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omain-0">
            <a:extLst xmlns:a="http://schemas.openxmlformats.org/drawingml/2006/main">
              <a:ext uri="{FF2B5EF4-FFF2-40B4-BE49-F238E27FC236}">
                <a16:creationId xmlns:a16="http://schemas.microsoft.com/office/drawing/2014/main" id="{9E6DD2E8-DF25-415B-9AFD-86725B10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400300" cy="28194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B387F-8D24-4CBB-A29C-B833B1B7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Drive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18474-D259-44EE-9715-94197C6F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4 Talon motor controllers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5241D-340E-4DDE-8AF9-AECFFC96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Default command</a:t>
            </a:r>
          </a:p>
        </p:txBody>
      </p:sp>
      <p:sp>
        <p:nvSpPr>
          <p:cNvPr id="9" name="domain-1">
            <a:extLst xmlns:a="http://schemas.openxmlformats.org/drawingml/2006/main">
              <a:ext uri="{FF2B5EF4-FFF2-40B4-BE49-F238E27FC236}">
                <a16:creationId xmlns:a16="http://schemas.microsoft.com/office/drawing/2014/main" id="{48FA02EF-F5E9-4E1A-8C21-E5403B44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76450"/>
            <a:ext cx="2400300" cy="28194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CFB05-27B0-4030-B138-50E1D81C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24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Ball belt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8620C2-346C-4676-BDE9-8D3CFE6F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1 Talon motor controller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912F1-6850-4B91-A49B-3381464A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957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Trigger.whileTrue bindings</a:t>
            </a:r>
          </a:p>
        </p:txBody>
      </p:sp>
      <p:sp>
        <p:nvSpPr>
          <p:cNvPr id="13" name="domain-2">
            <a:extLst xmlns:a="http://schemas.openxmlformats.org/drawingml/2006/main">
              <a:ext uri="{FF2B5EF4-FFF2-40B4-BE49-F238E27FC236}">
                <a16:creationId xmlns:a16="http://schemas.microsoft.com/office/drawing/2014/main" id="{3DFF3078-97FB-4122-A512-3D3B6641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400300" cy="28194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EC537E-191D-429B-82E6-EE0F30E9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Scoring roller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439AC-21B0-41B6-81A3-F188D6AE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1 Talon motor controller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DAE41-8C58-4DE0-8A68-2785CFE5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Trigger.whileTrue binding</a:t>
            </a:r>
          </a:p>
        </p:txBody>
      </p:sp>
      <p:sp>
        <p:nvSpPr>
          <p:cNvPr id="17" name="domain-3">
            <a:extLst xmlns:a="http://schemas.openxmlformats.org/drawingml/2006/main">
              <a:ext uri="{FF2B5EF4-FFF2-40B4-BE49-F238E27FC236}">
                <a16:creationId xmlns:a16="http://schemas.microsoft.com/office/drawing/2014/main" id="{F127421D-DD7B-4160-BC18-9E57ED12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76450"/>
            <a:ext cx="2400300" cy="281940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7A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605E0B-4AAC-4D98-B33C-B5B38EAE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241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F7A7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7A7A"/>
                </a:solidFill>
                <a:latin typeface="Aptos"/>
                <a:ea typeface="Aptos"/>
                <a:cs typeface="Aptos"/>
              </a:rPr>
              <a:t>Climber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5C76EB-9132-4548-BCD2-D1203F03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196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2 double solenoids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7E9AAD-F899-47AD-ACBA-54E91901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Trigger.onTrue binding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87A41E-F3AF-4289-88C8-1E1E339D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34000"/>
            <a:ext cx="82296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A2436F-5E24-489F-9173-AFE398BE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67350"/>
            <a:ext cx="769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RobotContainer constructs the subsystems. CommandScheduler schedules their commands.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B17E4CA-9F57-4189-BAA8-8714306B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E2E5D3D-D9D0-46D4-964E-46A3B713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435107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E20D447-86AE-4008-99FF-64CF9A9D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HARDWARE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5CB98C-3708-48EB-B1DE-07F79B89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software map follows the robot's actuator wiring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B052F71-2B50-4B69-9E15-E65119EE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PWM channels drive the motors. PCM module 0 controls both climber cylinders.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73538AE-2D8B-4D57-9D05-2F085FD1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ardware-table-cell-0-0">
            <a:extLst xmlns:a="http://schemas.openxmlformats.org/drawingml/2006/main">
              <a:ext uri="{FF2B5EF4-FFF2-40B4-BE49-F238E27FC236}">
                <a16:creationId xmlns:a16="http://schemas.microsoft.com/office/drawing/2014/main" id="{7BAA3EE5-76E4-4ABF-84DB-11361DF6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hardware-table-text-0-0">
            <a:extLst xmlns:a="http://schemas.openxmlformats.org/drawingml/2006/main">
              <a:ext uri="{FF2B5EF4-FFF2-40B4-BE49-F238E27FC236}">
                <a16:creationId xmlns:a16="http://schemas.microsoft.com/office/drawing/2014/main" id="{06D55707-6D09-4BF5-BA4E-7C082190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Mechanism</a:t>
            </a:r>
          </a:p>
        </p:txBody>
      </p:sp>
      <p:sp>
        <p:nvSpPr>
          <p:cNvPr id="7" name="hardware-table-cell-0-1">
            <a:extLst xmlns:a="http://schemas.openxmlformats.org/drawingml/2006/main">
              <a:ext uri="{FF2B5EF4-FFF2-40B4-BE49-F238E27FC236}">
                <a16:creationId xmlns:a16="http://schemas.microsoft.com/office/drawing/2014/main" id="{D5A06C51-9865-4126-9C7C-D8A81AFB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8" name="hardware-table-text-0-1">
            <a:extLst xmlns:a="http://schemas.openxmlformats.org/drawingml/2006/main">
              <a:ext uri="{FF2B5EF4-FFF2-40B4-BE49-F238E27FC236}">
                <a16:creationId xmlns:a16="http://schemas.microsoft.com/office/drawing/2014/main" id="{F4E261B0-E0E4-4309-9FC1-8F2CF873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669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Actuator</a:t>
            </a:r>
          </a:p>
        </p:txBody>
      </p:sp>
      <p:sp>
        <p:nvSpPr>
          <p:cNvPr id="9" name="hardware-table-cell-0-2">
            <a:extLst xmlns:a="http://schemas.openxmlformats.org/drawingml/2006/main">
              <a:ext uri="{FF2B5EF4-FFF2-40B4-BE49-F238E27FC236}">
                <a16:creationId xmlns:a16="http://schemas.microsoft.com/office/drawing/2014/main" id="{2C54FB0E-4F68-49AE-9186-9A9ADF63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7907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0" name="hardware-table-text-0-2">
            <a:extLst xmlns:a="http://schemas.openxmlformats.org/drawingml/2006/main">
              <a:ext uri="{FF2B5EF4-FFF2-40B4-BE49-F238E27FC236}">
                <a16:creationId xmlns:a16="http://schemas.microsoft.com/office/drawing/2014/main" id="{3E94B4B7-3879-49A9-BC98-1A2BB66A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6690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Channel</a:t>
            </a:r>
          </a:p>
        </p:txBody>
      </p:sp>
      <p:sp>
        <p:nvSpPr>
          <p:cNvPr id="11" name="hardware-table-cell-0-3">
            <a:extLst xmlns:a="http://schemas.openxmlformats.org/drawingml/2006/main">
              <a:ext uri="{FF2B5EF4-FFF2-40B4-BE49-F238E27FC236}">
                <a16:creationId xmlns:a16="http://schemas.microsoft.com/office/drawing/2014/main" id="{0B12315B-A574-4D6A-BD76-F1887CD1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90700"/>
            <a:ext cx="3733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2" name="hardware-table-text-0-3">
            <a:extLst xmlns:a="http://schemas.openxmlformats.org/drawingml/2006/main">
              <a:ext uri="{FF2B5EF4-FFF2-40B4-BE49-F238E27FC236}">
                <a16:creationId xmlns:a16="http://schemas.microsoft.com/office/drawing/2014/main" id="{776294A6-CCFC-46EC-BD7F-6C1CB6B3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66900"/>
            <a:ext cx="350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Implementation detail</a:t>
            </a:r>
          </a:p>
        </p:txBody>
      </p:sp>
      <p:sp>
        <p:nvSpPr>
          <p:cNvPr id="13" name="hardware-table-cell-1-0">
            <a:extLst xmlns:a="http://schemas.openxmlformats.org/drawingml/2006/main">
              <a:ext uri="{FF2B5EF4-FFF2-40B4-BE49-F238E27FC236}">
                <a16:creationId xmlns:a16="http://schemas.microsoft.com/office/drawing/2014/main" id="{99D8FA02-60DE-4BFE-97DD-E6B6150A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4" name="hardware-table-text-1-0">
            <a:extLst xmlns:a="http://schemas.openxmlformats.org/drawingml/2006/main">
              <a:ext uri="{FF2B5EF4-FFF2-40B4-BE49-F238E27FC236}">
                <a16:creationId xmlns:a16="http://schemas.microsoft.com/office/drawing/2014/main" id="{0545CC51-D78A-4B5C-9F00-4B1D03C2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Left drivetrain</a:t>
            </a:r>
          </a:p>
        </p:txBody>
      </p:sp>
      <p:sp>
        <p:nvSpPr>
          <p:cNvPr id="15" name="hardware-table-cell-1-1">
            <a:extLst xmlns:a="http://schemas.openxmlformats.org/drawingml/2006/main">
              <a:ext uri="{FF2B5EF4-FFF2-40B4-BE49-F238E27FC236}">
                <a16:creationId xmlns:a16="http://schemas.microsoft.com/office/drawing/2014/main" id="{C424B944-56B6-4F99-A187-702E4057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050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6" name="hardware-table-text-1-1">
            <a:extLst xmlns:a="http://schemas.openxmlformats.org/drawingml/2006/main">
              <a:ext uri="{FF2B5EF4-FFF2-40B4-BE49-F238E27FC236}">
                <a16:creationId xmlns:a16="http://schemas.microsoft.com/office/drawing/2014/main" id="{D1B796CB-4039-4862-A14A-4F1A53E4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812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2 PWM Talons</a:t>
            </a:r>
          </a:p>
        </p:txBody>
      </p:sp>
      <p:sp>
        <p:nvSpPr>
          <p:cNvPr id="17" name="hardware-table-cell-1-2">
            <a:extLst xmlns:a="http://schemas.openxmlformats.org/drawingml/2006/main">
              <a:ext uri="{FF2B5EF4-FFF2-40B4-BE49-F238E27FC236}">
                <a16:creationId xmlns:a16="http://schemas.microsoft.com/office/drawing/2014/main" id="{E8ADBBB4-8720-4CDB-A566-F5D96559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050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8" name="hardware-table-text-1-2">
            <a:extLst xmlns:a="http://schemas.openxmlformats.org/drawingml/2006/main">
              <a:ext uri="{FF2B5EF4-FFF2-40B4-BE49-F238E27FC236}">
                <a16:creationId xmlns:a16="http://schemas.microsoft.com/office/drawing/2014/main" id="{1A16BF7A-1949-44DA-ACD3-9DBC35B2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12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PWM 0 and 1</a:t>
            </a:r>
          </a:p>
        </p:txBody>
      </p:sp>
      <p:sp>
        <p:nvSpPr>
          <p:cNvPr id="19" name="hardware-table-cell-1-3">
            <a:extLst xmlns:a="http://schemas.openxmlformats.org/drawingml/2006/main">
              <a:ext uri="{FF2B5EF4-FFF2-40B4-BE49-F238E27FC236}">
                <a16:creationId xmlns:a16="http://schemas.microsoft.com/office/drawing/2014/main" id="{A74491D3-683E-432E-9358-AE2F21A2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05050"/>
            <a:ext cx="3733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0" name="hardware-table-text-1-3">
            <a:extLst xmlns:a="http://schemas.openxmlformats.org/drawingml/2006/main">
              <a:ext uri="{FF2B5EF4-FFF2-40B4-BE49-F238E27FC236}">
                <a16:creationId xmlns:a16="http://schemas.microsoft.com/office/drawing/2014/main" id="{70A3D022-BF48-4BBC-B2C3-77D424F5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81250"/>
            <a:ext cx="350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One output is sent to both motors</a:t>
            </a:r>
          </a:p>
        </p:txBody>
      </p:sp>
      <p:sp>
        <p:nvSpPr>
          <p:cNvPr id="21" name="hardware-table-cell-2-0">
            <a:extLst xmlns:a="http://schemas.openxmlformats.org/drawingml/2006/main">
              <a:ext uri="{FF2B5EF4-FFF2-40B4-BE49-F238E27FC236}">
                <a16:creationId xmlns:a16="http://schemas.microsoft.com/office/drawing/2014/main" id="{74BE3E48-3070-409E-8A40-5437408D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hardware-table-text-2-0">
            <a:extLst xmlns:a="http://schemas.openxmlformats.org/drawingml/2006/main">
              <a:ext uri="{FF2B5EF4-FFF2-40B4-BE49-F238E27FC236}">
                <a16:creationId xmlns:a16="http://schemas.microsoft.com/office/drawing/2014/main" id="{428E62EE-153F-4780-B861-57F6AD43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Right drivetrain</a:t>
            </a:r>
          </a:p>
        </p:txBody>
      </p:sp>
      <p:sp>
        <p:nvSpPr>
          <p:cNvPr id="23" name="hardware-table-cell-2-1">
            <a:extLst xmlns:a="http://schemas.openxmlformats.org/drawingml/2006/main">
              <a:ext uri="{FF2B5EF4-FFF2-40B4-BE49-F238E27FC236}">
                <a16:creationId xmlns:a16="http://schemas.microsoft.com/office/drawing/2014/main" id="{D2872D21-CC3F-4725-BA6A-0FDAE9F3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289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4" name="hardware-table-text-2-1">
            <a:extLst xmlns:a="http://schemas.openxmlformats.org/drawingml/2006/main">
              <a:ext uri="{FF2B5EF4-FFF2-40B4-BE49-F238E27FC236}">
                <a16:creationId xmlns:a16="http://schemas.microsoft.com/office/drawing/2014/main" id="{1BD5C605-0A45-41A4-87E2-6EB35966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051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2 PWM Talons</a:t>
            </a:r>
          </a:p>
        </p:txBody>
      </p:sp>
      <p:sp>
        <p:nvSpPr>
          <p:cNvPr id="25" name="hardware-table-cell-2-2">
            <a:extLst xmlns:a="http://schemas.openxmlformats.org/drawingml/2006/main">
              <a:ext uri="{FF2B5EF4-FFF2-40B4-BE49-F238E27FC236}">
                <a16:creationId xmlns:a16="http://schemas.microsoft.com/office/drawing/2014/main" id="{05C53C54-BB41-4810-85FB-C1296C7C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289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6" name="hardware-table-text-2-2">
            <a:extLst xmlns:a="http://schemas.openxmlformats.org/drawingml/2006/main">
              <a:ext uri="{FF2B5EF4-FFF2-40B4-BE49-F238E27FC236}">
                <a16:creationId xmlns:a16="http://schemas.microsoft.com/office/drawing/2014/main" id="{B4AB9608-8FF4-42C4-B717-05811B06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051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PWM 3 and 2</a:t>
            </a:r>
          </a:p>
        </p:txBody>
      </p:sp>
      <p:sp>
        <p:nvSpPr>
          <p:cNvPr id="27" name="hardware-table-cell-2-3">
            <a:extLst xmlns:a="http://schemas.openxmlformats.org/drawingml/2006/main">
              <a:ext uri="{FF2B5EF4-FFF2-40B4-BE49-F238E27FC236}">
                <a16:creationId xmlns:a16="http://schemas.microsoft.com/office/drawing/2014/main" id="{EE80474A-119F-44A5-8BC6-9B83A503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28950"/>
            <a:ext cx="3733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8" name="hardware-table-text-2-3">
            <a:extLst xmlns:a="http://schemas.openxmlformats.org/drawingml/2006/main">
              <a:ext uri="{FF2B5EF4-FFF2-40B4-BE49-F238E27FC236}">
                <a16:creationId xmlns:a16="http://schemas.microsoft.com/office/drawing/2014/main" id="{BAC00BEA-6282-4918-A627-34C50366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05150"/>
            <a:ext cx="350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right pair is inverted in software</a:t>
            </a:r>
          </a:p>
        </p:txBody>
      </p:sp>
      <p:sp>
        <p:nvSpPr>
          <p:cNvPr id="29" name="hardware-table-cell-3-0">
            <a:extLst xmlns:a="http://schemas.openxmlformats.org/drawingml/2006/main">
              <a:ext uri="{FF2B5EF4-FFF2-40B4-BE49-F238E27FC236}">
                <a16:creationId xmlns:a16="http://schemas.microsoft.com/office/drawing/2014/main" id="{EB938E54-A612-4ED0-8FC0-A7949DC4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0" name="hardware-table-text-3-0">
            <a:extLst xmlns:a="http://schemas.openxmlformats.org/drawingml/2006/main">
              <a:ext uri="{FF2B5EF4-FFF2-40B4-BE49-F238E27FC236}">
                <a16:creationId xmlns:a16="http://schemas.microsoft.com/office/drawing/2014/main" id="{DE2B1139-8024-40F7-A0F1-F5123134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Ball belt</a:t>
            </a:r>
          </a:p>
        </p:txBody>
      </p:sp>
      <p:sp>
        <p:nvSpPr>
          <p:cNvPr id="31" name="hardware-table-cell-3-1">
            <a:extLst xmlns:a="http://schemas.openxmlformats.org/drawingml/2006/main">
              <a:ext uri="{FF2B5EF4-FFF2-40B4-BE49-F238E27FC236}">
                <a16:creationId xmlns:a16="http://schemas.microsoft.com/office/drawing/2014/main" id="{5495E842-27D4-46C9-A3AF-28A36EB7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528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2" name="hardware-table-text-3-1">
            <a:extLst xmlns:a="http://schemas.openxmlformats.org/drawingml/2006/main">
              <a:ext uri="{FF2B5EF4-FFF2-40B4-BE49-F238E27FC236}">
                <a16:creationId xmlns:a16="http://schemas.microsoft.com/office/drawing/2014/main" id="{2F18A062-608A-41C9-9C9F-B428E60B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290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1 PWM Talon</a:t>
            </a:r>
          </a:p>
        </p:txBody>
      </p:sp>
      <p:sp>
        <p:nvSpPr>
          <p:cNvPr id="33" name="hardware-table-cell-3-2">
            <a:extLst xmlns:a="http://schemas.openxmlformats.org/drawingml/2006/main">
              <a:ext uri="{FF2B5EF4-FFF2-40B4-BE49-F238E27FC236}">
                <a16:creationId xmlns:a16="http://schemas.microsoft.com/office/drawing/2014/main" id="{ED4B427D-7087-4898-BB97-1E59AFC2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7528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4" name="hardware-table-text-3-2">
            <a:extLst xmlns:a="http://schemas.openxmlformats.org/drawingml/2006/main">
              <a:ext uri="{FF2B5EF4-FFF2-40B4-BE49-F238E27FC236}">
                <a16:creationId xmlns:a16="http://schemas.microsoft.com/office/drawing/2014/main" id="{A654D651-884A-4B98-A4E4-7282444C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290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PWM 5</a:t>
            </a:r>
          </a:p>
        </p:txBody>
      </p:sp>
      <p:sp>
        <p:nvSpPr>
          <p:cNvPr id="35" name="hardware-table-cell-3-3">
            <a:extLst xmlns:a="http://schemas.openxmlformats.org/drawingml/2006/main">
              <a:ext uri="{FF2B5EF4-FFF2-40B4-BE49-F238E27FC236}">
                <a16:creationId xmlns:a16="http://schemas.microsoft.com/office/drawing/2014/main" id="{381868D2-61A2-471A-AA87-130CA153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52850"/>
            <a:ext cx="3733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6" name="hardware-table-text-3-3">
            <a:extLst xmlns:a="http://schemas.openxmlformats.org/drawingml/2006/main">
              <a:ext uri="{FF2B5EF4-FFF2-40B4-BE49-F238E27FC236}">
                <a16:creationId xmlns:a16="http://schemas.microsoft.com/office/drawing/2014/main" id="{D0E96814-6AA1-4492-ADCA-7843F87B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29050"/>
            <a:ext cx="350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Positive output moves the belt inward</a:t>
            </a:r>
          </a:p>
        </p:txBody>
      </p:sp>
      <p:sp>
        <p:nvSpPr>
          <p:cNvPr id="37" name="hardware-table-cell-4-0">
            <a:extLst xmlns:a="http://schemas.openxmlformats.org/drawingml/2006/main">
              <a:ext uri="{FF2B5EF4-FFF2-40B4-BE49-F238E27FC236}">
                <a16:creationId xmlns:a16="http://schemas.microsoft.com/office/drawing/2014/main" id="{09E9F3E1-592F-43AD-BF31-DADFFCE1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8" name="hardware-table-text-4-0">
            <a:extLst xmlns:a="http://schemas.openxmlformats.org/drawingml/2006/main">
              <a:ext uri="{FF2B5EF4-FFF2-40B4-BE49-F238E27FC236}">
                <a16:creationId xmlns:a16="http://schemas.microsoft.com/office/drawing/2014/main" id="{CEB804B6-EF5F-4C25-8838-FFCD2355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Scoring roller</a:t>
            </a:r>
          </a:p>
        </p:txBody>
      </p:sp>
      <p:sp>
        <p:nvSpPr>
          <p:cNvPr id="39" name="hardware-table-cell-4-1">
            <a:extLst xmlns:a="http://schemas.openxmlformats.org/drawingml/2006/main">
              <a:ext uri="{FF2B5EF4-FFF2-40B4-BE49-F238E27FC236}">
                <a16:creationId xmlns:a16="http://schemas.microsoft.com/office/drawing/2014/main" id="{EDFB9A88-A1C7-4727-952C-D072E63F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767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40" name="hardware-table-text-4-1">
            <a:extLst xmlns:a="http://schemas.openxmlformats.org/drawingml/2006/main">
              <a:ext uri="{FF2B5EF4-FFF2-40B4-BE49-F238E27FC236}">
                <a16:creationId xmlns:a16="http://schemas.microsoft.com/office/drawing/2014/main" id="{2303308D-9807-42CE-B7B4-41095844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52950"/>
            <a:ext cx="215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1 PWM Talon</a:t>
            </a:r>
          </a:p>
        </p:txBody>
      </p:sp>
      <p:sp>
        <p:nvSpPr>
          <p:cNvPr id="41" name="hardware-table-cell-4-2">
            <a:extLst xmlns:a="http://schemas.openxmlformats.org/drawingml/2006/main">
              <a:ext uri="{FF2B5EF4-FFF2-40B4-BE49-F238E27FC236}">
                <a16:creationId xmlns:a16="http://schemas.microsoft.com/office/drawing/2014/main" id="{A2B7564F-58BC-4266-8EBF-68C75D49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76750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42" name="hardware-table-text-4-2">
            <a:extLst xmlns:a="http://schemas.openxmlformats.org/drawingml/2006/main">
              <a:ext uri="{FF2B5EF4-FFF2-40B4-BE49-F238E27FC236}">
                <a16:creationId xmlns:a16="http://schemas.microsoft.com/office/drawing/2014/main" id="{2C935CBD-8249-40E4-B177-1CBF52DC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552950"/>
            <a:ext cx="224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PWM 4</a:t>
            </a:r>
          </a:p>
        </p:txBody>
      </p:sp>
      <p:sp>
        <p:nvSpPr>
          <p:cNvPr id="43" name="hardware-table-cell-4-3">
            <a:extLst xmlns:a="http://schemas.openxmlformats.org/drawingml/2006/main">
              <a:ext uri="{FF2B5EF4-FFF2-40B4-BE49-F238E27FC236}">
                <a16:creationId xmlns:a16="http://schemas.microsoft.com/office/drawing/2014/main" id="{F3B41151-1B9F-4641-BDF6-70483815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3733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44" name="hardware-table-text-4-3">
            <a:extLst xmlns:a="http://schemas.openxmlformats.org/drawingml/2006/main">
              <a:ext uri="{FF2B5EF4-FFF2-40B4-BE49-F238E27FC236}">
                <a16:creationId xmlns:a16="http://schemas.microsoft.com/office/drawing/2014/main" id="{94866AD6-FA20-4481-A100-1C5409BF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52950"/>
            <a:ext cx="350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Runs independently from the belt</a:t>
            </a:r>
          </a:p>
        </p:txBody>
      </p:sp>
      <p:sp>
        <p:nvSpPr>
          <p:cNvPr id="45" name="hardware-table-cell-5-0">
            <a:extLst xmlns:a="http://schemas.openxmlformats.org/drawingml/2006/main">
              <a:ext uri="{FF2B5EF4-FFF2-40B4-BE49-F238E27FC236}">
                <a16:creationId xmlns:a16="http://schemas.microsoft.com/office/drawing/2014/main" id="{19E6A5FA-6300-4DA3-9016-EF8C49F0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46" name="hardware-table-text-5-0">
            <a:extLst xmlns:a="http://schemas.openxmlformats.org/drawingml/2006/main">
              <a:ext uri="{FF2B5EF4-FFF2-40B4-BE49-F238E27FC236}">
                <a16:creationId xmlns:a16="http://schemas.microsoft.com/office/drawing/2014/main" id="{80477EB4-8832-4FD6-B7B4-42C75405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Climber</a:t>
            </a:r>
          </a:p>
        </p:txBody>
      </p:sp>
      <p:sp>
        <p:nvSpPr>
          <p:cNvPr id="47" name="hardware-table-cell-5-1">
            <a:extLst xmlns:a="http://schemas.openxmlformats.org/drawingml/2006/main">
              <a:ext uri="{FF2B5EF4-FFF2-40B4-BE49-F238E27FC236}">
                <a16:creationId xmlns:a16="http://schemas.microsoft.com/office/drawing/2014/main" id="{84D09468-D468-4832-9E20-8DA3B792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006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48" name="hardware-table-text-5-1">
            <a:extLst xmlns:a="http://schemas.openxmlformats.org/drawingml/2006/main">
              <a:ext uri="{FF2B5EF4-FFF2-40B4-BE49-F238E27FC236}">
                <a16:creationId xmlns:a16="http://schemas.microsoft.com/office/drawing/2014/main" id="{CBE5D07E-F41B-4453-BE23-7C782C0A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7685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2 DoubleSolenoid objects</a:t>
            </a:r>
          </a:p>
        </p:txBody>
      </p:sp>
      <p:sp>
        <p:nvSpPr>
          <p:cNvPr id="49" name="hardware-table-cell-5-2">
            <a:extLst xmlns:a="http://schemas.openxmlformats.org/drawingml/2006/main">
              <a:ext uri="{FF2B5EF4-FFF2-40B4-BE49-F238E27FC236}">
                <a16:creationId xmlns:a16="http://schemas.microsoft.com/office/drawing/2014/main" id="{3EAB05C8-E4AA-4E21-922B-8A3FD3EE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200650"/>
            <a:ext cx="247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50" name="hardware-table-text-5-2">
            <a:extLst xmlns:a="http://schemas.openxmlformats.org/drawingml/2006/main">
              <a:ext uri="{FF2B5EF4-FFF2-40B4-BE49-F238E27FC236}">
                <a16:creationId xmlns:a16="http://schemas.microsoft.com/office/drawing/2014/main" id="{4ED71D25-0619-4138-828C-D357447A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276850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PCM 0, ports 0/1 and 2/3</a:t>
            </a:r>
          </a:p>
        </p:txBody>
      </p:sp>
      <p:sp>
        <p:nvSpPr>
          <p:cNvPr id="51" name="hardware-table-cell-5-3">
            <a:extLst xmlns:a="http://schemas.openxmlformats.org/drawingml/2006/main">
              <a:ext uri="{FF2B5EF4-FFF2-40B4-BE49-F238E27FC236}">
                <a16:creationId xmlns:a16="http://schemas.microsoft.com/office/drawing/2014/main" id="{BA930FD5-88A8-42F0-9A87-B30E64CC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00650"/>
            <a:ext cx="3733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52" name="hardware-table-text-5-3">
            <a:extLst xmlns:a="http://schemas.openxmlformats.org/drawingml/2006/main">
              <a:ext uri="{FF2B5EF4-FFF2-40B4-BE49-F238E27FC236}">
                <a16:creationId xmlns:a16="http://schemas.microsoft.com/office/drawing/2014/main" id="{D8DCA310-092D-49F4-8B0D-827F724A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76850"/>
            <a:ext cx="350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Both cylinders change position together</a:t>
            </a:r>
          </a:p>
        </p:txBody>
      </p:sp>
      <p:sp>
        <p:nvSpPr>
          <p:cNvPr id="5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04FD0F5-181B-452F-BAF0-4BEF9CED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5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5761F37-6636-4C42-AC49-A7B86952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926456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3181964-3E45-474D-BE42-948B7E36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OPERATOR CONTROLS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74E52D-6971-42F7-BC5F-56AE5204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Two Xbox controllers separate driving from mechanism control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AB3037E-20E3-451C-9B2D-3E4EEE64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The driver owns tank drive; the operator owns the belt, roller, and climber.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6D9933A-AE42-4682-88BE-99B4D2F7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troller-0">
            <a:extLst xmlns:a="http://schemas.openxmlformats.org/drawingml/2006/main">
              <a:ext uri="{FF2B5EF4-FFF2-40B4-BE49-F238E27FC236}">
                <a16:creationId xmlns:a16="http://schemas.microsoft.com/office/drawing/2014/main" id="{BDDA0BB5-C205-4A06-BF92-37450286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200400" cy="34290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AE05B-D352-450F-B294-C8A7FE7D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USB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F192F-D7D4-48FC-9DC1-25ABE4D7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Driver Xbox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E15923-DFBD-46BA-9A84-60069B04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Left stick 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0A51C-08EF-4F51-9AB8-50849F40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Left drive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B469C-1C02-4A21-A62E-67A24B5B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Right stick 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26596-231B-4D9B-B9DE-D4029161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Right drive output</a:t>
            </a:r>
          </a:p>
        </p:txBody>
      </p:sp>
      <p:sp>
        <p:nvSpPr>
          <p:cNvPr id="12" name="controller-1">
            <a:extLst xmlns:a="http://schemas.openxmlformats.org/drawingml/2006/main">
              <a:ext uri="{FF2B5EF4-FFF2-40B4-BE49-F238E27FC236}">
                <a16:creationId xmlns:a16="http://schemas.microsoft.com/office/drawing/2014/main" id="{6781C98F-FB9E-42A2-B83C-D79856A3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24050"/>
            <a:ext cx="3200400" cy="34290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394BAC-5A3C-41C1-8D55-3FC779BB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MODE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7C287-92F7-4149-9F3B-3ED7B25A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Slow drive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074D2-B2E5-417C-AA60-98A25E9E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57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Right bumper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43BBA4-F2F6-4710-9889-E45412A3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33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Hold for 0.4 scale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4A77BD-3880-4554-AD02-DC15FC57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10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Release for 0.8 scale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B979E3-1DBC-4EC5-89B7-9FD3D31A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86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Driver control only</a:t>
            </a:r>
          </a:p>
        </p:txBody>
      </p:sp>
      <p:sp>
        <p:nvSpPr>
          <p:cNvPr id="19" name="controller-2">
            <a:extLst xmlns:a="http://schemas.openxmlformats.org/drawingml/2006/main">
              <a:ext uri="{FF2B5EF4-FFF2-40B4-BE49-F238E27FC236}">
                <a16:creationId xmlns:a16="http://schemas.microsoft.com/office/drawing/2014/main" id="{732220BA-CD98-431D-953C-825CB8E7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24050"/>
            <a:ext cx="3200400" cy="34290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BF343E-B5C4-4975-8516-3194B519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526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USB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CBC0E1-953A-4FDC-A7B6-75ECB5CB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Xbox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448B75-D61C-4159-AAC2-E7F4C94F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575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A   Belt 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41C420-D430-4464-BBC5-CE9AF7C5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338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B   Belt 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9A6295-11C2-44A4-BEA4-7E4F14BB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100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X   Roller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6E3896-0184-46C2-96ED-75074A0C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863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Y   Climber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7864C6-A955-4D08-9F50-67AF910B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Two CommandXboxController instances keep driver and operator bindings distinct.</a:t>
            </a:r>
          </a:p>
        </p:txBody>
      </p:sp>
      <p:sp>
        <p:nvSpPr>
          <p:cNvPr id="2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AD3B33E-5BD9-4BA3-8494-A6A40C70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FDC2AC1-D5CE-4190-914F-172FFABB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787718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24DB374-6C07-4362-9FC7-2476C9E6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SOFTWARE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D681DA6-E408-4CCF-9B4A-AC37B4DF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Subsystems define how; commands define when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A2A3396-EB74-4B95-8B73-64E4A9BC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RobotContainer connects operator input to commands, and the scheduler controls when those commands run.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8000023-3791-46DE-83AA-B539182C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ayer-0">
            <a:extLst xmlns:a="http://schemas.openxmlformats.org/drawingml/2006/main">
              <a:ext uri="{FF2B5EF4-FFF2-40B4-BE49-F238E27FC236}">
                <a16:creationId xmlns:a16="http://schemas.microsoft.com/office/drawing/2014/main" id="{66D249D3-2432-4ADF-86A6-01A36826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6" name="layer-1">
            <a:extLst xmlns:a="http://schemas.openxmlformats.org/drawingml/2006/main">
              <a:ext uri="{FF2B5EF4-FFF2-40B4-BE49-F238E27FC236}">
                <a16:creationId xmlns:a16="http://schemas.microsoft.com/office/drawing/2014/main" id="{EFFDCADA-846E-497F-AB5F-7721B053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7" name="layer-2">
            <a:extLst xmlns:a="http://schemas.openxmlformats.org/drawingml/2006/main">
              <a:ext uri="{FF2B5EF4-FFF2-40B4-BE49-F238E27FC236}">
                <a16:creationId xmlns:a16="http://schemas.microsoft.com/office/drawing/2014/main" id="{98B48D6F-3334-45BF-81FB-7E74E772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8" name="layer-3">
            <a:extLst xmlns:a="http://schemas.openxmlformats.org/drawingml/2006/main">
              <a:ext uri="{FF2B5EF4-FFF2-40B4-BE49-F238E27FC236}">
                <a16:creationId xmlns:a16="http://schemas.microsoft.com/office/drawing/2014/main" id="{45EB9CE4-6ACB-4E79-A545-B5506FBB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9" name="layer-4">
            <a:extLst xmlns:a="http://schemas.openxmlformats.org/drawingml/2006/main">
              <a:ext uri="{FF2B5EF4-FFF2-40B4-BE49-F238E27FC236}">
                <a16:creationId xmlns:a16="http://schemas.microsoft.com/office/drawing/2014/main" id="{E51159AA-54CD-44A8-A4E8-5F41B635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1885950" cy="2076450"/>
          </a:xfrm>
          <a:prstGeom xmlns:a="http://schemas.openxmlformats.org/drawingml/2006/main" prst="roundRect">
            <a:avLst>
              <a:gd name="adj" fmla="val 7071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cxnSp>
        <p:nvCxnSpPr>
          <p:cNvPr id="6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9555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8630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87705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7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067800" y="34385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0038E-8AB1-47DB-B65C-77446EED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57FB7-8EEC-44F8-AA74-013E202F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Controllers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6C23D-D900-4B0D-9029-7293117D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Axes and buttons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4DCD4-DA49-4921-941E-FFEA5744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C79FAB-D810-48A1-9A84-31FE2610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RobotContainer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B9313-30FA-4610-B987-C70A2F9B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Objects and bindings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D9195-9F78-4EB3-9B0F-BD075E3D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B70B2E-A2ED-46E9-BF73-B09F224A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9D0D6A-F970-415C-9F27-EF2FC8AF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Scheduled behavior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A74869-8F3C-4BCF-9DB6-D83619BF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EB0B8C-23EB-4A0E-9F48-2549F379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Subsystems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1EBB5C-BBC4-4461-BB58-BF44A59F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Hardware ownership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22F443-99A4-4283-9B8F-17961319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90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947573-9F9C-4F34-9595-20E60B40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0515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WPILib hardware classes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2685E8-5456-4323-B881-200FA5E0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433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Talon and DoubleSolenoid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EAAB91-8319-494B-808E-911D9877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86350"/>
            <a:ext cx="9525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D95920-A743-42BE-BF9A-1F14048D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38750"/>
            <a:ext cx="902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CommandScheduler polls triggers, runs scheduled commands, and enforces subsystem requirements.</a:t>
            </a:r>
          </a:p>
        </p:txBody>
      </p:sp>
      <p:sp>
        <p:nvSpPr>
          <p:cNvPr id="3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D5B8A41-BA19-4B49-8803-F34C6455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3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75FB84C-5A8B-406B-8587-77949935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341968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8C6D8DB-FA3C-4E56-AAD5-5C237223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STARTUP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C1F82E-5F59-4444-BF94-999C948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RobotContainer assembles the live robot once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CE56417-A938-4757-B75C-33797ACB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robotInit() constructs the container, which creates controllers, subsystems, camera capture, default commands, and Trigger bindings.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E87BEB88-6838-49B3-8546-09341505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rtup-code-panel">
            <a:extLst xmlns:a="http://schemas.openxmlformats.org/drawingml/2006/main">
              <a:ext uri="{FF2B5EF4-FFF2-40B4-BE49-F238E27FC236}">
                <a16:creationId xmlns:a16="http://schemas.microsoft.com/office/drawing/2014/main" id="{97488220-CE1C-4B8C-841F-51D99686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096000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startup-code-accent">
            <a:extLst xmlns:a="http://schemas.openxmlformats.org/drawingml/2006/main">
              <a:ext uri="{FF2B5EF4-FFF2-40B4-BE49-F238E27FC236}">
                <a16:creationId xmlns:a16="http://schemas.microsoft.com/office/drawing/2014/main" id="{7AA02527-D4CF-48A7-BF64-2E35FAA7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" cy="434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rtup-code-title">
            <a:extLst xmlns:a="http://schemas.openxmlformats.org/drawingml/2006/main">
              <a:ext uri="{FF2B5EF4-FFF2-40B4-BE49-F238E27FC236}">
                <a16:creationId xmlns:a16="http://schemas.microsoft.com/office/drawing/2014/main" id="{D8FB77EF-27CA-4269-9FA6-797B3D24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569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2D48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62D48A"/>
                </a:solidFill>
                <a:latin typeface="Consolas"/>
                <a:ea typeface="Consolas"/>
                <a:cs typeface="Consolas"/>
              </a:rPr>
              <a:t>STARTUP PATH</a:t>
            </a:r>
          </a:p>
        </p:txBody>
      </p:sp>
      <p:sp>
        <p:nvSpPr>
          <p:cNvPr id="8" name="startup-code-text">
            <a:extLst xmlns:a="http://schemas.openxmlformats.org/drawingml/2006/main">
              <a:ext uri="{FF2B5EF4-FFF2-40B4-BE49-F238E27FC236}">
                <a16:creationId xmlns:a16="http://schemas.microsoft.com/office/drawing/2014/main" id="{D4D5D7BE-FF62-4011-8C15-20F2A20F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5695950" cy="3752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void robotInit()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robotContainer = new RobotContainer();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RobotContainer()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driverController = new CommandXboxController(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Constants.Operator.DRIVER_CONTROLLER);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operatorController = new CommandXboxController(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Constants.Operator.OPERATOR_CONTROLLER);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driveSubsystem = new DriveSubsystem();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climberSubsystem = new ClimberSubsystem();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beltSubsystem = new BeltSubsystem();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rollerSubsystem = new RollerSubsystem();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CameraServer.startAutomaticCapture(0);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configureDefaultCommands();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configureBindings();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8D3E44-A434-4BEC-835F-21EF0F88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383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After construction</a:t>
            </a:r>
          </a:p>
        </p:txBody>
      </p:sp>
      <p:sp>
        <p:nvSpPr>
          <p:cNvPr id="10" name="bullets-dot-0">
            <a:extLst xmlns:a="http://schemas.openxmlformats.org/drawingml/2006/main">
              <a:ext uri="{FF2B5EF4-FFF2-40B4-BE49-F238E27FC236}">
                <a16:creationId xmlns:a16="http://schemas.microsoft.com/office/drawing/2014/main" id="{DF1B579D-7541-4A53-85A3-FE762409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28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s-0">
            <a:extLst xmlns:a="http://schemas.openxmlformats.org/drawingml/2006/main">
              <a:ext uri="{FF2B5EF4-FFF2-40B4-BE49-F238E27FC236}">
                <a16:creationId xmlns:a16="http://schemas.microsoft.com/office/drawing/2014/main" id="{493AEF60-9BAC-471B-9AB2-19BDD999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4320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Each hardware object is encapsulated by one subsystem.</a:t>
            </a:r>
          </a:p>
        </p:txBody>
      </p:sp>
      <p:sp>
        <p:nvSpPr>
          <p:cNvPr id="12" name="bullets-dot-1">
            <a:extLst xmlns:a="http://schemas.openxmlformats.org/drawingml/2006/main">
              <a:ext uri="{FF2B5EF4-FFF2-40B4-BE49-F238E27FC236}">
                <a16:creationId xmlns:a16="http://schemas.microsoft.com/office/drawing/2014/main" id="{0CDC4D25-84A8-41AD-9BFB-3F400729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76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s-1">
            <a:extLst xmlns:a="http://schemas.openxmlformats.org/drawingml/2006/main">
              <a:ext uri="{FF2B5EF4-FFF2-40B4-BE49-F238E27FC236}">
                <a16:creationId xmlns:a16="http://schemas.microsoft.com/office/drawing/2014/main" id="{C88A7CBF-A562-4116-B733-A39FE8D7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9090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drive default command is ready.</a:t>
            </a:r>
          </a:p>
        </p:txBody>
      </p:sp>
      <p:sp>
        <p:nvSpPr>
          <p:cNvPr id="14" name="bullets-dot-2">
            <a:extLst xmlns:a="http://schemas.openxmlformats.org/drawingml/2006/main">
              <a:ext uri="{FF2B5EF4-FFF2-40B4-BE49-F238E27FC236}">
                <a16:creationId xmlns:a16="http://schemas.microsoft.com/office/drawing/2014/main" id="{306980A9-2F16-4A39-BBC7-B5E76E11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24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s-2">
            <a:extLst xmlns:a="http://schemas.openxmlformats.org/drawingml/2006/main">
              <a:ext uri="{FF2B5EF4-FFF2-40B4-BE49-F238E27FC236}">
                <a16:creationId xmlns:a16="http://schemas.microsoft.com/office/drawing/2014/main" id="{E3AD8519-D25F-444D-B799-D6FB5D65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3860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Trigger bindings are configured.</a:t>
            </a:r>
          </a:p>
        </p:txBody>
      </p:sp>
      <p:sp>
        <p:nvSpPr>
          <p:cNvPr id="16" name="bullets-dot-3">
            <a:extLst xmlns:a="http://schemas.openxmlformats.org/drawingml/2006/main">
              <a:ext uri="{FF2B5EF4-FFF2-40B4-BE49-F238E27FC236}">
                <a16:creationId xmlns:a16="http://schemas.microsoft.com/office/drawing/2014/main" id="{3DEBDA4E-BE39-4184-AFF4-783C61C6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72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s-3">
            <a:extLst xmlns:a="http://schemas.openxmlformats.org/drawingml/2006/main">
              <a:ext uri="{FF2B5EF4-FFF2-40B4-BE49-F238E27FC236}">
                <a16:creationId xmlns:a16="http://schemas.microsoft.com/office/drawing/2014/main" id="{EDB4BF54-5826-420F-B931-33F33628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86300"/>
            <a:ext cx="377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USB camera is streaming.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65919B9-3FDA-4EC5-8A38-08BDFEE0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1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BC99321-7EB7-4FA0-91F5-11D05698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594697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B6CA672-3E18-400E-8C44-275ADD1E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SCHEDULER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7B59BF-3F15-4996-B3B0-CBA25E29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robotPeriodic() calls CommandScheduler.run() once per robot loop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2441B6C-72B5-4AAF-85C4-1AFACC53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The default TimedRobot period is 20 ms, producing about 50 scheduler iterations per second.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0636830-9B53-4B1B-857D-BC9EDA2D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cheduler-code-panel">
            <a:extLst xmlns:a="http://schemas.openxmlformats.org/drawingml/2006/main">
              <a:ext uri="{FF2B5EF4-FFF2-40B4-BE49-F238E27FC236}">
                <a16:creationId xmlns:a16="http://schemas.microsoft.com/office/drawing/2014/main" id="{8C4FF6E5-0EE2-497A-93E8-687E7C60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3815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scheduler-code-accent">
            <a:extLst xmlns:a="http://schemas.openxmlformats.org/drawingml/2006/main">
              <a:ext uri="{FF2B5EF4-FFF2-40B4-BE49-F238E27FC236}">
                <a16:creationId xmlns:a16="http://schemas.microsoft.com/office/drawing/2014/main" id="{A9C63144-90C0-42D9-9500-63B788D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715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D4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heduler-code-title">
            <a:extLst xmlns:a="http://schemas.openxmlformats.org/drawingml/2006/main">
              <a:ext uri="{FF2B5EF4-FFF2-40B4-BE49-F238E27FC236}">
                <a16:creationId xmlns:a16="http://schemas.microsoft.com/office/drawing/2014/main" id="{2AE696D0-D50D-42DF-AFCB-0BB2BFF2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98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62D48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62D48A"/>
                </a:solidFill>
                <a:latin typeface="Consolas"/>
                <a:ea typeface="Consolas"/>
                <a:cs typeface="Consolas"/>
              </a:rPr>
              <a:t>Robot.java</a:t>
            </a:r>
          </a:p>
        </p:txBody>
      </p:sp>
      <p:sp>
        <p:nvSpPr>
          <p:cNvPr id="8" name="scheduler-code-text">
            <a:extLst xmlns:a="http://schemas.openxmlformats.org/drawingml/2006/main">
              <a:ext uri="{FF2B5EF4-FFF2-40B4-BE49-F238E27FC236}">
                <a16:creationId xmlns:a16="http://schemas.microsoft.com/office/drawing/2014/main" id="{F7DE9472-004B-486E-9934-20C49544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39814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@Override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void robotPeriodic()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CommandScheduler.getInstance().run();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C8115-3A77-4D0A-BF48-4B952F1A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812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032AA-B71D-4511-B332-06B596F6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859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Run subsystem periodic methods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63DBC-AAF8-4B1C-9E94-18046FBC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812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A9CD3-24E9-4D27-B8F2-1F1ECEB1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859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Poll Trigger bindings; schedule or cancel commands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9D4E6-5B0F-4C97-8437-CC488EDC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575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78100-FB58-4A8D-B823-29D68C3B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6230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Execute scheduled commands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17761-05C2-4D3E-B4AD-8EF0EB28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575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DDFB60-4A7F-4B44-A725-A8F2A4C5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6230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Check completion and call end(...)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925BDD-CEF4-45AF-808D-FA681ACF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339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78EBEA-C83F-4BEE-A4A9-FC3BE705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386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Schedule default commands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1B893-B570-487F-B426-6C8D0F7F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1C5E99-E644-4EF2-A4FA-0AFCC0DB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43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Commands must return promptly so CommandScheduler.run() can finish each iteration.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5C17B1F-140B-4DD7-ACF8-21EF376B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D28AF44-E9D4-4434-A61E-3E10AAFE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24930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0BE5B55-5AD8-4040-B6D4-9FCF0B1C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COMMAND LIFECYCLE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9F8DC2-C8AD-44CE-9CF1-126E1070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Commands run one step per scheduler iteration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38113A1-37AC-491B-9236-0C26A63A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The lifecycle separates setup, repeated work, completion, and cleanup.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588F431-AE58-4BD7-A253-2CB74589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ifecycle-0">
            <a:extLst xmlns:a="http://schemas.openxmlformats.org/drawingml/2006/main">
              <a:ext uri="{FF2B5EF4-FFF2-40B4-BE49-F238E27FC236}">
                <a16:creationId xmlns:a16="http://schemas.microsoft.com/office/drawing/2014/main" id="{DB41D1DC-0214-4F94-93F9-57948938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3429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8CA02-4DEE-43B7-A844-536C449F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B64D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FFB64D"/>
                </a:solidFill>
                <a:latin typeface="Consolas"/>
                <a:ea typeface="Consolas"/>
                <a:cs typeface="Consolas"/>
              </a:rPr>
              <a:t>initialize()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30BBC-4DDE-47D0-B149-CECF6879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812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Once when scheduled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0DAC0-8885-45C0-9BE1-1C9ED846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95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9" name="lifecycle-1">
            <a:extLst xmlns:a="http://schemas.openxmlformats.org/drawingml/2006/main">
              <a:ext uri="{FF2B5EF4-FFF2-40B4-BE49-F238E27FC236}">
                <a16:creationId xmlns:a16="http://schemas.microsoft.com/office/drawing/2014/main" id="{1C22FF74-69FE-4513-85E4-E7C20132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3429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1B98C-311D-4049-A710-85CEAD4B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241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execute()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CE4A3-0929-4E48-BEC0-906EC9D7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33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Once per scheduler iteration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A14AE-E845-497C-B095-3035D100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48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3" name="lifecycle-2">
            <a:extLst xmlns:a="http://schemas.openxmlformats.org/drawingml/2006/main">
              <a:ext uri="{FF2B5EF4-FFF2-40B4-BE49-F238E27FC236}">
                <a16:creationId xmlns:a16="http://schemas.microsoft.com/office/drawing/2014/main" id="{BAE93C62-2D62-435F-946F-B2ACA9ED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3429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E3A5A1-6E43-46FF-A40A-E3132EFD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isFinished()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983D53-A06F-4C29-9CA7-77692605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862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Checked after execution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4A347-69BB-4B6B-91C9-6F78B5AD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005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7" name="lifecycle-3">
            <a:extLst xmlns:a="http://schemas.openxmlformats.org/drawingml/2006/main">
              <a:ext uri="{FF2B5EF4-FFF2-40B4-BE49-F238E27FC236}">
                <a16:creationId xmlns:a16="http://schemas.microsoft.com/office/drawing/2014/main" id="{0476A1ED-E625-414C-BACF-4F4C2CC8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3429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644EC6-5ACA-401C-9EEB-2A80AD44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291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62D48A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62D48A"/>
                </a:solidFill>
                <a:latin typeface="Consolas"/>
                <a:ea typeface="Consolas"/>
                <a:cs typeface="Consolas"/>
              </a:rPr>
              <a:t>end(interrupted)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19021E-FE0E-41AF-BF22-6FD2FBF1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38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Once on finish or cancellation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43787C-381C-4F45-9F44-3FEE97FE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67000"/>
            <a:ext cx="28384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7EBBAF-37E0-4710-B732-F4AAF43F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384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false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DC01D7-4477-4941-9B40-668BF421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Remain scheduled; execute again.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ED0CFB-8E50-450B-97B6-79053630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48100"/>
            <a:ext cx="283845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326972-E41E-4280-AC95-4F701435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19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finished or canceled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5AAF75-A61C-4AE4-9568-7868E63E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24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Call end(false) or end(true).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5DA5CD-99F7-4546-9824-C829B126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19700"/>
            <a:ext cx="36004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3057AE-0150-437F-A304-7860774E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9115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A loop that never returns blocks CommandScheduler.</a:t>
            </a:r>
          </a:p>
        </p:txBody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19CDDE7-E0F7-4665-BBB7-E0EF0A2C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4561E7E-4C35-47EB-8397-FF588380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418209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328C5C8-4509-4B7A-9B7A-60015F9D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SUBSYSTEM OWNERSHIP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1FB856-49F8-4288-ABCD-559EC9BA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Requirements keep competing commands off the same hardware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FBBB983-BCE5-420B-8C58-AC328390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Commands requiring different subsystems may run concurrently.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27B3D766-6A9E-4297-8D2A-76AC0CD1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quirements-table-cell-0-0">
            <a:extLst xmlns:a="http://schemas.openxmlformats.org/drawingml/2006/main">
              <a:ext uri="{FF2B5EF4-FFF2-40B4-BE49-F238E27FC236}">
                <a16:creationId xmlns:a16="http://schemas.microsoft.com/office/drawing/2014/main" id="{7D7CCBCB-5C40-4C88-94F3-C84CFC0A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requirements-table-text-0-0">
            <a:extLst xmlns:a="http://schemas.openxmlformats.org/drawingml/2006/main">
              <a:ext uri="{FF2B5EF4-FFF2-40B4-BE49-F238E27FC236}">
                <a16:creationId xmlns:a16="http://schemas.microsoft.com/office/drawing/2014/main" id="{DB4E4978-FB94-4BC3-BEFE-473402C5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Subsystem</a:t>
            </a:r>
          </a:p>
        </p:txBody>
      </p:sp>
      <p:sp>
        <p:nvSpPr>
          <p:cNvPr id="7" name="requirements-table-cell-0-1">
            <a:extLst xmlns:a="http://schemas.openxmlformats.org/drawingml/2006/main">
              <a:ext uri="{FF2B5EF4-FFF2-40B4-BE49-F238E27FC236}">
                <a16:creationId xmlns:a16="http://schemas.microsoft.com/office/drawing/2014/main" id="{4EA9EBB5-F1B5-40CA-898E-D25FF898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47850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8" name="requirements-table-text-0-1">
            <a:extLst xmlns:a="http://schemas.openxmlformats.org/drawingml/2006/main">
              <a:ext uri="{FF2B5EF4-FFF2-40B4-BE49-F238E27FC236}">
                <a16:creationId xmlns:a16="http://schemas.microsoft.com/office/drawing/2014/main" id="{6AC12618-FEFB-4FF7-95D1-2025AB4B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24050"/>
            <a:ext cx="300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Commands that require it</a:t>
            </a:r>
          </a:p>
        </p:txBody>
      </p:sp>
      <p:sp>
        <p:nvSpPr>
          <p:cNvPr id="9" name="requirements-table-cell-0-2">
            <a:extLst xmlns:a="http://schemas.openxmlformats.org/drawingml/2006/main">
              <a:ext uri="{FF2B5EF4-FFF2-40B4-BE49-F238E27FC236}">
                <a16:creationId xmlns:a16="http://schemas.microsoft.com/office/drawing/2014/main" id="{A9D30643-F72A-4B7C-891F-BE3A37FB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47850"/>
            <a:ext cx="487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0" name="requirements-table-text-0-2">
            <a:extLst xmlns:a="http://schemas.openxmlformats.org/drawingml/2006/main">
              <a:ext uri="{FF2B5EF4-FFF2-40B4-BE49-F238E27FC236}">
                <a16:creationId xmlns:a16="http://schemas.microsoft.com/office/drawing/2014/main" id="{BA584B76-C1F6-423A-9E89-0C8D3457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24050"/>
            <a:ext cx="464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Scheduler result</a:t>
            </a:r>
          </a:p>
        </p:txBody>
      </p:sp>
      <p:sp>
        <p:nvSpPr>
          <p:cNvPr id="11" name="requirements-table-cell-1-0">
            <a:extLst xmlns:a="http://schemas.openxmlformats.org/drawingml/2006/main">
              <a:ext uri="{FF2B5EF4-FFF2-40B4-BE49-F238E27FC236}">
                <a16:creationId xmlns:a16="http://schemas.microsoft.com/office/drawing/2014/main" id="{C31A64CF-A83F-4230-9358-54A9920E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2" name="requirements-table-text-1-0">
            <a:extLst xmlns:a="http://schemas.openxmlformats.org/drawingml/2006/main">
              <a:ext uri="{FF2B5EF4-FFF2-40B4-BE49-F238E27FC236}">
                <a16:creationId xmlns:a16="http://schemas.microsoft.com/office/drawing/2014/main" id="{F6894ED5-A61D-433D-8732-EDA0D6CE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DriveSubsystem</a:t>
            </a:r>
          </a:p>
        </p:txBody>
      </p:sp>
      <p:sp>
        <p:nvSpPr>
          <p:cNvPr id="13" name="requirements-table-cell-1-1">
            <a:extLst xmlns:a="http://schemas.openxmlformats.org/drawingml/2006/main">
              <a:ext uri="{FF2B5EF4-FFF2-40B4-BE49-F238E27FC236}">
                <a16:creationId xmlns:a16="http://schemas.microsoft.com/office/drawing/2014/main" id="{53309AED-5C53-4C88-9A43-20E10BFF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8125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4" name="requirements-table-text-1-1">
            <a:extLst xmlns:a="http://schemas.openxmlformats.org/drawingml/2006/main">
              <a:ext uri="{FF2B5EF4-FFF2-40B4-BE49-F238E27FC236}">
                <a16:creationId xmlns:a16="http://schemas.microsoft.com/office/drawing/2014/main" id="{7BF42DD1-B4A7-4CBB-B97B-B79B884E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57450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DriveTeleopCommand</a:t>
            </a:r>
          </a:p>
        </p:txBody>
      </p:sp>
      <p:sp>
        <p:nvSpPr>
          <p:cNvPr id="15" name="requirements-table-cell-1-2">
            <a:extLst xmlns:a="http://schemas.openxmlformats.org/drawingml/2006/main">
              <a:ext uri="{FF2B5EF4-FFF2-40B4-BE49-F238E27FC236}">
                <a16:creationId xmlns:a16="http://schemas.microsoft.com/office/drawing/2014/main" id="{F9293554-3C9C-4259-822D-FA7E33E1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6" name="requirements-table-text-1-2">
            <a:extLst xmlns:a="http://schemas.openxmlformats.org/drawingml/2006/main">
              <a:ext uri="{FF2B5EF4-FFF2-40B4-BE49-F238E27FC236}">
                <a16:creationId xmlns:a16="http://schemas.microsoft.com/office/drawing/2014/main" id="{BA100EBF-21CA-465A-B161-B46752FD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57450"/>
            <a:ext cx="464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Scheduled by default when DriveSubsystem is available</a:t>
            </a:r>
          </a:p>
        </p:txBody>
      </p:sp>
      <p:sp>
        <p:nvSpPr>
          <p:cNvPr id="17" name="requirements-table-cell-2-0">
            <a:extLst xmlns:a="http://schemas.openxmlformats.org/drawingml/2006/main">
              <a:ext uri="{FF2B5EF4-FFF2-40B4-BE49-F238E27FC236}">
                <a16:creationId xmlns:a16="http://schemas.microsoft.com/office/drawing/2014/main" id="{362945F9-A213-450B-AF63-902279B4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8" name="requirements-table-text-2-0">
            <a:extLst xmlns:a="http://schemas.openxmlformats.org/drawingml/2006/main">
              <a:ext uri="{FF2B5EF4-FFF2-40B4-BE49-F238E27FC236}">
                <a16:creationId xmlns:a16="http://schemas.microsoft.com/office/drawing/2014/main" id="{D7688C8C-F8A3-4EC2-90DE-24BD4009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BeltSubsystem</a:t>
            </a:r>
          </a:p>
        </p:txBody>
      </p:sp>
      <p:sp>
        <p:nvSpPr>
          <p:cNvPr id="19" name="requirements-table-cell-2-1">
            <a:extLst xmlns:a="http://schemas.openxmlformats.org/drawingml/2006/main">
              <a:ext uri="{FF2B5EF4-FFF2-40B4-BE49-F238E27FC236}">
                <a16:creationId xmlns:a16="http://schemas.microsoft.com/office/drawing/2014/main" id="{9C48E87F-9112-4649-8127-76480365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2420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0" name="requirements-table-text-2-1">
            <a:extLst xmlns:a="http://schemas.openxmlformats.org/drawingml/2006/main">
              <a:ext uri="{FF2B5EF4-FFF2-40B4-BE49-F238E27FC236}">
                <a16:creationId xmlns:a16="http://schemas.microsoft.com/office/drawing/2014/main" id="{049F3DCD-13B7-4FB9-8345-4AF28B31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00400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BeltInCommand, BeltOutCommand</a:t>
            </a:r>
          </a:p>
        </p:txBody>
      </p:sp>
      <p:sp>
        <p:nvSpPr>
          <p:cNvPr id="21" name="requirements-table-cell-2-2">
            <a:extLst xmlns:a="http://schemas.openxmlformats.org/drawingml/2006/main">
              <a:ext uri="{FF2B5EF4-FFF2-40B4-BE49-F238E27FC236}">
                <a16:creationId xmlns:a16="http://schemas.microsoft.com/office/drawing/2014/main" id="{5AE81665-81D9-410D-9F15-4F4AC555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2420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requirements-table-text-2-2">
            <a:extLst xmlns:a="http://schemas.openxmlformats.org/drawingml/2006/main">
              <a:ext uri="{FF2B5EF4-FFF2-40B4-BE49-F238E27FC236}">
                <a16:creationId xmlns:a16="http://schemas.microsoft.com/office/drawing/2014/main" id="{8F05F6F4-6762-4398-A258-5556C56E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00400"/>
            <a:ext cx="464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Only one command requiring BeltSubsystem can be scheduled</a:t>
            </a:r>
          </a:p>
        </p:txBody>
      </p:sp>
      <p:sp>
        <p:nvSpPr>
          <p:cNvPr id="23" name="requirements-table-cell-3-0">
            <a:extLst xmlns:a="http://schemas.openxmlformats.org/drawingml/2006/main">
              <a:ext uri="{FF2B5EF4-FFF2-40B4-BE49-F238E27FC236}">
                <a16:creationId xmlns:a16="http://schemas.microsoft.com/office/drawing/2014/main" id="{4879FB25-CFC7-4D16-BC3B-77DD6095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4" name="requirements-table-text-3-0">
            <a:extLst xmlns:a="http://schemas.openxmlformats.org/drawingml/2006/main">
              <a:ext uri="{FF2B5EF4-FFF2-40B4-BE49-F238E27FC236}">
                <a16:creationId xmlns:a16="http://schemas.microsoft.com/office/drawing/2014/main" id="{D1B64BD8-5760-4867-A239-67D63758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RollerSubsystem</a:t>
            </a:r>
          </a:p>
        </p:txBody>
      </p:sp>
      <p:sp>
        <p:nvSpPr>
          <p:cNvPr id="25" name="requirements-table-cell-3-1">
            <a:extLst xmlns:a="http://schemas.openxmlformats.org/drawingml/2006/main">
              <a:ext uri="{FF2B5EF4-FFF2-40B4-BE49-F238E27FC236}">
                <a16:creationId xmlns:a16="http://schemas.microsoft.com/office/drawing/2014/main" id="{C1C25BDF-8EED-4DF9-8EBB-C74EE487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6715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6" name="requirements-table-text-3-1">
            <a:extLst xmlns:a="http://schemas.openxmlformats.org/drawingml/2006/main">
              <a:ext uri="{FF2B5EF4-FFF2-40B4-BE49-F238E27FC236}">
                <a16:creationId xmlns:a16="http://schemas.microsoft.com/office/drawing/2014/main" id="{BA80EA7E-6497-42A5-810F-39FBCCD6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43350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RollerCommand</a:t>
            </a:r>
          </a:p>
        </p:txBody>
      </p:sp>
      <p:sp>
        <p:nvSpPr>
          <p:cNvPr id="27" name="requirements-table-cell-3-2">
            <a:extLst xmlns:a="http://schemas.openxmlformats.org/drawingml/2006/main">
              <a:ext uri="{FF2B5EF4-FFF2-40B4-BE49-F238E27FC236}">
                <a16:creationId xmlns:a16="http://schemas.microsoft.com/office/drawing/2014/main" id="{3D9AA109-5617-4566-AC62-183FEF46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6715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8" name="requirements-table-text-3-2">
            <a:extLst xmlns:a="http://schemas.openxmlformats.org/drawingml/2006/main">
              <a:ext uri="{FF2B5EF4-FFF2-40B4-BE49-F238E27FC236}">
                <a16:creationId xmlns:a16="http://schemas.microsoft.com/office/drawing/2014/main" id="{3850F517-AAF6-43B5-B62A-91425406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43350"/>
            <a:ext cx="464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Can run concurrently with belt commands</a:t>
            </a:r>
          </a:p>
        </p:txBody>
      </p:sp>
      <p:sp>
        <p:nvSpPr>
          <p:cNvPr id="29" name="requirements-table-cell-4-0">
            <a:extLst xmlns:a="http://schemas.openxmlformats.org/drawingml/2006/main">
              <a:ext uri="{FF2B5EF4-FFF2-40B4-BE49-F238E27FC236}">
                <a16:creationId xmlns:a16="http://schemas.microsoft.com/office/drawing/2014/main" id="{7A4F42D8-CFBF-40DA-B330-CBB9FB3C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0" name="requirements-table-text-4-0">
            <a:extLst xmlns:a="http://schemas.openxmlformats.org/drawingml/2006/main">
              <a:ext uri="{FF2B5EF4-FFF2-40B4-BE49-F238E27FC236}">
                <a16:creationId xmlns:a16="http://schemas.microsoft.com/office/drawing/2014/main" id="{499182B3-3D22-4FC7-ABB9-067058BA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2628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ClimberSubsystem</a:t>
            </a:r>
          </a:p>
        </p:txBody>
      </p:sp>
      <p:sp>
        <p:nvSpPr>
          <p:cNvPr id="31" name="requirements-table-cell-4-1">
            <a:extLst xmlns:a="http://schemas.openxmlformats.org/drawingml/2006/main">
              <a:ext uri="{FF2B5EF4-FFF2-40B4-BE49-F238E27FC236}">
                <a16:creationId xmlns:a16="http://schemas.microsoft.com/office/drawing/2014/main" id="{6BFC1AC2-1FE0-4124-A4CA-D0060052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10100"/>
            <a:ext cx="3238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2" name="requirements-table-text-4-1">
            <a:extLst xmlns:a="http://schemas.openxmlformats.org/drawingml/2006/main">
              <a:ext uri="{FF2B5EF4-FFF2-40B4-BE49-F238E27FC236}">
                <a16:creationId xmlns:a16="http://schemas.microsoft.com/office/drawing/2014/main" id="{C8391D65-7295-4108-8EA9-A281EF39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86300"/>
            <a:ext cx="3009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ToggleClimberArmsCommand</a:t>
            </a:r>
          </a:p>
        </p:txBody>
      </p:sp>
      <p:sp>
        <p:nvSpPr>
          <p:cNvPr id="33" name="requirements-table-cell-4-2">
            <a:extLst xmlns:a="http://schemas.openxmlformats.org/drawingml/2006/main">
              <a:ext uri="{FF2B5EF4-FFF2-40B4-BE49-F238E27FC236}">
                <a16:creationId xmlns:a16="http://schemas.microsoft.com/office/drawing/2014/main" id="{2E4F7549-00D3-4EEF-9DCF-D7447959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4" name="requirements-table-text-4-2">
            <a:extLst xmlns:a="http://schemas.openxmlformats.org/drawingml/2006/main">
              <a:ext uri="{FF2B5EF4-FFF2-40B4-BE49-F238E27FC236}">
                <a16:creationId xmlns:a16="http://schemas.microsoft.com/office/drawing/2014/main" id="{386782FC-3FC9-4E22-9A9F-4B4388F3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86300"/>
            <a:ext cx="4648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No other command requiring ClimberSubsystem can run concurrently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694FD3-362D-4274-8054-1E8E0598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E8BB89-1014-46D1-A397-6A3971BB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1043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addRequirements(subsystem) adds a subsystem requirement. A field reference does not add that requirement.</a:t>
            </a:r>
          </a:p>
        </p:txBody>
      </p:sp>
      <p:sp>
        <p:nvSpPr>
          <p:cNvPr id="3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F6987EA-5E8D-42BC-B7C0-B0E82377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3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5DE3CE8-E4F5-477A-B604-9063EC61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542067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226F70C-8AC6-4193-BA4B-1A78C1F5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DRIVING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675548-2E7F-4EEA-A787-8CFD10C7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default command turns two Xbox stick axes into tank-drive outputs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79FA1B1-C0D7-4D9E-A8E8-72988763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A 0.08 deadband filters stick drift; holding the right bumper changes the scale from 0.8 to 0.4.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38A7261-2132-4565-BDCA-6B5FC9FA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rive-code-panel">
            <a:extLst xmlns:a="http://schemas.openxmlformats.org/drawingml/2006/main">
              <a:ext uri="{FF2B5EF4-FFF2-40B4-BE49-F238E27FC236}">
                <a16:creationId xmlns:a16="http://schemas.microsoft.com/office/drawing/2014/main" id="{2B715ACE-5F0B-4411-9391-9178163B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60960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drive-code-accent">
            <a:extLst xmlns:a="http://schemas.openxmlformats.org/drawingml/2006/main">
              <a:ext uri="{FF2B5EF4-FFF2-40B4-BE49-F238E27FC236}">
                <a16:creationId xmlns:a16="http://schemas.microsoft.com/office/drawing/2014/main" id="{C109C886-F043-441F-B6C6-2B4B0AD0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7150" cy="407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rive-code-title">
            <a:extLst xmlns:a="http://schemas.openxmlformats.org/drawingml/2006/main">
              <a:ext uri="{FF2B5EF4-FFF2-40B4-BE49-F238E27FC236}">
                <a16:creationId xmlns:a16="http://schemas.microsoft.com/office/drawing/2014/main" id="{8834B537-1098-4BC1-9187-06D1D767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569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DriveTeleopCommand.java</a:t>
            </a:r>
          </a:p>
        </p:txBody>
      </p:sp>
      <p:sp>
        <p:nvSpPr>
          <p:cNvPr id="8" name="drive-code-text">
            <a:extLst xmlns:a="http://schemas.openxmlformats.org/drawingml/2006/main">
              <a:ext uri="{FF2B5EF4-FFF2-40B4-BE49-F238E27FC236}">
                <a16:creationId xmlns:a16="http://schemas.microsoft.com/office/drawing/2014/main" id="{522324BF-7F22-42BB-BDD9-9EF278FF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6959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void execute()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driveSubsystem.drive(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scale(leftDriveSupplier.getAsDouble()),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scale(rightDriveSupplier.getAsDouble()));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private double scale(double joystickValue)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double driveScale = driveSpeedMode.isSlow()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? Constants.Tuning.SLOW_DRIVE_SCALE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    : Constants.Tuning.NORMAL_DRIVE_SCALE;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return joystickValue * driveScale;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9D3CB-5FEC-4EBB-9A3D-617ABFA7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USB 0 left 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71874-7161-4789-81CF-F07F3EBC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955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Left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F06CD-A2C0-47C0-89A0-DA94B11A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194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USB 0 right 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47D24-22C1-4F50-AC1B-2DE4C0F6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195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Right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31822-DD05-4C7B-BA7D-2299AE5F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434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Right bumper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B647B-43DF-46E5-8132-AC9713D5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434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0.4 scale while held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CCD2178-227F-4C9C-B511-7FBB18D7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1B51E0B-89E8-4042-B443-14C5B03A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505648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4FCE25D-270C-411A-B6F8-08CB0618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BELT AND ROLLER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955D7D-7F6E-4D72-A489-73635201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Trigger.whileTrue starts a command on true and cancels it on false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647BEC5-9E2D-436C-800A-4E5794E5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The command continues because isFinished() returns false; cancellation calls end(true).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65D6A07-9204-41CD-B8B3-AC891FED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eld-table-cell-0-0">
            <a:extLst xmlns:a="http://schemas.openxmlformats.org/drawingml/2006/main">
              <a:ext uri="{FF2B5EF4-FFF2-40B4-BE49-F238E27FC236}">
                <a16:creationId xmlns:a16="http://schemas.microsoft.com/office/drawing/2014/main" id="{612B6E6D-B4FC-4B7C-B4C0-72D07294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held-table-text-0-0">
            <a:extLst xmlns:a="http://schemas.openxmlformats.org/drawingml/2006/main">
              <a:ext uri="{FF2B5EF4-FFF2-40B4-BE49-F238E27FC236}">
                <a16:creationId xmlns:a16="http://schemas.microsoft.com/office/drawing/2014/main" id="{4D1112F2-30E1-4E20-8490-5D1B6256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1581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Button</a:t>
            </a:r>
          </a:p>
        </p:txBody>
      </p:sp>
      <p:sp>
        <p:nvSpPr>
          <p:cNvPr id="7" name="held-table-cell-0-1">
            <a:extLst xmlns:a="http://schemas.openxmlformats.org/drawingml/2006/main">
              <a:ext uri="{FF2B5EF4-FFF2-40B4-BE49-F238E27FC236}">
                <a16:creationId xmlns:a16="http://schemas.microsoft.com/office/drawing/2014/main" id="{4377ED71-D4E9-4A7A-B3C0-57D4D7F5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8859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8" name="held-table-text-0-1">
            <a:extLst xmlns:a="http://schemas.openxmlformats.org/drawingml/2006/main">
              <a:ext uri="{FF2B5EF4-FFF2-40B4-BE49-F238E27FC236}">
                <a16:creationId xmlns:a16="http://schemas.microsoft.com/office/drawing/2014/main" id="{217C789D-1139-4BD8-901A-A40E0E33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621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Command</a:t>
            </a:r>
          </a:p>
        </p:txBody>
      </p:sp>
      <p:sp>
        <p:nvSpPr>
          <p:cNvPr id="9" name="held-table-cell-0-2">
            <a:extLst xmlns:a="http://schemas.openxmlformats.org/drawingml/2006/main">
              <a:ext uri="{FF2B5EF4-FFF2-40B4-BE49-F238E27FC236}">
                <a16:creationId xmlns:a16="http://schemas.microsoft.com/office/drawing/2014/main" id="{6D5ACBB7-19E1-4408-BB1C-B228D898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859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0" name="held-table-text-0-2">
            <a:extLst xmlns:a="http://schemas.openxmlformats.org/drawingml/2006/main">
              <a:ext uri="{FF2B5EF4-FFF2-40B4-BE49-F238E27FC236}">
                <a16:creationId xmlns:a16="http://schemas.microsoft.com/office/drawing/2014/main" id="{E20C907C-6DC6-4956-A0FA-6D14132B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6215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Output while held</a:t>
            </a:r>
          </a:p>
        </p:txBody>
      </p:sp>
      <p:sp>
        <p:nvSpPr>
          <p:cNvPr id="11" name="held-table-cell-0-3">
            <a:extLst xmlns:a="http://schemas.openxmlformats.org/drawingml/2006/main">
              <a:ext uri="{FF2B5EF4-FFF2-40B4-BE49-F238E27FC236}">
                <a16:creationId xmlns:a16="http://schemas.microsoft.com/office/drawing/2014/main" id="{4C74E0B0-BC5B-4998-9FF9-7AFD4326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85950"/>
            <a:ext cx="4305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2" name="held-table-text-0-3">
            <a:extLst xmlns:a="http://schemas.openxmlformats.org/drawingml/2006/main">
              <a:ext uri="{FF2B5EF4-FFF2-40B4-BE49-F238E27FC236}">
                <a16:creationId xmlns:a16="http://schemas.microsoft.com/office/drawing/2014/main" id="{BF8F735E-F4C5-49D8-976C-20D3B50B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62150"/>
            <a:ext cx="407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Release behavior</a:t>
            </a:r>
          </a:p>
        </p:txBody>
      </p:sp>
      <p:sp>
        <p:nvSpPr>
          <p:cNvPr id="13" name="held-table-cell-1-0">
            <a:extLst xmlns:a="http://schemas.openxmlformats.org/drawingml/2006/main">
              <a:ext uri="{FF2B5EF4-FFF2-40B4-BE49-F238E27FC236}">
                <a16:creationId xmlns:a16="http://schemas.microsoft.com/office/drawing/2014/main" id="{3D4B2E9B-9347-44B3-93F8-42798968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4" name="held-table-text-1-0">
            <a:extLst xmlns:a="http://schemas.openxmlformats.org/drawingml/2006/main">
              <a:ext uri="{FF2B5EF4-FFF2-40B4-BE49-F238E27FC236}">
                <a16:creationId xmlns:a16="http://schemas.microsoft.com/office/drawing/2014/main" id="{E7DFC77D-7374-43C3-94B6-8B28B256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A</a:t>
            </a:r>
          </a:p>
        </p:txBody>
      </p:sp>
      <p:sp>
        <p:nvSpPr>
          <p:cNvPr id="15" name="held-table-cell-1-1">
            <a:extLst xmlns:a="http://schemas.openxmlformats.org/drawingml/2006/main">
              <a:ext uri="{FF2B5EF4-FFF2-40B4-BE49-F238E27FC236}">
                <a16:creationId xmlns:a16="http://schemas.microsoft.com/office/drawing/2014/main" id="{AA41A189-3228-4C5D-AF0F-5F9D5989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193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6" name="held-table-text-1-1">
            <a:extLst xmlns:a="http://schemas.openxmlformats.org/drawingml/2006/main">
              <a:ext uri="{FF2B5EF4-FFF2-40B4-BE49-F238E27FC236}">
                <a16:creationId xmlns:a16="http://schemas.microsoft.com/office/drawing/2014/main" id="{FE866565-58C8-4DAE-9DBE-FDD39AA9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95550"/>
            <a:ext cx="177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BeltInCommand</a:t>
            </a:r>
          </a:p>
        </p:txBody>
      </p:sp>
      <p:sp>
        <p:nvSpPr>
          <p:cNvPr id="17" name="held-table-cell-1-2">
            <a:extLst xmlns:a="http://schemas.openxmlformats.org/drawingml/2006/main">
              <a:ext uri="{FF2B5EF4-FFF2-40B4-BE49-F238E27FC236}">
                <a16:creationId xmlns:a16="http://schemas.microsoft.com/office/drawing/2014/main" id="{D3D5C92D-74BB-4AE9-BF5A-E6F7AA58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193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18" name="held-table-text-1-2">
            <a:extLst xmlns:a="http://schemas.openxmlformats.org/drawingml/2006/main">
              <a:ext uri="{FF2B5EF4-FFF2-40B4-BE49-F238E27FC236}">
                <a16:creationId xmlns:a16="http://schemas.microsoft.com/office/drawing/2014/main" id="{FA9B8AD7-ACF0-4861-BD01-DC5807DD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9555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BeltSubsystem.run(+1.0)</a:t>
            </a:r>
          </a:p>
        </p:txBody>
      </p:sp>
      <p:sp>
        <p:nvSpPr>
          <p:cNvPr id="19" name="held-table-cell-1-3">
            <a:extLst xmlns:a="http://schemas.openxmlformats.org/drawingml/2006/main">
              <a:ext uri="{FF2B5EF4-FFF2-40B4-BE49-F238E27FC236}">
                <a16:creationId xmlns:a16="http://schemas.microsoft.com/office/drawing/2014/main" id="{1067A8A4-963A-4B35-B252-FBC13186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19350"/>
            <a:ext cx="4305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0" name="held-table-text-1-3">
            <a:extLst xmlns:a="http://schemas.openxmlformats.org/drawingml/2006/main">
              <a:ext uri="{FF2B5EF4-FFF2-40B4-BE49-F238E27FC236}">
                <a16:creationId xmlns:a16="http://schemas.microsoft.com/office/drawing/2014/main" id="{D446120D-B8C2-493E-9093-67078B26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95550"/>
            <a:ext cx="4076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Cancel command, then stop PWM 5</a:t>
            </a:r>
          </a:p>
        </p:txBody>
      </p:sp>
      <p:sp>
        <p:nvSpPr>
          <p:cNvPr id="21" name="held-table-cell-2-0">
            <a:extLst xmlns:a="http://schemas.openxmlformats.org/drawingml/2006/main">
              <a:ext uri="{FF2B5EF4-FFF2-40B4-BE49-F238E27FC236}">
                <a16:creationId xmlns:a16="http://schemas.microsoft.com/office/drawing/2014/main" id="{9BA8C3EE-CF28-4043-BF1F-67CC2E43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held-table-text-2-0">
            <a:extLst xmlns:a="http://schemas.openxmlformats.org/drawingml/2006/main">
              <a:ext uri="{FF2B5EF4-FFF2-40B4-BE49-F238E27FC236}">
                <a16:creationId xmlns:a16="http://schemas.microsoft.com/office/drawing/2014/main" id="{B6603208-9F55-47B6-B649-807EC6A2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B</a:t>
            </a:r>
          </a:p>
        </p:txBody>
      </p:sp>
      <p:sp>
        <p:nvSpPr>
          <p:cNvPr id="23" name="held-table-cell-2-1">
            <a:extLst xmlns:a="http://schemas.openxmlformats.org/drawingml/2006/main">
              <a:ext uri="{FF2B5EF4-FFF2-40B4-BE49-F238E27FC236}">
                <a16:creationId xmlns:a16="http://schemas.microsoft.com/office/drawing/2014/main" id="{778F21E1-DA33-4277-A219-04B2070D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956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4" name="held-table-text-2-1">
            <a:extLst xmlns:a="http://schemas.openxmlformats.org/drawingml/2006/main">
              <a:ext uri="{FF2B5EF4-FFF2-40B4-BE49-F238E27FC236}">
                <a16:creationId xmlns:a16="http://schemas.microsoft.com/office/drawing/2014/main" id="{172202B7-F623-4FA0-8399-3249845F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71850"/>
            <a:ext cx="177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BeltOutCommand</a:t>
            </a:r>
          </a:p>
        </p:txBody>
      </p:sp>
      <p:sp>
        <p:nvSpPr>
          <p:cNvPr id="25" name="held-table-cell-2-2">
            <a:extLst xmlns:a="http://schemas.openxmlformats.org/drawingml/2006/main">
              <a:ext uri="{FF2B5EF4-FFF2-40B4-BE49-F238E27FC236}">
                <a16:creationId xmlns:a16="http://schemas.microsoft.com/office/drawing/2014/main" id="{FD4B0990-DDC9-4B45-A4CC-A211A37E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6" name="held-table-text-2-2">
            <a:extLst xmlns:a="http://schemas.openxmlformats.org/drawingml/2006/main">
              <a:ext uri="{FF2B5EF4-FFF2-40B4-BE49-F238E27FC236}">
                <a16:creationId xmlns:a16="http://schemas.microsoft.com/office/drawing/2014/main" id="{B69DF735-F0B2-45C0-9E84-1A5E6271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7185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BeltSubsystem.run(-1.0)</a:t>
            </a:r>
          </a:p>
        </p:txBody>
      </p:sp>
      <p:sp>
        <p:nvSpPr>
          <p:cNvPr id="27" name="held-table-cell-2-3">
            <a:extLst xmlns:a="http://schemas.openxmlformats.org/drawingml/2006/main">
              <a:ext uri="{FF2B5EF4-FFF2-40B4-BE49-F238E27FC236}">
                <a16:creationId xmlns:a16="http://schemas.microsoft.com/office/drawing/2014/main" id="{37B70818-25B0-4069-950B-21D3DA8D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95650"/>
            <a:ext cx="4305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B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8" name="held-table-text-2-3">
            <a:extLst xmlns:a="http://schemas.openxmlformats.org/drawingml/2006/main">
              <a:ext uri="{FF2B5EF4-FFF2-40B4-BE49-F238E27FC236}">
                <a16:creationId xmlns:a16="http://schemas.microsoft.com/office/drawing/2014/main" id="{7599E073-135B-4819-9EE5-F493CDB0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71850"/>
            <a:ext cx="4076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Cancel command, then stop PWM 5</a:t>
            </a:r>
          </a:p>
        </p:txBody>
      </p:sp>
      <p:sp>
        <p:nvSpPr>
          <p:cNvPr id="29" name="held-table-cell-3-0">
            <a:extLst xmlns:a="http://schemas.openxmlformats.org/drawingml/2006/main">
              <a:ext uri="{FF2B5EF4-FFF2-40B4-BE49-F238E27FC236}">
                <a16:creationId xmlns:a16="http://schemas.microsoft.com/office/drawing/2014/main" id="{C7768ABE-4DF8-4203-B296-2B0FA8CE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0" name="held-table-text-3-0">
            <a:extLst xmlns:a="http://schemas.openxmlformats.org/drawingml/2006/main">
              <a:ext uri="{FF2B5EF4-FFF2-40B4-BE49-F238E27FC236}">
                <a16:creationId xmlns:a16="http://schemas.microsoft.com/office/drawing/2014/main" id="{8C8900C2-8F30-414C-A1FB-B804ABD4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X</a:t>
            </a:r>
          </a:p>
        </p:txBody>
      </p:sp>
      <p:sp>
        <p:nvSpPr>
          <p:cNvPr id="31" name="held-table-cell-3-1">
            <a:extLst xmlns:a="http://schemas.openxmlformats.org/drawingml/2006/main">
              <a:ext uri="{FF2B5EF4-FFF2-40B4-BE49-F238E27FC236}">
                <a16:creationId xmlns:a16="http://schemas.microsoft.com/office/drawing/2014/main" id="{AFAD78BA-A2B1-438C-AF2D-9CC476B9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719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2" name="held-table-text-3-1">
            <a:extLst xmlns:a="http://schemas.openxmlformats.org/drawingml/2006/main">
              <a:ext uri="{FF2B5EF4-FFF2-40B4-BE49-F238E27FC236}">
                <a16:creationId xmlns:a16="http://schemas.microsoft.com/office/drawing/2014/main" id="{3683C9FC-E1DD-4531-9D10-03597BBE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248150"/>
            <a:ext cx="177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RollerCommand</a:t>
            </a:r>
          </a:p>
        </p:txBody>
      </p:sp>
      <p:sp>
        <p:nvSpPr>
          <p:cNvPr id="33" name="held-table-cell-3-2">
            <a:extLst xmlns:a="http://schemas.openxmlformats.org/drawingml/2006/main">
              <a:ext uri="{FF2B5EF4-FFF2-40B4-BE49-F238E27FC236}">
                <a16:creationId xmlns:a16="http://schemas.microsoft.com/office/drawing/2014/main" id="{BDA31B48-68DE-4FCC-A181-55704FDF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719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4" name="held-table-text-3-2">
            <a:extLst xmlns:a="http://schemas.openxmlformats.org/drawingml/2006/main">
              <a:ext uri="{FF2B5EF4-FFF2-40B4-BE49-F238E27FC236}">
                <a16:creationId xmlns:a16="http://schemas.microsoft.com/office/drawing/2014/main" id="{408E3A11-CBAC-4D6E-B665-091AFC33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4815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RollerSubsystem.run(+1.0)</a:t>
            </a:r>
          </a:p>
        </p:txBody>
      </p:sp>
      <p:sp>
        <p:nvSpPr>
          <p:cNvPr id="35" name="held-table-cell-3-3">
            <a:extLst xmlns:a="http://schemas.openxmlformats.org/drawingml/2006/main">
              <a:ext uri="{FF2B5EF4-FFF2-40B4-BE49-F238E27FC236}">
                <a16:creationId xmlns:a16="http://schemas.microsoft.com/office/drawing/2014/main" id="{5D18C96D-184C-4A20-94D6-AD772107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71950"/>
            <a:ext cx="4305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6" name="held-table-text-3-3">
            <a:extLst xmlns:a="http://schemas.openxmlformats.org/drawingml/2006/main">
              <a:ext uri="{FF2B5EF4-FFF2-40B4-BE49-F238E27FC236}">
                <a16:creationId xmlns:a16="http://schemas.microsoft.com/office/drawing/2014/main" id="{6E47D6AF-3A1D-4AEC-8257-5E724D79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48150"/>
            <a:ext cx="4076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Cancel command, then stop PWM 4</a:t>
            </a:r>
          </a:p>
        </p:txBody>
      </p:sp>
      <p:sp>
        <p:nvSpPr>
          <p:cNvPr id="37" name="held-pattern-panel">
            <a:extLst xmlns:a="http://schemas.openxmlformats.org/drawingml/2006/main">
              <a:ext uri="{FF2B5EF4-FFF2-40B4-BE49-F238E27FC236}">
                <a16:creationId xmlns:a16="http://schemas.microsoft.com/office/drawing/2014/main" id="{ABF20861-0D03-40C1-9DB3-9D8026D7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91100"/>
            <a:ext cx="75057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8" name="held-pattern-accent">
            <a:extLst xmlns:a="http://schemas.openxmlformats.org/drawingml/2006/main">
              <a:ext uri="{FF2B5EF4-FFF2-40B4-BE49-F238E27FC236}">
                <a16:creationId xmlns:a16="http://schemas.microsoft.com/office/drawing/2014/main" id="{8CF8DAA8-3B64-4B09-8FD2-4DC9E84D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9110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eld-pattern-title">
            <a:extLst xmlns:a="http://schemas.openxmlformats.org/drawingml/2006/main">
              <a:ext uri="{FF2B5EF4-FFF2-40B4-BE49-F238E27FC236}">
                <a16:creationId xmlns:a16="http://schemas.microsoft.com/office/drawing/2014/main" id="{995348AA-9DD5-4CC7-AAB0-E60C74F5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24450"/>
            <a:ext cx="710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SHARED COMMAND PATTERN</a:t>
            </a:r>
          </a:p>
        </p:txBody>
      </p:sp>
      <p:sp>
        <p:nvSpPr>
          <p:cNvPr id="40" name="held-pattern-text">
            <a:extLst xmlns:a="http://schemas.openxmlformats.org/drawingml/2006/main">
              <a:ext uri="{FF2B5EF4-FFF2-40B4-BE49-F238E27FC236}">
                <a16:creationId xmlns:a16="http://schemas.microsoft.com/office/drawing/2014/main" id="{D8CC0642-8DD0-42F5-BF5D-54480F46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48300"/>
            <a:ext cx="7105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execute()     -&gt; subsystem.run(speed)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isFinished()  -&gt; false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end(true)     -&gt; subsystem.stop()</a:t>
            </a:r>
          </a:p>
        </p:txBody>
      </p:sp>
      <p:sp>
        <p:nvSpPr>
          <p:cNvPr id="4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4115B8A-D5A0-4429-AF4E-A754C50F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4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05A034F-0958-41D6-9E0B-291304A1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991468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3804CE4-0C2E-4711-BEED-6B96ACCC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CLIMBER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D6D136-C7F6-4B8A-9010-E3F1D892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Trigger.onTrue schedules once when Y becomes active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B042098-7923-4B53-A5B5-9E41601D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initialize() toggles both DoubleSolenoid objects; isFinished() then returns true.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2A6F104-FE71-4F12-8113-4C36AF60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imber-command-panel">
            <a:extLst xmlns:a="http://schemas.openxmlformats.org/drawingml/2006/main">
              <a:ext uri="{FF2B5EF4-FFF2-40B4-BE49-F238E27FC236}">
                <a16:creationId xmlns:a16="http://schemas.microsoft.com/office/drawing/2014/main" id="{2E405B21-EE5F-4C28-82CE-1B50DA86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9530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climber-command-accent">
            <a:extLst xmlns:a="http://schemas.openxmlformats.org/drawingml/2006/main">
              <a:ext uri="{FF2B5EF4-FFF2-40B4-BE49-F238E27FC236}">
                <a16:creationId xmlns:a16="http://schemas.microsoft.com/office/drawing/2014/main" id="{DE33761D-0E14-49AE-900B-E1C061DA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7150" cy="3028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imber-command-title">
            <a:extLst xmlns:a="http://schemas.openxmlformats.org/drawingml/2006/main">
              <a:ext uri="{FF2B5EF4-FFF2-40B4-BE49-F238E27FC236}">
                <a16:creationId xmlns:a16="http://schemas.microsoft.com/office/drawing/2014/main" id="{FB9F4AC4-B3CB-45D4-AEDC-F074089B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B64D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FFB64D"/>
                </a:solidFill>
                <a:latin typeface="Consolas"/>
                <a:ea typeface="Consolas"/>
                <a:cs typeface="Consolas"/>
              </a:rPr>
              <a:t>ToggleClimberArmsCommand.java</a:t>
            </a:r>
          </a:p>
        </p:txBody>
      </p:sp>
      <p:sp>
        <p:nvSpPr>
          <p:cNvPr id="8" name="climber-command-text">
            <a:extLst xmlns:a="http://schemas.openxmlformats.org/drawingml/2006/main">
              <a:ext uri="{FF2B5EF4-FFF2-40B4-BE49-F238E27FC236}">
                <a16:creationId xmlns:a16="http://schemas.microsoft.com/office/drawing/2014/main" id="{B3AEF23D-1673-4D9A-B5BF-1DAB408D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5529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@Override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void initialize()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climberSubsystem.toggleArms();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@Override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public boolean isFinished() {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return true;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E702E-50AA-4E66-97C5-940F3ADD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76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State transition</a:t>
            </a:r>
          </a:p>
        </p:txBody>
      </p:sp>
      <p:sp>
        <p:nvSpPr>
          <p:cNvPr id="10" name="retracted">
            <a:extLst xmlns:a="http://schemas.openxmlformats.org/drawingml/2006/main">
              <a:ext uri="{FF2B5EF4-FFF2-40B4-BE49-F238E27FC236}">
                <a16:creationId xmlns:a16="http://schemas.microsoft.com/office/drawing/2014/main" id="{06725329-7245-4CEF-9779-5B966EE8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20002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D4A34-7EA3-4DAF-A8E0-F200D346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432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Retracted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417DB-A950-476A-A3AB-0858B905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861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⇄</a:t>
            </a:r>
          </a:p>
        </p:txBody>
      </p:sp>
      <p:sp>
        <p:nvSpPr>
          <p:cNvPr id="13" name="extended">
            <a:extLst xmlns:a="http://schemas.openxmlformats.org/drawingml/2006/main">
              <a:ext uri="{FF2B5EF4-FFF2-40B4-BE49-F238E27FC236}">
                <a16:creationId xmlns:a16="http://schemas.microsoft.com/office/drawing/2014/main" id="{FA3A52C7-9E53-4B16-834D-98122680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57500"/>
            <a:ext cx="200025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C7C917-04E5-49C2-96AC-7D4C58F8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432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Extended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895A1-41EF-4C75-9541-CF2827C3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38650"/>
            <a:ext cx="5181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1F09B-AD18-4CAD-AD7D-3AAD8851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48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Startup assumption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CB721-C61A-449D-9859-BD90F0B5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91100"/>
            <a:ext cx="4629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code starts with armsExtended = false. The physical arms must begin retracted.</a:t>
            </a:r>
          </a:p>
        </p:txBody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16F9F98-B1A5-453A-8C60-9B090580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1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7552D68-DC7B-4359-ACDD-8488FF48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030911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2B54514-A799-4817-B075-E7ED1588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BINDINGS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051818-DD80-4FD5-8D68-D53D698B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RobotContainer states the operator interface in one place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5EF3E47-731F-488A-A095-45449514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Each Trigger binding method matches the behavior: whileTrue for held actions and onTrue for one-time actions.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FADF2E6C-6A6A-4FD5-8710-35D3BA08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indings-code-panel">
            <a:extLst xmlns:a="http://schemas.openxmlformats.org/drawingml/2006/main">
              <a:ext uri="{FF2B5EF4-FFF2-40B4-BE49-F238E27FC236}">
                <a16:creationId xmlns:a16="http://schemas.microsoft.com/office/drawing/2014/main" id="{607E770A-F445-4C41-BC92-7F4BBF42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543800" cy="44577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0C1727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6" name="bindings-code-accent">
            <a:extLst xmlns:a="http://schemas.openxmlformats.org/drawingml/2006/main">
              <a:ext uri="{FF2B5EF4-FFF2-40B4-BE49-F238E27FC236}">
                <a16:creationId xmlns:a16="http://schemas.microsoft.com/office/drawing/2014/main" id="{297170B0-4D88-4702-81A2-10E07A8A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7150" cy="445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indings-code-title">
            <a:extLst xmlns:a="http://schemas.openxmlformats.org/drawingml/2006/main">
              <a:ext uri="{FF2B5EF4-FFF2-40B4-BE49-F238E27FC236}">
                <a16:creationId xmlns:a16="http://schemas.microsoft.com/office/drawing/2014/main" id="{588A010C-5B8B-4B1F-87BD-37E10AB4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42C6FF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42C6FF"/>
                </a:solidFill>
                <a:latin typeface="Consolas"/>
                <a:ea typeface="Consolas"/>
                <a:cs typeface="Consolas"/>
              </a:rPr>
              <a:t>RobotContainer.configureBindings()</a:t>
            </a:r>
          </a:p>
        </p:txBody>
      </p:sp>
      <p:sp>
        <p:nvSpPr>
          <p:cNvPr id="8" name="bindings-code-text">
            <a:extLst xmlns:a="http://schemas.openxmlformats.org/drawingml/2006/main">
              <a:ext uri="{FF2B5EF4-FFF2-40B4-BE49-F238E27FC236}">
                <a16:creationId xmlns:a16="http://schemas.microsoft.com/office/drawing/2014/main" id="{EF00A080-A30C-4173-B0D1-7DD33674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7143750" cy="386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operatorController.y()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.onTrue(new ToggleClimberArmsCommand(climberSubsystem));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operatorController.a()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.whileTrue(new BeltInCommand(beltSubsystem));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operatorController.b()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.whileTrue(new BeltOutCommand(beltSubsystem));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operatorController.x()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.whileTrue(new RollerCommand(rollerSubsystem));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driverController.rightBumper()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    .whileTrue(new SlowDriveCommand(driveSpeedMode));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D68B0-6AED-4F27-AFD8-07D5D189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02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Read a binding as a sentence</a:t>
            </a:r>
          </a:p>
        </p:txBody>
      </p:sp>
      <p:sp>
        <p:nvSpPr>
          <p:cNvPr id="10" name="bullets-dot-0">
            <a:extLst xmlns:a="http://schemas.openxmlformats.org/drawingml/2006/main">
              <a:ext uri="{FF2B5EF4-FFF2-40B4-BE49-F238E27FC236}">
                <a16:creationId xmlns:a16="http://schemas.microsoft.com/office/drawing/2014/main" id="{31F340F6-C4AD-48C5-A73D-D3A45FA3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57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s-0">
            <a:extLst xmlns:a="http://schemas.openxmlformats.org/drawingml/2006/main">
              <a:ext uri="{FF2B5EF4-FFF2-40B4-BE49-F238E27FC236}">
                <a16:creationId xmlns:a16="http://schemas.microsoft.com/office/drawing/2014/main" id="{A8F1F9BF-1E87-44E5-8D18-2040E499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718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controller?</a:t>
            </a:r>
          </a:p>
        </p:txBody>
      </p:sp>
      <p:sp>
        <p:nvSpPr>
          <p:cNvPr id="12" name="bullets-dot-1">
            <a:extLst xmlns:a="http://schemas.openxmlformats.org/drawingml/2006/main">
              <a:ext uri="{FF2B5EF4-FFF2-40B4-BE49-F238E27FC236}">
                <a16:creationId xmlns:a16="http://schemas.microsoft.com/office/drawing/2014/main" id="{C8434011-AD61-43AB-9F99-05A7E2BE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s-1">
            <a:extLst xmlns:a="http://schemas.openxmlformats.org/drawingml/2006/main">
              <a:ext uri="{FF2B5EF4-FFF2-40B4-BE49-F238E27FC236}">
                <a16:creationId xmlns:a16="http://schemas.microsoft.com/office/drawing/2014/main" id="{3AC8DECD-3536-49AF-860E-585DE154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052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button?</a:t>
            </a:r>
          </a:p>
        </p:txBody>
      </p:sp>
      <p:sp>
        <p:nvSpPr>
          <p:cNvPr id="14" name="bullets-dot-2">
            <a:extLst xmlns:a="http://schemas.openxmlformats.org/drawingml/2006/main">
              <a:ext uri="{FF2B5EF4-FFF2-40B4-BE49-F238E27FC236}">
                <a16:creationId xmlns:a16="http://schemas.microsoft.com/office/drawing/2014/main" id="{F153759E-68D7-4B8A-82A3-1AA53197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24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s-2">
            <a:extLst xmlns:a="http://schemas.openxmlformats.org/drawingml/2006/main">
              <a:ext uri="{FF2B5EF4-FFF2-40B4-BE49-F238E27FC236}">
                <a16:creationId xmlns:a16="http://schemas.microsoft.com/office/drawing/2014/main" id="{12573C50-FA7F-4223-8714-297BDFD9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Trigger binding method?</a:t>
            </a:r>
          </a:p>
        </p:txBody>
      </p:sp>
      <p:sp>
        <p:nvSpPr>
          <p:cNvPr id="16" name="bullets-dot-3">
            <a:extLst xmlns:a="http://schemas.openxmlformats.org/drawingml/2006/main">
              <a:ext uri="{FF2B5EF4-FFF2-40B4-BE49-F238E27FC236}">
                <a16:creationId xmlns:a16="http://schemas.microsoft.com/office/drawing/2014/main" id="{AF5647DA-E1E1-4BA4-A335-54DB13E2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57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s-3">
            <a:extLst xmlns:a="http://schemas.openxmlformats.org/drawingml/2006/main">
              <a:ext uri="{FF2B5EF4-FFF2-40B4-BE49-F238E27FC236}">
                <a16:creationId xmlns:a16="http://schemas.microsoft.com/office/drawing/2014/main" id="{FCFE8678-7B5A-44B6-BF3D-3F1B3E8A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720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command?</a:t>
            </a:r>
          </a:p>
        </p:txBody>
      </p:sp>
      <p:sp>
        <p:nvSpPr>
          <p:cNvPr id="18" name="bullets-dot-4">
            <a:extLst xmlns:a="http://schemas.openxmlformats.org/drawingml/2006/main">
              <a:ext uri="{FF2B5EF4-FFF2-40B4-BE49-F238E27FC236}">
                <a16:creationId xmlns:a16="http://schemas.microsoft.com/office/drawing/2014/main" id="{E7F7AFD8-85B4-4674-ACFF-441ACF7B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91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ullets-4">
            <a:extLst xmlns:a="http://schemas.openxmlformats.org/drawingml/2006/main">
              <a:ext uri="{FF2B5EF4-FFF2-40B4-BE49-F238E27FC236}">
                <a16:creationId xmlns:a16="http://schemas.microsoft.com/office/drawing/2014/main" id="{EB914C49-B3DF-4726-A19D-02251033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05400"/>
            <a:ext cx="243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4F7FB"/>
                </a:solidFill>
                <a:latin typeface="Aptos"/>
                <a:ea typeface="Aptos"/>
                <a:cs typeface="Aptos"/>
              </a:rPr>
              <a:t>Which subsystem does it require?</a:t>
            </a:r>
          </a:p>
        </p:txBody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490A991-5C70-46F3-8694-6B238E0C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1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09CA46F-78FB-4B67-B062-AB9DFB48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228592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4E8EAE9-13C5-4B74-8136-7FAECFB0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END-TO-END TRACE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78FB1B-F911-435C-ABF8-8FCC994E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A reaches the belt motor through six explicit steps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E68879B-17A3-4D45-A2BE-700E7A71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Every step can be located in the checked-in Java source.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417F015-FF77-4362-B02C-5E5FAD22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ignal-0">
            <a:extLst xmlns:a="http://schemas.openxmlformats.org/drawingml/2006/main">
              <a:ext uri="{FF2B5EF4-FFF2-40B4-BE49-F238E27FC236}">
                <a16:creationId xmlns:a16="http://schemas.microsoft.com/office/drawing/2014/main" id="{E90E4718-EC8D-4FDA-9927-83753EEC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6" name="signal-1">
            <a:extLst xmlns:a="http://schemas.openxmlformats.org/drawingml/2006/main">
              <a:ext uri="{FF2B5EF4-FFF2-40B4-BE49-F238E27FC236}">
                <a16:creationId xmlns:a16="http://schemas.microsoft.com/office/drawing/2014/main" id="{50AB8F99-0978-4B26-B491-32EF1893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7" name="signal-2">
            <a:extLst xmlns:a="http://schemas.openxmlformats.org/drawingml/2006/main">
              <a:ext uri="{FF2B5EF4-FFF2-40B4-BE49-F238E27FC236}">
                <a16:creationId xmlns:a16="http://schemas.microsoft.com/office/drawing/2014/main" id="{EAA20C9B-8E87-4492-ABEB-A0AD3E2E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8" name="signal-3">
            <a:extLst xmlns:a="http://schemas.openxmlformats.org/drawingml/2006/main">
              <a:ext uri="{FF2B5EF4-FFF2-40B4-BE49-F238E27FC236}">
                <a16:creationId xmlns:a16="http://schemas.microsoft.com/office/drawing/2014/main" id="{B72E2251-8288-4329-B092-913222EF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9" name="signal-4">
            <a:extLst xmlns:a="http://schemas.openxmlformats.org/drawingml/2006/main">
              <a:ext uri="{FF2B5EF4-FFF2-40B4-BE49-F238E27FC236}">
                <a16:creationId xmlns:a16="http://schemas.microsoft.com/office/drawing/2014/main" id="{D8D4C14E-3971-41A1-AE04-4F09062E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0" name="signal-5">
            <a:extLst xmlns:a="http://schemas.openxmlformats.org/drawingml/2006/main">
              <a:ext uri="{FF2B5EF4-FFF2-40B4-BE49-F238E27FC236}">
                <a16:creationId xmlns:a16="http://schemas.microsoft.com/office/drawing/2014/main" id="{EADC7288-97AF-4892-AF49-B40152EB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24100"/>
            <a:ext cx="1543050" cy="186690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cxnSp>
        <p:nvCxnSpPr>
          <p:cNvPr id="7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5265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8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96240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8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77215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8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8190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cxnSp>
        <p:nvCxnSpPr>
          <p:cNvPr id="8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391650" y="32575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8"/>
            </a:solidFill>
            <a:prstDash val="solid"/>
            <a:tail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2A7B5-FFE0-486F-B62B-4943B5B2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C18DDA-1958-4888-A093-4F230DAC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Operator Xbox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E2DA2D-3096-49D1-855A-BEAF94E9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A becomes true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5947ED-16DF-4EF5-9E8D-CA67FE9E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3AC0C8-4B62-4A4A-94D6-B882543D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77B55D-A460-429A-B8F5-DA1740E0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whileTrue schedules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631DD9-034C-432F-A4AD-6D9F7F73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2B9286-3E55-4ABE-93F5-B4E3DA13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Scheduler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047B10-3CEE-4518-8F52-E0668DD9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Checks requirements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7F06DB-955C-4868-A478-618B9592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90D2CB-2E1F-4D3F-B321-CE96C323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26BE99-584D-4F65-B3EF-65677FB4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execute() runs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899B91-F3A6-4B99-A1C5-79417C0A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BF2F66-2A25-41AE-A82E-BEE1CC69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Subsystem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214C94-7CED-49BC-9886-C7C5481F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run(+1.0)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474C8F-D5EF-4986-8F5A-A9F7E8FD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146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184F6C-693C-469B-893F-CC0161BC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90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Talon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7B663E-DA99-4A15-9F04-0131F1F6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43300"/>
            <a:ext cx="121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PWM 5 drives belt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C7157A-0577-459D-9D50-8B45660E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591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C3A10D-40C8-4B70-83E3-681A024D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72393D-8772-44A6-A01A-B98F1C5A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9339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A false -&gt; cancel -&gt; end(true) -&gt; beltSubsystem.stop() -&gt; PWM 5 output becomes zero</a:t>
            </a:r>
          </a:p>
        </p:txBody>
      </p:sp>
      <p:sp>
        <p:nvSpPr>
          <p:cNvPr id="3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72CA0D6-30ED-4698-94C3-0DC0179B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3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1D7236B-C0F9-44FF-B172-925F775E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679503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8E905C3-6A65-483A-8FDC-E5D9FF26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2DE5D7-B9CB-48DA-8785-45EDEDAA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6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Each responsibility has one clear home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E8D871E-690D-4CAF-BE31-729AC1CD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Follow the same path when reading, testing, or debugging any robot action.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A6BAAE3-9D18-4287-800D-2B53BC44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42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0090B-1475-4C3B-8615-11BB01AB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reading-step-0">
            <a:extLst xmlns:a="http://schemas.openxmlformats.org/drawingml/2006/main">
              <a:ext uri="{FF2B5EF4-FFF2-40B4-BE49-F238E27FC236}">
                <a16:creationId xmlns:a16="http://schemas.microsoft.com/office/drawing/2014/main" id="{A570236A-B06A-4B8C-84E0-2731C115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952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93EAB-5C6A-4F55-8103-194A4C0F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62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Start with the hardware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A51B8-EC3F-4738-961E-0A0BAAA6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621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Identify the hardware object and the subsystem that encapsulates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AADFD-895A-44EA-A65B-93F4C6EC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FB64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B64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reading-step-1">
            <a:extLst xmlns:a="http://schemas.openxmlformats.org/drawingml/2006/main">
              <a:ext uri="{FF2B5EF4-FFF2-40B4-BE49-F238E27FC236}">
                <a16:creationId xmlns:a16="http://schemas.microsoft.com/office/drawing/2014/main" id="{289831E4-91F7-49F7-9B4F-9325705A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952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FFB6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93625-95CB-4006-AC10-1808045C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52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Find the binding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18444-7946-4E1A-BBD9-907BA675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527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Locate the controller input and Trigger binding method.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DFCA8-3FC0-4881-9A87-D25A9E47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42C6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2C6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reading-step-2">
            <a:extLst xmlns:a="http://schemas.openxmlformats.org/drawingml/2006/main">
              <a:ext uri="{FF2B5EF4-FFF2-40B4-BE49-F238E27FC236}">
                <a16:creationId xmlns:a16="http://schemas.microsoft.com/office/drawing/2014/main" id="{F6F99C5C-9579-40DE-9E6C-7F4CC8AB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952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42C6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59C9E-7E8C-4C33-A720-82D8DA93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433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Read the command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857BA-9DAD-4354-B164-D5DD66F7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433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Check requirements, lifecycle methods, and completion.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082A3-2AE3-4907-9E03-76F786C6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45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62D48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62D48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reading-step-3">
            <a:extLst xmlns:a="http://schemas.openxmlformats.org/drawingml/2006/main">
              <a:ext uri="{FF2B5EF4-FFF2-40B4-BE49-F238E27FC236}">
                <a16:creationId xmlns:a16="http://schemas.microsoft.com/office/drawing/2014/main" id="{C17373F7-7279-4FA6-A55A-23328216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9525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1E31"/>
          </a:solidFill>
          <a:ln xmlns:a="http://schemas.openxmlformats.org/drawingml/2006/main" w="9525">
            <a:solidFill>
              <a:srgbClr val="62D4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E17DAD-487A-4992-B302-AE433DB9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33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Trace the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895D6-6530-4285-B834-38536445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339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9B8C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CA"/>
                </a:solidFill>
                <a:latin typeface="Aptos"/>
                <a:ea typeface="Aptos"/>
                <a:cs typeface="Aptos"/>
              </a:rPr>
              <a:t>Follow the subsystem method to the WPILib hardware object.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086076-4ED3-4936-8B4F-82B0CC72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67400"/>
            <a:ext cx="95250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162941"/>
          </a:solidFill>
          <a:ln xmlns:a="http://schemas.openxmlformats.org/drawingml/2006/main" w="9525">
            <a:solidFill>
              <a:srgbClr val="2D42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EED18F-0687-481B-B352-44FA347A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62650"/>
            <a:ext cx="912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CommandScheduler coordinates commands; each subsystem encapsulates its own hardware.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0879ACD-A1CF-4029-8075-BF35C278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7188"/>
                </a:solidFill>
                <a:latin typeface="Aptos"/>
                <a:ea typeface="Aptos"/>
                <a:cs typeface="Aptos"/>
              </a:rPr>
              <a:t>2020 FRC robot | command-based implementation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6317ED2-F3E0-4C6D-9156-81D5FA23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5E71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718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69113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2026-09-18T21:32:53.4600000Z</dcterms:created>
  <dcterms:modified xsi:type="dcterms:W3CDTF">2026-09-18T21:32:53.4600000Z</dcterms:modified>
</coreProperties>
</file>