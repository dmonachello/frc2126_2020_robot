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c9c182ad1842c9" /><Relationship Type="http://schemas.openxmlformats.org/officeDocument/2006/relationships/extended-properties" Target="/docProps/app.xml" Id="Rccd7567e630c4cd3" /><Relationship Type="http://schemas.openxmlformats.org/officeDocument/2006/relationships/officeDocument" Target="/ppt/presentation.xml" Id="Rf639e1e5f6b44e22" /></Relationships>
</file>

<file path=ppt/presentation.xml><?xml version="1.0" encoding="utf-8"?>
<p:presentation xmlns:p="http://schemas.openxmlformats.org/presentationml/2006/main">
  <p:sldMasterIdLst>
    <p:sldMasterId xmlns:r="http://schemas.openxmlformats.org/officeDocument/2006/relationships" id="2147483648" r:id="R71f9dd97db334bf8"/>
  </p:sldMasterIdLst>
  <p:notesMasterIdLst>
    <p:notesMasterId xmlns:r="http://schemas.openxmlformats.org/officeDocument/2006/relationships" r:id="R051899dabb534564"/>
  </p:notesMasterIdLst>
  <p:sldIdLst>
    <p:sldId xmlns:r="http://schemas.openxmlformats.org/officeDocument/2006/relationships" id="256" r:id="R458f4709e87b4a1f"/>
    <p:sldId xmlns:r="http://schemas.openxmlformats.org/officeDocument/2006/relationships" id="257" r:id="R3368d8fb86354c04"/>
    <p:sldId xmlns:r="http://schemas.openxmlformats.org/officeDocument/2006/relationships" id="258" r:id="Ra11d423f1a354211"/>
    <p:sldId xmlns:r="http://schemas.openxmlformats.org/officeDocument/2006/relationships" id="259" r:id="R3e0adb9ed67d4827"/>
    <p:sldId xmlns:r="http://schemas.openxmlformats.org/officeDocument/2006/relationships" id="260" r:id="R6cd40d9fa9604593"/>
    <p:sldId xmlns:r="http://schemas.openxmlformats.org/officeDocument/2006/relationships" id="261" r:id="R832b57fe945c40af"/>
    <p:sldId xmlns:r="http://schemas.openxmlformats.org/officeDocument/2006/relationships" id="262" r:id="R904dddc654744ddf"/>
    <p:sldId xmlns:r="http://schemas.openxmlformats.org/officeDocument/2006/relationships" id="263" r:id="Rbb1a9718e4e84c82"/>
    <p:sldId xmlns:r="http://schemas.openxmlformats.org/officeDocument/2006/relationships" id="264" r:id="R81b01075213041f6"/>
    <p:sldId xmlns:r="http://schemas.openxmlformats.org/officeDocument/2006/relationships" id="265" r:id="R2fe96df54cba4508"/>
    <p:sldId xmlns:r="http://schemas.openxmlformats.org/officeDocument/2006/relationships" id="266" r:id="R9027a48f072740bc"/>
    <p:sldId xmlns:r="http://schemas.openxmlformats.org/officeDocument/2006/relationships" id="267" r:id="Rbead7bd0c0cd4441"/>
    <p:sldId xmlns:r="http://schemas.openxmlformats.org/officeDocument/2006/relationships" id="268" r:id="R187a5bdbd6d942a1"/>
    <p:sldId xmlns:r="http://schemas.openxmlformats.org/officeDocument/2006/relationships" id="269" r:id="R251c684f57984582"/>
    <p:sldId xmlns:r="http://schemas.openxmlformats.org/officeDocument/2006/relationships" id="270" r:id="R040c3d270f604501"/>
    <p:sldId xmlns:r="http://schemas.openxmlformats.org/officeDocument/2006/relationships" id="271" r:id="R14754903033c4324"/>
    <p:sldId xmlns:r="http://schemas.openxmlformats.org/officeDocument/2006/relationships" id="272" r:id="R4db19cd87294428c"/>
    <p:sldId xmlns:r="http://schemas.openxmlformats.org/officeDocument/2006/relationships" id="273" r:id="R63f0da943efe47fc"/>
    <p:sldId xmlns:r="http://schemas.openxmlformats.org/officeDocument/2006/relationships" id="274" r:id="Rd4aafa329e4c46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95420e2e2a4cc0" /><Relationship Type="http://schemas.openxmlformats.org/officeDocument/2006/relationships/slideMaster" Target="/ppt/slideMasters/slideMaster1.xml" Id="R71f9dd97db334bf8" /><Relationship Type="http://schemas.openxmlformats.org/officeDocument/2006/relationships/notesMaster" Target="/ppt/notesMasters/notesMaster1.xml" Id="R051899dabb534564" /><Relationship Type="http://schemas.openxmlformats.org/officeDocument/2006/relationships/presProps" Target="/ppt/presProps.xml" Id="Rced56ee56639412f" /><Relationship Type="http://schemas.openxmlformats.org/officeDocument/2006/relationships/tableStyles" Target="/ppt/tableStyles.xml" Id="Ra2aa6bf767824e24" /><Relationship Type="http://schemas.openxmlformats.org/officeDocument/2006/relationships/slide" Target="/ppt/slides/slide1.xml" Id="R458f4709e87b4a1f" /><Relationship Type="http://schemas.openxmlformats.org/officeDocument/2006/relationships/slide" Target="/ppt/slides/slide2.xml" Id="R3368d8fb86354c04" /><Relationship Type="http://schemas.openxmlformats.org/officeDocument/2006/relationships/slide" Target="/ppt/slides/slide3.xml" Id="Ra11d423f1a354211" /><Relationship Type="http://schemas.openxmlformats.org/officeDocument/2006/relationships/slide" Target="/ppt/slides/slide4.xml" Id="R3e0adb9ed67d4827" /><Relationship Type="http://schemas.openxmlformats.org/officeDocument/2006/relationships/slide" Target="/ppt/slides/slide5.xml" Id="R6cd40d9fa9604593" /><Relationship Type="http://schemas.openxmlformats.org/officeDocument/2006/relationships/slide" Target="/ppt/slides/slide6.xml" Id="R832b57fe945c40af" /><Relationship Type="http://schemas.openxmlformats.org/officeDocument/2006/relationships/slide" Target="/ppt/slides/slide7.xml" Id="R904dddc654744ddf" /><Relationship Type="http://schemas.openxmlformats.org/officeDocument/2006/relationships/slide" Target="/ppt/slides/slide8.xml" Id="Rbb1a9718e4e84c82" /><Relationship Type="http://schemas.openxmlformats.org/officeDocument/2006/relationships/slide" Target="/ppt/slides/slide9.xml" Id="R81b01075213041f6" /><Relationship Type="http://schemas.openxmlformats.org/officeDocument/2006/relationships/slide" Target="/ppt/slides/slide10.xml" Id="R2fe96df54cba4508" /><Relationship Type="http://schemas.openxmlformats.org/officeDocument/2006/relationships/slide" Target="/ppt/slides/slide11.xml" Id="R9027a48f072740bc" /><Relationship Type="http://schemas.openxmlformats.org/officeDocument/2006/relationships/slide" Target="/ppt/slides/slide12.xml" Id="Rbead7bd0c0cd4441" /><Relationship Type="http://schemas.openxmlformats.org/officeDocument/2006/relationships/slide" Target="/ppt/slides/slide13.xml" Id="R187a5bdbd6d942a1" /><Relationship Type="http://schemas.openxmlformats.org/officeDocument/2006/relationships/slide" Target="/ppt/slides/slide14.xml" Id="R251c684f57984582" /><Relationship Type="http://schemas.openxmlformats.org/officeDocument/2006/relationships/slide" Target="/ppt/slides/slide15.xml" Id="R040c3d270f604501" /><Relationship Type="http://schemas.openxmlformats.org/officeDocument/2006/relationships/slide" Target="/ppt/slides/slide16.xml" Id="R14754903033c4324" /><Relationship Type="http://schemas.openxmlformats.org/officeDocument/2006/relationships/slide" Target="/ppt/slides/slide17.xml" Id="R4db19cd87294428c" /><Relationship Type="http://schemas.openxmlformats.org/officeDocument/2006/relationships/slide" Target="/ppt/slides/slide18.xml" Id="R63f0da943efe47fc" /><Relationship Type="http://schemas.openxmlformats.org/officeDocument/2006/relationships/slide" Target="/ppt/slides/slide19.xml" Id="Rd4aafa329e4c46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ac896983b642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615ac844bd4527" /><Relationship Type="http://schemas.openxmlformats.org/officeDocument/2006/relationships/notesMaster" Target="/ppt/notesMasters/notesMaster1.xml" Id="R1931ac0aba934a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42c05ed7cb442d" /><Relationship Type="http://schemas.openxmlformats.org/officeDocument/2006/relationships/notesMaster" Target="/ppt/notesMasters/notesMaster1.xml" Id="R49043a3471eb47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a9b1fdb50d4585" /><Relationship Type="http://schemas.openxmlformats.org/officeDocument/2006/relationships/notesMaster" Target="/ppt/notesMasters/notesMaster1.xml" Id="Rd416c974cd5443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40c7f7697541d8" /><Relationship Type="http://schemas.openxmlformats.org/officeDocument/2006/relationships/notesMaster" Target="/ppt/notesMasters/notesMaster1.xml" Id="R89a5ca74974043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207bca9e2f4521" /><Relationship Type="http://schemas.openxmlformats.org/officeDocument/2006/relationships/notesMaster" Target="/ppt/notesMasters/notesMaster1.xml" Id="R6b71288ca7454d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85db66754b4ea2" /><Relationship Type="http://schemas.openxmlformats.org/officeDocument/2006/relationships/notesMaster" Target="/ppt/notesMasters/notesMaster1.xml" Id="Ra12a4b4ee5334a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34ac4d13c144bb" /><Relationship Type="http://schemas.openxmlformats.org/officeDocument/2006/relationships/notesMaster" Target="/ppt/notesMasters/notesMaster1.xml" Id="R0da3494a36e141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57cf8e0bb4015" /><Relationship Type="http://schemas.openxmlformats.org/officeDocument/2006/relationships/notesMaster" Target="/ppt/notesMasters/notesMaster1.xml" Id="R49303824640940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88364c46c6464e" /><Relationship Type="http://schemas.openxmlformats.org/officeDocument/2006/relationships/notesMaster" Target="/ppt/notesMasters/notesMaster1.xml" Id="R1287a426c62740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23692e28b41a6" /><Relationship Type="http://schemas.openxmlformats.org/officeDocument/2006/relationships/notesMaster" Target="/ppt/notesMasters/notesMaster1.xml" Id="Raa33965eb63240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348cad18d1410b" /><Relationship Type="http://schemas.openxmlformats.org/officeDocument/2006/relationships/notesMaster" Target="/ppt/notesMasters/notesMaster1.xml" Id="R855d15a28b254e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1f221cce9648a7" /><Relationship Type="http://schemas.openxmlformats.org/officeDocument/2006/relationships/notesMaster" Target="/ppt/notesMasters/notesMaster1.xml" Id="R526f4d572e6f4b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87b520c9724007" /><Relationship Type="http://schemas.openxmlformats.org/officeDocument/2006/relationships/notesMaster" Target="/ppt/notesMasters/notesMaster1.xml" Id="R8af7236cf31348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b315d20c7e4379" /><Relationship Type="http://schemas.openxmlformats.org/officeDocument/2006/relationships/notesMaster" Target="/ppt/notesMasters/notesMaster1.xml" Id="R5eee283306db4a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d47e797db544aa" /><Relationship Type="http://schemas.openxmlformats.org/officeDocument/2006/relationships/notesMaster" Target="/ppt/notesMasters/notesMaster1.xml" Id="Rf87840673fc44a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a235cf7be940fa" /><Relationship Type="http://schemas.openxmlformats.org/officeDocument/2006/relationships/notesMaster" Target="/ppt/notesMasters/notesMaster1.xml" Id="Rd7bf9015c56942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dc4dbd43544206" /><Relationship Type="http://schemas.openxmlformats.org/officeDocument/2006/relationships/notesMaster" Target="/ppt/notesMasters/notesMaster1.xml" Id="Ra82df565801140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ae66f98f344fb7" /><Relationship Type="http://schemas.openxmlformats.org/officeDocument/2006/relationships/notesMaster" Target="/ppt/notesMasters/notesMaster1.xml" Id="R0c8ba1f0db5d44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4f53e2f7504ebd" /><Relationship Type="http://schemas.openxmlformats.org/officeDocument/2006/relationships/notesMaster" Target="/ppt/notesMasters/notesMaster1.xml" Id="R3bfd8a2684ab4a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answers four questions in order. First, what does the robot do? Second, what are its major subsystems? Third, how does the hardware work? Fourth, how does the software identify and control each piece? The last section includes the WPILib runtime and two complete code traces because they show the software control path in operation.</a:t>
            </a:r>
          </a:p>
          <a:p xmlns:a="http://schemas.openxmlformats.org/drawingml/2006/main">
            <a:r>
              <a:t/>
            </a:r>
          </a:p>
          <a:p xmlns:a="http://schemas.openxmlformats.org/drawingml/2006/main">
            <a:r>
              <a:t>[Sources]</a:t>
            </a:r>
          </a:p>
          <a:p xmlns:a="http://schemas.openxmlformats.org/drawingml/2006/main">
            <a:r>
              <a:t>- C:/Users/dmona/2020FrcRobotCode/2020v2/2020/docs/final-implementation-presentation-architecture.md</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drivetrain moves and steers the robot with tank drive.</a:t>
            </a:r>
          </a:p>
          <a:p xmlns:a="http://schemas.openxmlformats.org/drawingml/2006/main">
            <a:r>
              <a:t>- The ball belt moves game pieces forward or backward inside the robot.</a:t>
            </a:r>
          </a:p>
          <a:p xmlns:a="http://schemas.openxmlformats.org/drawingml/2006/main">
            <a:r>
              <a:t>- The scoring roller pushes game pieces out toward the goal.</a:t>
            </a:r>
          </a:p>
          <a:p xmlns:a="http://schemas.openxmlformats.org/drawingml/2006/main">
            <a:r>
              <a:t>- The climber changes the position of two pneumatic arms.</a:t>
            </a:r>
          </a:p>
          <a:p xmlns:a="http://schemas.openxmlformats.org/drawingml/2006/main">
            <a:r>
              <a:t>- The driver owns robot motion; the operator owns the three mechanisms.</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driver CommandXboxController is on USB 0 and supplies both tank-drive Y axes plus the right-bumper slow mode. The operator CommandXboxController is on USB 1: A runs the belt inward, B runs it outward, X runs the roller, and Y schedules the climber command.</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four subsystem boundaries come from physical mechanisms, not the communication bus.</a:t>
            </a:r>
          </a:p>
          <a:p xmlns:a="http://schemas.openxmlformats.org/drawingml/2006/main">
            <a:r>
              <a:t>- DriveSubsystem owns four motor-controller objects.</a:t>
            </a:r>
          </a:p>
          <a:p xmlns:a="http://schemas.openxmlformats.org/drawingml/2006/main">
            <a:r>
              <a:t>- BeltSubsystem and RollerSubsystem each own one motor-controller object.</a:t>
            </a:r>
          </a:p>
          <a:p xmlns:a="http://schemas.openxmlformats.org/drawingml/2006/main">
            <a:r>
              <a:t>- ClimberSubsystem owns the pneumatic device objects used by the climber.</a:t>
            </a:r>
          </a:p>
          <a:p xmlns:a="http://schemas.openxmlformats.org/drawingml/2006/main">
            <a:r>
              <a:t>- The 2020 implementations use PWM motor controllers and a CAN-connected PCM; current implementations can use CAN devices without changing these subsystem boundaries.</a:t>
            </a:r>
          </a:p>
          <a:p xmlns:a="http://schemas.openxmlformats.org/drawingml/2006/main">
            <a:r>
              <a:t/>
            </a:r>
          </a:p>
          <a:p xmlns:a="http://schemas.openxmlformats.org/drawingml/2006/main">
            <a:r>
              <a:t>[Sources]</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Every hardware object needs an identifier that tells the library which control point it represents.</a:t>
            </a:r>
          </a:p>
          <a:p xmlns:a="http://schemas.openxmlformats.org/drawingml/2006/main">
            <a:r>
              <a:t>- The code passes that ID into the device object's constructor.</a:t>
            </a:r>
          </a:p>
          <a:p xmlns:a="http://schemas.openxmlformats.org/drawingml/2006/main">
            <a:r>
              <a:t>- The subsystem stores the resulting device object and uses it whenever a command requests an action.</a:t>
            </a:r>
          </a:p>
          <a:p xmlns:a="http://schemas.openxmlformats.org/drawingml/2006/main">
            <a:r>
              <a:t>- On this 2020 robot, the motor-controller IDs are the roboRIO PWM port numbers shown in the table.</a:t>
            </a:r>
          </a:p>
          <a:p xmlns:a="http://schemas.openxmlformats.org/drawingml/2006/main">
            <a:r>
              <a:t>- The climber uses a module ID for the PCM and channel IDs for the module outputs.</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Constants gives each numeric hardware ID a name that describes the control point.</a:t>
            </a:r>
          </a:p>
          <a:p xmlns:a="http://schemas.openxmlformats.org/drawingml/2006/main">
            <a:r>
              <a:t>- PWM_FRONT_LEFT_DRIVE identifies control point 0; PWM_BELT identifies control point 5.</a:t>
            </a:r>
          </a:p>
          <a:p xmlns:a="http://schemas.openxmlformats.org/drawingml/2006/main">
            <a:r>
              <a:t>- The names keep raw hardware numbers out of the subsystem code.</a:t>
            </a:r>
          </a:p>
          <a:p xmlns:a="http://schemas.openxmlformats.org/drawingml/2006/main">
            <a:r>
              <a:t>- Changing a wiring assignment requires changing the named constant instead of searching for repeated numeric literals.</a:t>
            </a:r>
          </a:p>
          <a:p xmlns:a="http://schemas.openxmlformats.org/drawingml/2006/main">
            <a:r>
              <a:t>- These names also make the subsystem constructors readable without hiding the actual ID values.</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 subsystem constructor creates each hardware device object once.</a:t>
            </a:r>
          </a:p>
          <a:p xmlns:a="http://schemas.openxmlformats.org/drawingml/2006/main">
            <a:r>
              <a:t>- The constructor passes the named hardware ID to the WPILib device class, such as new Talon(Constants.Hardware.PWM_BELT).</a:t>
            </a:r>
          </a:p>
          <a:p xmlns:a="http://schemas.openxmlformats.org/drawingml/2006/main">
            <a:r>
              <a:t>- That call connects the software object to the specified control point.</a:t>
            </a:r>
          </a:p>
          <a:p xmlns:a="http://schemas.openxmlformats.org/drawingml/2006/main">
            <a:r>
              <a:t>- The subsystem stores the object in a field and later calls set() through its mechanism methods.</a:t>
            </a:r>
          </a:p>
          <a:p xmlns:a="http://schemas.openxmlformats.org/drawingml/2006/main">
            <a:r>
              <a:t>- Commands call drive(), run(), or stop(); they do not work with hardware IDs directly.</a:t>
            </a:r>
          </a:p>
          <a:p xmlns:a="http://schemas.openxmlformats.org/drawingml/2006/main">
            <a:r>
              <a:t/>
            </a:r>
          </a:p>
          <a:p xmlns:a="http://schemas.openxmlformats.org/drawingml/2006/main">
            <a:r>
              <a:t>[Sources]</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climber uses the same identification idea at two levels.</a:t>
            </a:r>
          </a:p>
          <a:p xmlns:a="http://schemas.openxmlformats.org/drawingml/2006/main">
            <a:r>
              <a:t>- PCM module ID 0 tells WPILib which pneumatics module to address over CAN.</a:t>
            </a:r>
          </a:p>
          <a:p xmlns:a="http://schemas.openxmlformats.org/drawingml/2006/main">
            <a:r>
              <a:t>- Channel IDs 0/1 select the left valve outputs; channel IDs 2/3 select the right valve outputs.</a:t>
            </a:r>
          </a:p>
          <a:p xmlns:a="http://schemas.openxmlformats.org/drawingml/2006/main">
            <a:r>
              <a:t>- The PCM receives the CAN message and switches the requested module channels.</a:t>
            </a:r>
          </a:p>
          <a:p xmlns:a="http://schemas.openxmlformats.org/drawingml/2006/main">
            <a:r>
              <a:t>- The individual solenoids are controlled by the PCM; they are not separate CAN devices.</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Robot creates one RobotContainer during robotInit().</a:t>
            </a:r>
          </a:p>
          <a:p xmlns:a="http://schemas.openxmlformats.org/drawingml/2006/main">
            <a:r>
              <a:t>- RobotContainer creates the controllers and the four subsystem objects.</a:t>
            </a:r>
          </a:p>
          <a:p xmlns:a="http://schemas.openxmlformats.org/drawingml/2006/main">
            <a:r>
              <a:t>- Each subsystem constructor creates the device objects that represent its installed hardware.</a:t>
            </a:r>
          </a:p>
          <a:p xmlns:a="http://schemas.openxmlformats.org/drawingml/2006/main">
            <a:r>
              <a:t>- RobotContainer creates command instances, passes them the required subsystem objects, and binds controller inputs to them.</a:t>
            </a:r>
          </a:p>
          <a:p xmlns:a="http://schemas.openxmlformats.org/drawingml/2006/main">
            <a:r>
              <a:t>- When CommandScheduler runs a command, the command calls subsystem methods; the subsystem methods call the device APIs.</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Robot.robotInit() creates RobotContainer once.</a:t>
            </a:r>
          </a:p>
          <a:p xmlns:a="http://schemas.openxmlformats.org/drawingml/2006/main">
            <a:r>
              <a:t>- RobotContainer's constructor creates the two CommandXboxController objects and four subsystem objects.</a:t>
            </a:r>
          </a:p>
          <a:p xmlns:a="http://schemas.openxmlformats.org/drawingml/2006/main">
            <a:r>
              <a:t>- Each subsystem constructor creates and owns its motor-controller or solenoid objects.</a:t>
            </a:r>
          </a:p>
          <a:p xmlns:a="http://schemas.openxmlformats.org/drawingml/2006/main">
            <a:r>
              <a:t>- configureDefaultCommands() creates DriveTeleopCommand and installs it on DriveSubsystem.</a:t>
            </a:r>
          </a:p>
          <a:p xmlns:a="http://schemas.openxmlformats.org/drawingml/2006/main">
            <a:r>
              <a:t>- configureBindings() creates the button-controlled command instances and passes the appropriate subsystem object into each constructor.</a:t>
            </a:r>
          </a:p>
          <a:p xmlns:a="http://schemas.openxmlformats.org/drawingml/2006/main">
            <a:r>
              <a:t>- The camera is also started here, but it is separate from the command and subsystem relationships shown in this presentation.</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programmer writes a command class for a specific task, such as BeltInCommand.</a:t>
            </a:r>
          </a:p>
          <a:p xmlns:a="http://schemas.openxmlformats.org/drawingml/2006/main">
            <a:r>
              <a:t>- RobotContainer creates a command instance with new BeltInCommand(beltSubsystem).</a:t>
            </a:r>
          </a:p>
          <a:p xmlns:a="http://schemas.openxmlformats.org/drawingml/2006/main">
            <a:r>
              <a:t>- Passing beltSubsystem gives that command access to the subsystem methods it needs.</a:t>
            </a:r>
          </a:p>
          <a:p xmlns:a="http://schemas.openxmlformats.org/drawingml/2006/main">
            <a:r>
              <a:t>- The command constructor calls addRequirements(beltSubsystem), which declares exclusive use of the mechanism while the command runs.</a:t>
            </a:r>
          </a:p>
          <a:p xmlns:a="http://schemas.openxmlformats.org/drawingml/2006/main">
            <a:r>
              <a:t>- A Trigger binding or default-command assignment determines when CommandScheduler schedules that instance.</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Start by reading operatorController.a() as the operator's A button.</a:t>
            </a:r>
          </a:p>
          <a:p xmlns:a="http://schemas.openxmlformats.org/drawingml/2006/main">
            <a:r>
              <a:t>- new BeltInCommand(beltSubsystem) creates one command instance and passes it the existing BeltSubsystem object.</a:t>
            </a:r>
          </a:p>
          <a:p xmlns:a="http://schemas.openxmlformats.org/drawingml/2006/main">
            <a:r>
              <a:t>- whileTrue binds that command to the button's active state.</a:t>
            </a:r>
          </a:p>
          <a:p xmlns:a="http://schemas.openxmlformats.org/drawingml/2006/main">
            <a:r>
              <a:t>- When A becomes active, CommandScheduler schedules the command after checking its BeltSubsystem requirement.</a:t>
            </a:r>
          </a:p>
          <a:p xmlns:a="http://schemas.openxmlformats.org/drawingml/2006/main">
            <a:r>
              <a:t>- When A becomes inactive, WPILib cancels the command and calls end(true), which stops the belt.</a:t>
            </a:r>
          </a:p>
          <a:p xmlns:a="http://schemas.openxmlformats.org/drawingml/2006/main">
            <a:r>
              <a:t>- DriveTeleopCommand is different because RobotContainer installs it as DriveSubsystem's default command instead of binding it to a button.</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This project follows the standard WPILib Java structure: Robot extends TimedRobot, which provides the robot's periodic execution loop.</a:t>
            </a:r>
          </a:p>
          <a:p xmlns:a="http://schemas.openxmlformats.org/drawingml/2006/main">
            <a:r>
              <a:t>- By default, the WPILib robot library calls robotPeriodic() every 20 milliseconds, or about 50 times per second.</a:t>
            </a:r>
          </a:p>
          <a:p xmlns:a="http://schemas.openxmlformats.org/drawingml/2006/main">
            <a:r>
              <a:t>- Each call to robotPeriodic() calls CommandScheduler.run(), producing one scheduler iteration.</a:t>
            </a:r>
          </a:p>
          <a:p xmlns:a="http://schemas.openxmlformats.org/drawingml/2006/main">
            <a:r>
              <a:t>- During an iteration, the scheduler runs subsystem periodic methods, polls Trigger bindings, and schedules or cancels commands.</a:t>
            </a:r>
          </a:p>
          <a:p xmlns:a="http://schemas.openxmlformats.org/drawingml/2006/main">
            <a:r>
              <a:t>- It then executes scheduled commands, ends commands that have finished or were canceled, and schedules default commands for available subsystems.</a:t>
            </a:r>
          </a:p>
          <a:p xmlns:a="http://schemas.openxmlformats.org/drawingml/2006/main">
            <a:r>
              <a:t>- Command methods must return promptly. A blocking method prevents the scheduler from completing that robot-loop iteration.</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https://github.wpilib.org/allwpilib/docs/release/java/edu/wpi/first/wpilibj/TimedRobot.html</a:t>
            </a:r>
          </a:p>
          <a:p xmlns:a="http://schemas.openxmlformats.org/drawingml/2006/main">
            <a:r>
              <a:t>- https://github.wpilib.org/allwpilib/docs/release/java/edu/wpi/first/wpilibj2/command/CommandScheduler.html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initialize() runs once when the scheduler starts the command.</a:t>
            </a:r>
          </a:p>
          <a:p xmlns:a="http://schemas.openxmlformats.org/drawingml/2006/main">
            <a:r>
              <a:t>- execute() runs once during each scheduler iteration and calls the required subsystem methods.</a:t>
            </a:r>
          </a:p>
          <a:p xmlns:a="http://schemas.openxmlformats.org/drawingml/2006/main">
            <a:r>
              <a:t>- isFinished() tells the scheduler whether the command has completed.</a:t>
            </a:r>
          </a:p>
          <a:p xmlns:a="http://schemas.openxmlformats.org/drawingml/2006/main">
            <a:r>
              <a:t>- If isFinished() returns false, the command remains scheduled and executes again during the next iteration.</a:t>
            </a:r>
          </a:p>
          <a:p xmlns:a="http://schemas.openxmlformats.org/drawingml/2006/main">
            <a:r>
              <a:t>- end(false) runs after normal completion, while end(true) runs after cancellation or interruption.</a:t>
            </a:r>
          </a:p>
          <a:p xmlns:a="http://schemas.openxmlformats.org/drawingml/2006/main">
            <a:r>
              <a:t>- Cleanup belongs in end(). The belt and roller commands stop their motors there.</a:t>
            </a:r>
          </a:p>
          <a:p xmlns:a="http://schemas.openxmlformats.org/drawingml/2006/main">
            <a:r>
              <a:t/>
            </a:r>
          </a:p>
          <a:p xmlns:a="http://schemas.openxmlformats.org/drawingml/2006/main">
            <a:r>
              <a:t>[Sources]</a:t>
            </a:r>
          </a:p>
          <a:p xmlns:a="http://schemas.openxmlformats.org/drawingml/2006/main">
            <a:r>
              <a:t>- C:/Users/dmona/2020FrcRobotCode/2020v2/2020/src/main/java/frc/robot/commands/</a:t>
            </a:r>
          </a:p>
          <a:p xmlns:a="http://schemas.openxmlformats.org/drawingml/2006/main">
            <a:r>
              <a:t>- https://github.wpilib.org/allwpilib/docs/release/java/edu/wpi/first/wpilibj2/command/Command.html</a:t>
            </a:r>
          </a:p>
          <a:p xmlns:a="http://schemas.openxmlformats.org/drawingml/2006/main">
            <a:r>
              <a:t>- https://github.wpilib.org/allwpilib/docs/release/java/edu/wpi/first/wpilibj2/command/button/Trigger.html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Belt commands require BeltSubsystem. RollerCommand requires RollerSubsystem, so the scheduler may run a belt command and RollerCommand concurrently. It will not schedule two commands that require BeltSubsystem at the same time.</a:t>
            </a:r>
          </a:p>
          <a:p xmlns:a="http://schemas.openxmlformats.org/drawingml/2006/main">
            <a:r>
              <a:t/>
            </a:r>
          </a:p>
          <a:p xmlns:a="http://schemas.openxmlformats.org/drawingml/2006/main">
            <a:r>
              <a:t>[Sources]</a:t>
            </a:r>
          </a:p>
          <a:p xmlns:a="http://schemas.openxmlformats.org/drawingml/2006/main">
            <a:r>
              <a:t>- https://github.wpilib.org/allwpilib/docs/release/java/edu/wpi/first/wpilibj2/command/Command.html</a:t>
            </a:r>
          </a:p>
          <a:p xmlns:a="http://schemas.openxmlformats.org/drawingml/2006/main">
            <a:r>
              <a:t>- C:/Users/dmona/2020FrcRobotCode/2020v2/2020/src/main/java/frc/robot/commands/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driver Xbox controller supplies the left-stick and right-stick Y values.</a:t>
            </a:r>
          </a:p>
          <a:p xmlns:a="http://schemas.openxmlformats.org/drawingml/2006/main">
            <a:r>
              <a:t>- CommandScheduler runs DriveTeleopCommand as DriveSubsystem's default command.</a:t>
            </a:r>
          </a:p>
          <a:p xmlns:a="http://schemas.openxmlformats.org/drawingml/2006/main">
            <a:r>
              <a:t>- The command scales both values and calls DriveSubsystem.drive(left, right).</a:t>
            </a:r>
          </a:p>
          <a:p xmlns:a="http://schemas.openxmlformats.org/drawingml/2006/main">
            <a:r>
              <a:t>- DriveSubsystem sends those values through the motor-controller objects it created from the named hardware IDs.</a:t>
            </a:r>
          </a:p>
          <a:p xmlns:a="http://schemas.openxmlformats.org/drawingml/2006/main">
            <a:r>
              <a:t>- The physical result is that the left and right drivetrain motors turn.</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C:/Users/dmona/2020FrcRobotCode/2020v2/2020/src/main/java/frc/robot/commands/DriveTeleopCommand.java</a:t>
            </a:r>
          </a:p>
          <a:p xmlns:a="http://schemas.openxmlformats.org/drawingml/2006/main">
            <a:r>
              <a:t>- C:/Users/dmona/2020FrcRobotCode/2020v2/2020/src/main/java/frc/robot/subsystems/DriveSubsystem.java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Operator A activates a Trigger binding in RobotContainer.</a:t>
            </a:r>
          </a:p>
          <a:p xmlns:a="http://schemas.openxmlformats.org/drawingml/2006/main">
            <a:r>
              <a:t>- The binding schedules a BeltInCommand instance that holds a reference to BeltSubsystem.</a:t>
            </a:r>
          </a:p>
          <a:p xmlns:a="http://schemas.openxmlformats.org/drawingml/2006/main">
            <a:r>
              <a:t>- execute() calls BeltSubsystem.run(+1.0).</a:t>
            </a:r>
          </a:p>
          <a:p xmlns:a="http://schemas.openxmlformats.org/drawingml/2006/main">
            <a:r>
              <a:t>- BeltSubsystem sends that value through the motor-controller object created from the belt hardware ID.</a:t>
            </a:r>
          </a:p>
          <a:p xmlns:a="http://schemas.openxmlformats.org/drawingml/2006/main">
            <a:r>
              <a:t>- Releasing A cancels the command; end(true) calls BeltSubsystem.stop(), which commands zero output.</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 C:/Users/dmona/2020FrcRobotCode/2020v2/2020/src/main/java/frc/robot/subsystems/BeltSubsystem.java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repeating the concrete reading path rather than summarizing the development process.</a:t>
            </a:r>
          </a:p>
          <a:p xmlns:a="http://schemas.openxmlformats.org/drawingml/2006/main">
            <a:r>
              <a:t/>
            </a:r>
          </a:p>
          <a:p xmlns:a="http://schemas.openxmlformats.org/drawingml/2006/main">
            <a:r>
              <a:t>[Sources]</a:t>
            </a:r>
          </a:p>
          <a:p xmlns:a="http://schemas.openxmlformats.org/drawingml/2006/main">
            <a:r>
              <a:t>- C:/Users/dmona/2020FrcRobotCode/2020v2/2020/src/main/java/frc/robot/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control-point ID concept remains useful when the hardware interface changes.</a:t>
            </a:r>
          </a:p>
          <a:p xmlns:a="http://schemas.openxmlformats.org/drawingml/2006/main">
            <a:r>
              <a:t>- On the 2020 robot, motor-controller IDs select dedicated PWM ports on the roboRIO.</a:t>
            </a:r>
          </a:p>
          <a:p xmlns:a="http://schemas.openxmlformats.org/drawingml/2006/main">
            <a:r>
              <a:t>- On the team's modern hardware, a motor-controller ID selects a device on the shared CAN bus.</a:t>
            </a:r>
          </a:p>
          <a:p xmlns:a="http://schemas.openxmlformats.org/drawingml/2006/main">
            <a:r>
              <a:t>- For example, the number 5 can identify PWM port 5 in the older design or CAN device 5 in a modern design.</a:t>
            </a:r>
          </a:p>
          <a:p xmlns:a="http://schemas.openxmlformats.org/drawingml/2006/main">
            <a:r>
              <a:t>- The subsystem still creates and owns the device object, and commands still call the same subsystem methods.</a:t>
            </a:r>
          </a:p>
          <a:p xmlns:a="http://schemas.openxmlformats.org/drawingml/2006/main">
            <a:r>
              <a:t>- Only the device class, identifier meaning, and device configuration change inside the subsystem.</a:t>
            </a:r>
          </a:p>
          <a:p xmlns:a="http://schemas.openxmlformats.org/drawingml/2006/main">
            <a:r>
              <a:t/>
            </a:r>
          </a:p>
          <a:p xmlns:a="http://schemas.openxmlformats.org/drawingml/2006/main">
            <a:r>
              <a:t>[Sources]</a:t>
            </a:r>
          </a:p>
          <a:p xmlns:a="http://schemas.openxmlformats.org/drawingml/2006/main">
            <a:r>
              <a:t>- C:/Users/dmona/2020FrcRobotCode/2020v2/2020/src/main/java/frc/robot/subsystems/BeltSubsystem.java</a:t>
            </a:r>
          </a:p>
          <a:p xmlns:a="http://schemas.openxmlformats.org/drawingml/2006/main">
            <a:r>
              <a:t>- User-provided current team hardware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1e0910e0fa4d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7d1cf88a744dfc" /><Relationship Type="http://schemas.openxmlformats.org/officeDocument/2006/relationships/slideLayout" Target="/ppt/slideLayouts/slideLayout1.xml" Id="Ra72f009f682748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2f009f682748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f7de5596c54f66" /><Relationship Type="http://schemas.openxmlformats.org/officeDocument/2006/relationships/notesSlide" Target="/ppt/notesSlides/notesSlide1.xml" Id="R96fba61076fd4f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4323e54f2845f6" /><Relationship Type="http://schemas.openxmlformats.org/officeDocument/2006/relationships/notesSlide" Target="/ppt/notesSlides/notesSlide2.xml" Id="Rcfe221ae5bf149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7bb43fce9c4bdb" /><Relationship Type="http://schemas.openxmlformats.org/officeDocument/2006/relationships/notesSlide" Target="/ppt/notesSlides/notesSlide3.xml" Id="Ra188b9ea68b749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ba4ed443ca451a" /><Relationship Type="http://schemas.openxmlformats.org/officeDocument/2006/relationships/notesSlide" Target="/ppt/notesSlides/notesSlide4.xml" Id="R37e78339df3c47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d7add24c644ab4" /><Relationship Type="http://schemas.openxmlformats.org/officeDocument/2006/relationships/image" Target="/ppt/media/image.png" Id="R3b5f10fe07d54c74" /><Relationship Type="http://schemas.openxmlformats.org/officeDocument/2006/relationships/notesSlide" Target="/ppt/notesSlides/notesSlide5.xml" Id="Rccb74b9355764d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2c69f6260646f4" /><Relationship Type="http://schemas.openxmlformats.org/officeDocument/2006/relationships/notesSlide" Target="/ppt/notesSlides/notesSlide6.xml" Id="R7cb15fec84e947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d8b946a89f479f" /><Relationship Type="http://schemas.openxmlformats.org/officeDocument/2006/relationships/notesSlide" Target="/ppt/notesSlides/notesSlide7.xml" Id="R79c01af2737d47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7712f65fb34c26" /><Relationship Type="http://schemas.openxmlformats.org/officeDocument/2006/relationships/notesSlide" Target="/ppt/notesSlides/notesSlide8.xml" Id="Rf060c80ac3f74c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4fda52728a44e8" /><Relationship Type="http://schemas.openxmlformats.org/officeDocument/2006/relationships/notesSlide" Target="/ppt/notesSlides/notesSlide9.xml" Id="R02870c27ea134d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a83516207c4e84" /><Relationship Type="http://schemas.openxmlformats.org/officeDocument/2006/relationships/notesSlide" Target="/ppt/notesSlides/notesSlide10.xml" Id="Rc40da41af0ca4b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6ac66e67eb4565" /><Relationship Type="http://schemas.openxmlformats.org/officeDocument/2006/relationships/notesSlide" Target="/ppt/notesSlides/notesSlide11.xml" Id="Re024990af78b43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81b39a2ece4531" /><Relationship Type="http://schemas.openxmlformats.org/officeDocument/2006/relationships/notesSlide" Target="/ppt/notesSlides/notesSlide12.xml" Id="Rd3e93b5417654a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5855963a9974b4b" /><Relationship Type="http://schemas.openxmlformats.org/officeDocument/2006/relationships/notesSlide" Target="/ppt/notesSlides/notesSlide13.xml" Id="Raa300c89019940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80a7a221dc45cb" /><Relationship Type="http://schemas.openxmlformats.org/officeDocument/2006/relationships/notesSlide" Target="/ppt/notesSlides/notesSlide14.xml" Id="R927c8098c2fe45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edd048f5284d41" /><Relationship Type="http://schemas.openxmlformats.org/officeDocument/2006/relationships/notesSlide" Target="/ppt/notesSlides/notesSlide15.xml" Id="Rfff62ea1ecd341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4014ed2cad47d7" /><Relationship Type="http://schemas.openxmlformats.org/officeDocument/2006/relationships/notesSlide" Target="/ppt/notesSlides/notesSlide16.xml" Id="Rc36c2d31a59449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8e99493f8e4e04" /><Relationship Type="http://schemas.openxmlformats.org/officeDocument/2006/relationships/notesSlide" Target="/ppt/notesSlides/notesSlide17.xml" Id="R5d3d5066df93438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6b4b757c0484f67" /><Relationship Type="http://schemas.openxmlformats.org/officeDocument/2006/relationships/notesSlide" Target="/ppt/notesSlides/notesSlide18.xml" Id="R25724ca999e84a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4517bdbc9954765" /><Relationship Type="http://schemas.openxmlformats.org/officeDocument/2006/relationships/notesSlide" Target="/ppt/notesSlides/notesSlide19.xml" Id="R8829d32921b34d23" /></Relationships>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F38A124-D1EA-4DE7-A661-E5756A5CE10B}"/>
              </a:ext>
            </a:extLst>
          </p:cNvPr>
          <p:cNvSpPr>
            <a:spLocks xmlns:a="http://schemas.openxmlformats.org/drawingml/2006/main" noGrp="1"/>
          </p:cNvSpPr>
          <p:nvPr/>
        </p:nvSpPr>
        <p:spPr>
          <a:xfrm xmlns:a="http://schemas.openxmlformats.org/drawingml/2006/main">
            <a:off x="609600" y="781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42C6FF"/>
                </a:solidFill>
                <a:latin typeface="Aptos"/>
                <a:ea typeface="Aptos"/>
                <a:cs typeface="Aptos"/>
              </a:defRPr>
            </a:pPr>
            <a:r>
              <a:rPr sz="1200" b="1">
                <a:solidFill>
                  <a:srgbClr val="42C6FF"/>
                </a:solidFill>
                <a:latin typeface="Aptos"/>
                <a:ea typeface="Aptos"/>
                <a:cs typeface="Aptos"/>
              </a:rPr>
              <a:t>FRC ROBOT SOFTWARE</a:t>
            </a:r>
          </a:p>
        </p:txBody>
      </p:sp>
      <p:sp>
        <p:nvSpPr>
          <p:cNvPr id="2" name="">
            <a:extLst xmlns:a="http://schemas.openxmlformats.org/drawingml/2006/main">
              <a:ext uri="{FF2B5EF4-FFF2-40B4-BE49-F238E27FC236}">
                <a16:creationId xmlns:a16="http://schemas.microsoft.com/office/drawing/2014/main" id="{64F6DE1D-E2E0-4270-8D35-B58DE85E25E9}"/>
              </a:ext>
            </a:extLst>
          </p:cNvPr>
          <p:cNvSpPr>
            <a:spLocks xmlns:a="http://schemas.openxmlformats.org/drawingml/2006/main" noGrp="1"/>
          </p:cNvSpPr>
          <p:nvPr/>
        </p:nvSpPr>
        <p:spPr>
          <a:xfrm xmlns:a="http://schemas.openxmlformats.org/drawingml/2006/main">
            <a:off x="609600" y="1352550"/>
            <a:ext cx="7239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4000"/>
              </a:lnSpc>
              <a:buNone/>
              <a:defRPr sz="3900" b="1">
                <a:solidFill>
                  <a:srgbClr val="F4F7FB"/>
                </a:solidFill>
                <a:latin typeface="Aptos"/>
                <a:ea typeface="Aptos"/>
                <a:cs typeface="Aptos"/>
              </a:defRPr>
            </a:pPr>
            <a:r>
              <a:rPr sz="3900" b="1">
                <a:solidFill>
                  <a:srgbClr val="F4F7FB"/>
                </a:solidFill>
                <a:latin typeface="Aptos"/>
                <a:ea typeface="Aptos"/>
                <a:cs typeface="Aptos"/>
              </a:rPr>
              <a:t>The finished command-based</a:t>
            </a:r>
          </a:p>
          <a:p xmlns:a="http://schemas.openxmlformats.org/drawingml/2006/main">
            <a:pPr algn="l">
              <a:lnSpc>
                <a:spcPct val="94000"/>
              </a:lnSpc>
              <a:buNone/>
              <a:defRPr sz="3900" b="1">
                <a:solidFill>
                  <a:srgbClr val="F4F7FB"/>
                </a:solidFill>
                <a:latin typeface="Aptos"/>
                <a:ea typeface="Aptos"/>
                <a:cs typeface="Aptos"/>
              </a:defRPr>
            </a:pPr>
            <a:r>
              <a:rPr sz="3900" b="1">
                <a:solidFill>
                  <a:srgbClr val="F4F7FB"/>
                </a:solidFill>
                <a:latin typeface="Aptos"/>
                <a:ea typeface="Aptos"/>
                <a:cs typeface="Aptos"/>
              </a:rPr>
              <a:t>robot implementation</a:t>
            </a:r>
          </a:p>
        </p:txBody>
      </p:sp>
      <p:sp>
        <p:nvSpPr>
          <p:cNvPr id="3" name="">
            <a:extLst xmlns:a="http://schemas.openxmlformats.org/drawingml/2006/main">
              <a:ext uri="{FF2B5EF4-FFF2-40B4-BE49-F238E27FC236}">
                <a16:creationId xmlns:a16="http://schemas.microsoft.com/office/drawing/2014/main" id="{B1D5F32E-A4DF-4A94-8E76-A9060344D11C}"/>
              </a:ext>
            </a:extLst>
          </p:cNvPr>
          <p:cNvSpPr>
            <a:spLocks xmlns:a="http://schemas.openxmlformats.org/drawingml/2006/main" noGrp="1"/>
          </p:cNvSpPr>
          <p:nvPr/>
        </p:nvSpPr>
        <p:spPr>
          <a:xfrm xmlns:a="http://schemas.openxmlformats.org/drawingml/2006/main">
            <a:off x="609600" y="3048000"/>
            <a:ext cx="666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0">
                <a:solidFill>
                  <a:srgbClr val="A9B8CA"/>
                </a:solidFill>
                <a:latin typeface="Aptos"/>
                <a:ea typeface="Aptos"/>
                <a:cs typeface="Aptos"/>
              </a:defRPr>
            </a:pPr>
            <a:r>
              <a:rPr sz="1725" b="0">
                <a:solidFill>
                  <a:srgbClr val="A9B8CA"/>
                </a:solidFill>
                <a:latin typeface="Aptos"/>
                <a:ea typeface="Aptos"/>
                <a:cs typeface="Aptos"/>
              </a:rPr>
              <a:t>Four questions connect the robot's jobs, subsystems, hardware, and software</a:t>
            </a:r>
          </a:p>
        </p:txBody>
      </p:sp>
      <p:sp>
        <p:nvSpPr>
          <p:cNvPr id="4" name="architecture-panel">
            <a:extLst xmlns:a="http://schemas.openxmlformats.org/drawingml/2006/main">
              <a:ext uri="{FF2B5EF4-FFF2-40B4-BE49-F238E27FC236}">
                <a16:creationId xmlns:a16="http://schemas.microsoft.com/office/drawing/2014/main" id="{7183396E-3FF3-4395-8840-D2A05F51149F}"/>
              </a:ext>
            </a:extLst>
          </p:cNvPr>
          <p:cNvSpPr>
            <a:spLocks xmlns:a="http://schemas.openxmlformats.org/drawingml/2006/main" noGrp="1"/>
          </p:cNvSpPr>
          <p:nvPr/>
        </p:nvSpPr>
        <p:spPr>
          <a:xfrm xmlns:a="http://schemas.openxmlformats.org/drawingml/2006/main">
            <a:off x="8248650" y="1066800"/>
            <a:ext cx="2952750" cy="4000500"/>
          </a:xfrm>
          <a:prstGeom xmlns:a="http://schemas.openxmlformats.org/drawingml/2006/main" prst="roundRect">
            <a:avLst>
              <a:gd name="adj" fmla="val 5806"/>
            </a:avLst>
          </a:prstGeom>
          <a:solidFill xmlns:a="http://schemas.openxmlformats.org/drawingml/2006/main">
            <a:srgbClr val="101E31"/>
          </a:solidFill>
          <a:ln xmlns:a="http://schemas.openxmlformats.org/drawingml/2006/main" w="9525">
            <a:solidFill>
              <a:srgbClr val="2D425B"/>
            </a:solidFill>
            <a:prstDash val="solid"/>
          </a:ln>
        </p:spPr>
      </p:sp>
      <p:sp>
        <p:nvSpPr>
          <p:cNvPr id="5" name="">
            <a:extLst xmlns:a="http://schemas.openxmlformats.org/drawingml/2006/main">
              <a:ext uri="{FF2B5EF4-FFF2-40B4-BE49-F238E27FC236}">
                <a16:creationId xmlns:a16="http://schemas.microsoft.com/office/drawing/2014/main" id="{18A906FD-D4F0-4A99-B450-31B0079042E0}"/>
              </a:ext>
            </a:extLst>
          </p:cNvPr>
          <p:cNvSpPr>
            <a:spLocks xmlns:a="http://schemas.openxmlformats.org/drawingml/2006/main" noGrp="1"/>
          </p:cNvSpPr>
          <p:nvPr/>
        </p:nvSpPr>
        <p:spPr>
          <a:xfrm xmlns:a="http://schemas.openxmlformats.org/drawingml/2006/main">
            <a:off x="8648700" y="14668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ROBOT JOBS</a:t>
            </a:r>
          </a:p>
        </p:txBody>
      </p:sp>
      <p:sp>
        <p:nvSpPr>
          <p:cNvPr id="6" name="">
            <a:extLst xmlns:a="http://schemas.openxmlformats.org/drawingml/2006/main">
              <a:ext uri="{FF2B5EF4-FFF2-40B4-BE49-F238E27FC236}">
                <a16:creationId xmlns:a16="http://schemas.microsoft.com/office/drawing/2014/main" id="{E2D385A6-3032-4401-B6CD-B2EFB96F2027}"/>
              </a:ext>
            </a:extLst>
          </p:cNvPr>
          <p:cNvSpPr>
            <a:spLocks xmlns:a="http://schemas.openxmlformats.org/drawingml/2006/main" noGrp="1"/>
          </p:cNvSpPr>
          <p:nvPr/>
        </p:nvSpPr>
        <p:spPr>
          <a:xfrm xmlns:a="http://schemas.openxmlformats.org/drawingml/2006/main">
            <a:off x="9467850" y="18288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781753BB-68E3-4475-B2E1-44FC68694DF6}"/>
              </a:ext>
            </a:extLst>
          </p:cNvPr>
          <p:cNvSpPr>
            <a:spLocks xmlns:a="http://schemas.openxmlformats.org/drawingml/2006/main" noGrp="1"/>
          </p:cNvSpPr>
          <p:nvPr/>
        </p:nvSpPr>
        <p:spPr>
          <a:xfrm xmlns:a="http://schemas.openxmlformats.org/drawingml/2006/main">
            <a:off x="8648700" y="23050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SUBSYSTEMS</a:t>
            </a:r>
          </a:p>
        </p:txBody>
      </p:sp>
      <p:sp>
        <p:nvSpPr>
          <p:cNvPr id="8" name="">
            <a:extLst xmlns:a="http://schemas.openxmlformats.org/drawingml/2006/main">
              <a:ext uri="{FF2B5EF4-FFF2-40B4-BE49-F238E27FC236}">
                <a16:creationId xmlns:a16="http://schemas.microsoft.com/office/drawing/2014/main" id="{809D31C3-E416-49C0-97F2-A9510567CA58}"/>
              </a:ext>
            </a:extLst>
          </p:cNvPr>
          <p:cNvSpPr>
            <a:spLocks xmlns:a="http://schemas.openxmlformats.org/drawingml/2006/main" noGrp="1"/>
          </p:cNvSpPr>
          <p:nvPr/>
        </p:nvSpPr>
        <p:spPr>
          <a:xfrm xmlns:a="http://schemas.openxmlformats.org/drawingml/2006/main">
            <a:off x="9467850" y="26670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407B3FD6-1BB9-43CF-BA99-92AD8A0219B0}"/>
              </a:ext>
            </a:extLst>
          </p:cNvPr>
          <p:cNvSpPr>
            <a:spLocks xmlns:a="http://schemas.openxmlformats.org/drawingml/2006/main" noGrp="1"/>
          </p:cNvSpPr>
          <p:nvPr/>
        </p:nvSpPr>
        <p:spPr>
          <a:xfrm xmlns:a="http://schemas.openxmlformats.org/drawingml/2006/main">
            <a:off x="8648700" y="3143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HARDWARE</a:t>
            </a:r>
          </a:p>
        </p:txBody>
      </p:sp>
      <p:sp>
        <p:nvSpPr>
          <p:cNvPr id="10" name="">
            <a:extLst xmlns:a="http://schemas.openxmlformats.org/drawingml/2006/main">
              <a:ext uri="{FF2B5EF4-FFF2-40B4-BE49-F238E27FC236}">
                <a16:creationId xmlns:a16="http://schemas.microsoft.com/office/drawing/2014/main" id="{EE4E171E-1B60-4124-87AB-A5A8B7BC6BA8}"/>
              </a:ext>
            </a:extLst>
          </p:cNvPr>
          <p:cNvSpPr>
            <a:spLocks xmlns:a="http://schemas.openxmlformats.org/drawingml/2006/main" noGrp="1"/>
          </p:cNvSpPr>
          <p:nvPr/>
        </p:nvSpPr>
        <p:spPr>
          <a:xfrm xmlns:a="http://schemas.openxmlformats.org/drawingml/2006/main">
            <a:off x="9467850" y="35052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4BD472FD-713A-4C23-8316-9844D67AFF67}"/>
              </a:ext>
            </a:extLst>
          </p:cNvPr>
          <p:cNvSpPr>
            <a:spLocks xmlns:a="http://schemas.openxmlformats.org/drawingml/2006/main" noGrp="1"/>
          </p:cNvSpPr>
          <p:nvPr/>
        </p:nvSpPr>
        <p:spPr>
          <a:xfrm xmlns:a="http://schemas.openxmlformats.org/drawingml/2006/main">
            <a:off x="8648700" y="39814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F4F7FB"/>
                </a:solidFill>
                <a:latin typeface="Aptos"/>
                <a:ea typeface="Aptos"/>
                <a:cs typeface="Aptos"/>
              </a:defRPr>
            </a:pPr>
            <a:r>
              <a:rPr sz="1500" b="1">
                <a:solidFill>
                  <a:srgbClr val="F4F7FB"/>
                </a:solidFill>
                <a:latin typeface="Aptos"/>
                <a:ea typeface="Aptos"/>
                <a:cs typeface="Aptos"/>
              </a:rPr>
              <a:t>SOFTWARE</a:t>
            </a:r>
          </a:p>
        </p:txBody>
      </p:sp>
      <p:sp>
        <p:nvSpPr>
          <p:cNvPr id="12" name="">
            <a:extLst xmlns:a="http://schemas.openxmlformats.org/drawingml/2006/main">
              <a:ext uri="{FF2B5EF4-FFF2-40B4-BE49-F238E27FC236}">
                <a16:creationId xmlns:a16="http://schemas.microsoft.com/office/drawing/2014/main" id="{90C08C96-3D5E-4836-BD01-634782CE4246}"/>
              </a:ext>
            </a:extLst>
          </p:cNvPr>
          <p:cNvSpPr>
            <a:spLocks xmlns:a="http://schemas.openxmlformats.org/drawingml/2006/main" noGrp="1"/>
          </p:cNvSpPr>
          <p:nvPr/>
        </p:nvSpPr>
        <p:spPr>
          <a:xfrm xmlns:a="http://schemas.openxmlformats.org/drawingml/2006/main">
            <a:off x="609600" y="58102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WPILib 2026.2.1</a:t>
            </a:r>
          </a:p>
        </p:txBody>
      </p:sp>
      <p:sp>
        <p:nvSpPr>
          <p:cNvPr id="13" name="footer-left">
            <a:extLst xmlns:a="http://schemas.openxmlformats.org/drawingml/2006/main">
              <a:ext uri="{FF2B5EF4-FFF2-40B4-BE49-F238E27FC236}">
                <a16:creationId xmlns:a16="http://schemas.microsoft.com/office/drawing/2014/main" id="{730E9125-7A65-4727-9BFE-4D45A12CCE6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4" name="footer-number">
            <a:extLst xmlns:a="http://schemas.openxmlformats.org/drawingml/2006/main">
              <a:ext uri="{FF2B5EF4-FFF2-40B4-BE49-F238E27FC236}">
                <a16:creationId xmlns:a16="http://schemas.microsoft.com/office/drawing/2014/main" id="{681E125B-081A-4A64-95F0-82D8AE150130}"/>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01</a:t>
            </a:r>
          </a:p>
        </p:txBody>
      </p:sp>
    </p:spTree>
    <p:extLst>
      <p:ext uri="{BB962C8B-B14F-4D97-AF65-F5344CB8AC3E}">
        <p14:creationId xmlns:p14="http://schemas.microsoft.com/office/powerpoint/2010/main" val="353936491"/>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B920366A-E87B-4EE0-9356-6CBC4074161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1 · ROBOT JOBS</a:t>
            </a:r>
          </a:p>
        </p:txBody>
      </p:sp>
      <p:sp>
        <p:nvSpPr>
          <p:cNvPr id="2" name="slide-title">
            <a:extLst xmlns:a="http://schemas.openxmlformats.org/drawingml/2006/main">
              <a:ext uri="{FF2B5EF4-FFF2-40B4-BE49-F238E27FC236}">
                <a16:creationId xmlns:a16="http://schemas.microsoft.com/office/drawing/2014/main" id="{E59923DF-0FEC-4EEC-A188-6111374A18F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robot drives, moves game pieces, scores, and climbs</a:t>
            </a:r>
          </a:p>
        </p:txBody>
      </p:sp>
      <p:sp>
        <p:nvSpPr>
          <p:cNvPr id="3" name="slide-subtitle">
            <a:extLst xmlns:a="http://schemas.openxmlformats.org/drawingml/2006/main">
              <a:ext uri="{FF2B5EF4-FFF2-40B4-BE49-F238E27FC236}">
                <a16:creationId xmlns:a16="http://schemas.microsoft.com/office/drawing/2014/main" id="{DFFE2078-C5DF-4DD3-9467-723396BA2C55}"/>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finished robot gives its two operators four physical functions.</a:t>
            </a:r>
          </a:p>
        </p:txBody>
      </p:sp>
      <p:sp>
        <p:nvSpPr>
          <p:cNvPr id="4" name="title-rule">
            <a:extLst xmlns:a="http://schemas.openxmlformats.org/drawingml/2006/main">
              <a:ext uri="{FF2B5EF4-FFF2-40B4-BE49-F238E27FC236}">
                <a16:creationId xmlns:a16="http://schemas.microsoft.com/office/drawing/2014/main" id="{68D85D80-AE19-45D8-8B3A-55BA2ADD4489}"/>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omain-0">
            <a:extLst xmlns:a="http://schemas.openxmlformats.org/drawingml/2006/main">
              <a:ext uri="{FF2B5EF4-FFF2-40B4-BE49-F238E27FC236}">
                <a16:creationId xmlns:a16="http://schemas.microsoft.com/office/drawing/2014/main" id="{9E6DD2E8-DF25-415B-9AFD-86725B1045E2}"/>
              </a:ext>
            </a:extLst>
          </p:cNvPr>
          <p:cNvSpPr>
            <a:spLocks xmlns:a="http://schemas.openxmlformats.org/drawingml/2006/main" noGrp="1"/>
          </p:cNvSpPr>
          <p:nvPr/>
        </p:nvSpPr>
        <p:spPr>
          <a:xfrm xmlns:a="http://schemas.openxmlformats.org/drawingml/2006/main">
            <a:off x="6096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419B387F-8D24-4CBB-A29C-B833B1B71FC2}"/>
              </a:ext>
            </a:extLst>
          </p:cNvPr>
          <p:cNvSpPr>
            <a:spLocks xmlns:a="http://schemas.openxmlformats.org/drawingml/2006/main" noGrp="1"/>
          </p:cNvSpPr>
          <p:nvPr/>
        </p:nvSpPr>
        <p:spPr>
          <a:xfrm xmlns:a="http://schemas.openxmlformats.org/drawingml/2006/main">
            <a:off x="8191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42C6FF"/>
                </a:solidFill>
                <a:latin typeface="Aptos"/>
                <a:ea typeface="Aptos"/>
                <a:cs typeface="Aptos"/>
              </a:defRPr>
            </a:pPr>
            <a:r>
              <a:rPr sz="2025" b="1">
                <a:solidFill>
                  <a:srgbClr val="42C6FF"/>
                </a:solidFill>
                <a:latin typeface="Aptos"/>
                <a:ea typeface="Aptos"/>
                <a:cs typeface="Aptos"/>
              </a:rPr>
              <a:t>Drive</a:t>
            </a:r>
          </a:p>
        </p:txBody>
      </p:sp>
      <p:sp>
        <p:nvSpPr>
          <p:cNvPr id="7" name="">
            <a:extLst xmlns:a="http://schemas.openxmlformats.org/drawingml/2006/main">
              <a:ext uri="{FF2B5EF4-FFF2-40B4-BE49-F238E27FC236}">
                <a16:creationId xmlns:a16="http://schemas.microsoft.com/office/drawing/2014/main" id="{BE018474-D259-44EE-9715-94197C6F0546}"/>
              </a:ext>
            </a:extLst>
          </p:cNvPr>
          <p:cNvSpPr>
            <a:spLocks xmlns:a="http://schemas.openxmlformats.org/drawingml/2006/main" noGrp="1"/>
          </p:cNvSpPr>
          <p:nvPr/>
        </p:nvSpPr>
        <p:spPr>
          <a:xfrm xmlns:a="http://schemas.openxmlformats.org/drawingml/2006/main">
            <a:off x="8191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Move and steer the robot</a:t>
            </a:r>
          </a:p>
        </p:txBody>
      </p:sp>
      <p:sp>
        <p:nvSpPr>
          <p:cNvPr id="8" name="">
            <a:extLst xmlns:a="http://schemas.openxmlformats.org/drawingml/2006/main">
              <a:ext uri="{FF2B5EF4-FFF2-40B4-BE49-F238E27FC236}">
                <a16:creationId xmlns:a16="http://schemas.microsoft.com/office/drawing/2014/main" id="{50C5241D-340E-4DDE-8AF9-AECFFC9684A3}"/>
              </a:ext>
            </a:extLst>
          </p:cNvPr>
          <p:cNvSpPr>
            <a:spLocks xmlns:a="http://schemas.openxmlformats.org/drawingml/2006/main" noGrp="1"/>
          </p:cNvSpPr>
          <p:nvPr/>
        </p:nvSpPr>
        <p:spPr>
          <a:xfrm xmlns:a="http://schemas.openxmlformats.org/drawingml/2006/main">
            <a:off x="8191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Two-stick tank drive</a:t>
            </a:r>
          </a:p>
        </p:txBody>
      </p:sp>
      <p:sp>
        <p:nvSpPr>
          <p:cNvPr id="9" name="domain-1">
            <a:extLst xmlns:a="http://schemas.openxmlformats.org/drawingml/2006/main">
              <a:ext uri="{FF2B5EF4-FFF2-40B4-BE49-F238E27FC236}">
                <a16:creationId xmlns:a16="http://schemas.microsoft.com/office/drawing/2014/main" id="{48FA02EF-F5E9-4E1A-8C21-E5403B4488FB}"/>
              </a:ext>
            </a:extLst>
          </p:cNvPr>
          <p:cNvSpPr>
            <a:spLocks xmlns:a="http://schemas.openxmlformats.org/drawingml/2006/main" noGrp="1"/>
          </p:cNvSpPr>
          <p:nvPr/>
        </p:nvSpPr>
        <p:spPr>
          <a:xfrm xmlns:a="http://schemas.openxmlformats.org/drawingml/2006/main">
            <a:off x="33528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B64D"/>
            </a:solidFill>
            <a:prstDash val="solid"/>
          </a:ln>
        </p:spPr>
      </p:sp>
      <p:sp>
        <p:nvSpPr>
          <p:cNvPr id="10" name="">
            <a:extLst xmlns:a="http://schemas.openxmlformats.org/drawingml/2006/main">
              <a:ext uri="{FF2B5EF4-FFF2-40B4-BE49-F238E27FC236}">
                <a16:creationId xmlns:a16="http://schemas.microsoft.com/office/drawing/2014/main" id="{E0FCFB05-27B0-4030-B138-50E1D81C4740}"/>
              </a:ext>
            </a:extLst>
          </p:cNvPr>
          <p:cNvSpPr>
            <a:spLocks xmlns:a="http://schemas.openxmlformats.org/drawingml/2006/main" noGrp="1"/>
          </p:cNvSpPr>
          <p:nvPr/>
        </p:nvSpPr>
        <p:spPr>
          <a:xfrm xmlns:a="http://schemas.openxmlformats.org/drawingml/2006/main">
            <a:off x="35623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B64D"/>
                </a:solidFill>
                <a:latin typeface="Aptos"/>
                <a:ea typeface="Aptos"/>
                <a:cs typeface="Aptos"/>
              </a:defRPr>
            </a:pPr>
            <a:r>
              <a:rPr sz="2025" b="1">
                <a:solidFill>
                  <a:srgbClr val="FFB64D"/>
                </a:solidFill>
                <a:latin typeface="Aptos"/>
                <a:ea typeface="Aptos"/>
                <a:cs typeface="Aptos"/>
              </a:rPr>
              <a:t>Ball belt</a:t>
            </a:r>
          </a:p>
        </p:txBody>
      </p:sp>
      <p:sp>
        <p:nvSpPr>
          <p:cNvPr id="11" name="">
            <a:extLst xmlns:a="http://schemas.openxmlformats.org/drawingml/2006/main">
              <a:ext uri="{FF2B5EF4-FFF2-40B4-BE49-F238E27FC236}">
                <a16:creationId xmlns:a16="http://schemas.microsoft.com/office/drawing/2014/main" id="{4C8620C2-346C-4676-BDE9-8D3CFE6F92D0}"/>
              </a:ext>
            </a:extLst>
          </p:cNvPr>
          <p:cNvSpPr>
            <a:spLocks xmlns:a="http://schemas.openxmlformats.org/drawingml/2006/main" noGrp="1"/>
          </p:cNvSpPr>
          <p:nvPr/>
        </p:nvSpPr>
        <p:spPr>
          <a:xfrm xmlns:a="http://schemas.openxmlformats.org/drawingml/2006/main">
            <a:off x="35623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Move balls through the robot</a:t>
            </a:r>
          </a:p>
        </p:txBody>
      </p:sp>
      <p:sp>
        <p:nvSpPr>
          <p:cNvPr id="12" name="">
            <a:extLst xmlns:a="http://schemas.openxmlformats.org/drawingml/2006/main">
              <a:ext uri="{FF2B5EF4-FFF2-40B4-BE49-F238E27FC236}">
                <a16:creationId xmlns:a16="http://schemas.microsoft.com/office/drawing/2014/main" id="{64A912F1-6850-4B91-A49B-3381464A93D4}"/>
              </a:ext>
            </a:extLst>
          </p:cNvPr>
          <p:cNvSpPr>
            <a:spLocks xmlns:a="http://schemas.openxmlformats.org/drawingml/2006/main" noGrp="1"/>
          </p:cNvSpPr>
          <p:nvPr/>
        </p:nvSpPr>
        <p:spPr>
          <a:xfrm xmlns:a="http://schemas.openxmlformats.org/drawingml/2006/main">
            <a:off x="35623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 forward or backward</a:t>
            </a:r>
          </a:p>
        </p:txBody>
      </p:sp>
      <p:sp>
        <p:nvSpPr>
          <p:cNvPr id="13" name="domain-2">
            <a:extLst xmlns:a="http://schemas.openxmlformats.org/drawingml/2006/main">
              <a:ext uri="{FF2B5EF4-FFF2-40B4-BE49-F238E27FC236}">
                <a16:creationId xmlns:a16="http://schemas.microsoft.com/office/drawing/2014/main" id="{3DFF3078-97FB-4122-A512-3D3B664132FC}"/>
              </a:ext>
            </a:extLst>
          </p:cNvPr>
          <p:cNvSpPr>
            <a:spLocks xmlns:a="http://schemas.openxmlformats.org/drawingml/2006/main" noGrp="1"/>
          </p:cNvSpPr>
          <p:nvPr/>
        </p:nvSpPr>
        <p:spPr>
          <a:xfrm xmlns:a="http://schemas.openxmlformats.org/drawingml/2006/main">
            <a:off x="60960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F2EC537E-191D-429B-82E6-EE0F30E94015}"/>
              </a:ext>
            </a:extLst>
          </p:cNvPr>
          <p:cNvSpPr>
            <a:spLocks xmlns:a="http://schemas.openxmlformats.org/drawingml/2006/main" noGrp="1"/>
          </p:cNvSpPr>
          <p:nvPr/>
        </p:nvSpPr>
        <p:spPr>
          <a:xfrm xmlns:a="http://schemas.openxmlformats.org/drawingml/2006/main">
            <a:off x="63055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62D48A"/>
                </a:solidFill>
                <a:latin typeface="Aptos"/>
                <a:ea typeface="Aptos"/>
                <a:cs typeface="Aptos"/>
              </a:defRPr>
            </a:pPr>
            <a:r>
              <a:rPr sz="2025" b="1">
                <a:solidFill>
                  <a:srgbClr val="62D48A"/>
                </a:solidFill>
                <a:latin typeface="Aptos"/>
                <a:ea typeface="Aptos"/>
                <a:cs typeface="Aptos"/>
              </a:rPr>
              <a:t>Scoring roller</a:t>
            </a:r>
          </a:p>
        </p:txBody>
      </p:sp>
      <p:sp>
        <p:nvSpPr>
          <p:cNvPr id="15" name="">
            <a:extLst xmlns:a="http://schemas.openxmlformats.org/drawingml/2006/main">
              <a:ext uri="{FF2B5EF4-FFF2-40B4-BE49-F238E27FC236}">
                <a16:creationId xmlns:a16="http://schemas.microsoft.com/office/drawing/2014/main" id="{A18439AC-21B0-41B6-81A3-F188D6AE7B49}"/>
              </a:ext>
            </a:extLst>
          </p:cNvPr>
          <p:cNvSpPr>
            <a:spLocks xmlns:a="http://schemas.openxmlformats.org/drawingml/2006/main" noGrp="1"/>
          </p:cNvSpPr>
          <p:nvPr/>
        </p:nvSpPr>
        <p:spPr>
          <a:xfrm xmlns:a="http://schemas.openxmlformats.org/drawingml/2006/main">
            <a:off x="63055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Push balls into the goal</a:t>
            </a:r>
          </a:p>
        </p:txBody>
      </p:sp>
      <p:sp>
        <p:nvSpPr>
          <p:cNvPr id="16" name="">
            <a:extLst xmlns:a="http://schemas.openxmlformats.org/drawingml/2006/main">
              <a:ext uri="{FF2B5EF4-FFF2-40B4-BE49-F238E27FC236}">
                <a16:creationId xmlns:a16="http://schemas.microsoft.com/office/drawing/2014/main" id="{175DAE41-8C58-4DE0-8A68-2785CFE55B43}"/>
              </a:ext>
            </a:extLst>
          </p:cNvPr>
          <p:cNvSpPr>
            <a:spLocks xmlns:a="http://schemas.openxmlformats.org/drawingml/2006/main" noGrp="1"/>
          </p:cNvSpPr>
          <p:nvPr/>
        </p:nvSpPr>
        <p:spPr>
          <a:xfrm xmlns:a="http://schemas.openxmlformats.org/drawingml/2006/main">
            <a:off x="63055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 while X is held</a:t>
            </a:r>
          </a:p>
        </p:txBody>
      </p:sp>
      <p:sp>
        <p:nvSpPr>
          <p:cNvPr id="17" name="domain-3">
            <a:extLst xmlns:a="http://schemas.openxmlformats.org/drawingml/2006/main">
              <a:ext uri="{FF2B5EF4-FFF2-40B4-BE49-F238E27FC236}">
                <a16:creationId xmlns:a16="http://schemas.microsoft.com/office/drawing/2014/main" id="{F127421D-DD7B-4160-BC18-9E57ED126A75}"/>
              </a:ext>
            </a:extLst>
          </p:cNvPr>
          <p:cNvSpPr>
            <a:spLocks xmlns:a="http://schemas.openxmlformats.org/drawingml/2006/main" noGrp="1"/>
          </p:cNvSpPr>
          <p:nvPr/>
        </p:nvSpPr>
        <p:spPr>
          <a:xfrm xmlns:a="http://schemas.openxmlformats.org/drawingml/2006/main">
            <a:off x="88392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7A7A"/>
            </a:solidFill>
            <a:prstDash val="solid"/>
          </a:ln>
        </p:spPr>
      </p:sp>
      <p:sp>
        <p:nvSpPr>
          <p:cNvPr id="18" name="">
            <a:extLst xmlns:a="http://schemas.openxmlformats.org/drawingml/2006/main">
              <a:ext uri="{FF2B5EF4-FFF2-40B4-BE49-F238E27FC236}">
                <a16:creationId xmlns:a16="http://schemas.microsoft.com/office/drawing/2014/main" id="{27605E0B-4AAC-4D98-B33C-B5B38EAE2D0B}"/>
              </a:ext>
            </a:extLst>
          </p:cNvPr>
          <p:cNvSpPr>
            <a:spLocks xmlns:a="http://schemas.openxmlformats.org/drawingml/2006/main" noGrp="1"/>
          </p:cNvSpPr>
          <p:nvPr/>
        </p:nvSpPr>
        <p:spPr>
          <a:xfrm xmlns:a="http://schemas.openxmlformats.org/drawingml/2006/main">
            <a:off x="90487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7A7A"/>
                </a:solidFill>
                <a:latin typeface="Aptos"/>
                <a:ea typeface="Aptos"/>
                <a:cs typeface="Aptos"/>
              </a:defRPr>
            </a:pPr>
            <a:r>
              <a:rPr sz="2025" b="1">
                <a:solidFill>
                  <a:srgbClr val="FF7A7A"/>
                </a:solidFill>
                <a:latin typeface="Aptos"/>
                <a:ea typeface="Aptos"/>
                <a:cs typeface="Aptos"/>
              </a:rPr>
              <a:t>Climber</a:t>
            </a:r>
          </a:p>
        </p:txBody>
      </p:sp>
      <p:sp>
        <p:nvSpPr>
          <p:cNvPr id="19" name="">
            <a:extLst xmlns:a="http://schemas.openxmlformats.org/drawingml/2006/main">
              <a:ext uri="{FF2B5EF4-FFF2-40B4-BE49-F238E27FC236}">
                <a16:creationId xmlns:a16="http://schemas.microsoft.com/office/drawing/2014/main" id="{785C76EB-9132-4548-BCD2-D1203F03A69C}"/>
              </a:ext>
            </a:extLst>
          </p:cNvPr>
          <p:cNvSpPr>
            <a:spLocks xmlns:a="http://schemas.openxmlformats.org/drawingml/2006/main" noGrp="1"/>
          </p:cNvSpPr>
          <p:nvPr/>
        </p:nvSpPr>
        <p:spPr>
          <a:xfrm xmlns:a="http://schemas.openxmlformats.org/drawingml/2006/main">
            <a:off x="90487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Raise or lower the arms</a:t>
            </a:r>
          </a:p>
        </p:txBody>
      </p:sp>
      <p:sp>
        <p:nvSpPr>
          <p:cNvPr id="20" name="">
            <a:extLst xmlns:a="http://schemas.openxmlformats.org/drawingml/2006/main">
              <a:ext uri="{FF2B5EF4-FFF2-40B4-BE49-F238E27FC236}">
                <a16:creationId xmlns:a16="http://schemas.microsoft.com/office/drawing/2014/main" id="{CE7E9AAD-F899-47AD-ACBA-54E919019F2B}"/>
              </a:ext>
            </a:extLst>
          </p:cNvPr>
          <p:cNvSpPr>
            <a:spLocks xmlns:a="http://schemas.openxmlformats.org/drawingml/2006/main" noGrp="1"/>
          </p:cNvSpPr>
          <p:nvPr/>
        </p:nvSpPr>
        <p:spPr>
          <a:xfrm xmlns:a="http://schemas.openxmlformats.org/drawingml/2006/main">
            <a:off x="90487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Y toggles the position</a:t>
            </a:r>
          </a:p>
        </p:txBody>
      </p:sp>
      <p:sp>
        <p:nvSpPr>
          <p:cNvPr id="21" name="">
            <a:extLst xmlns:a="http://schemas.openxmlformats.org/drawingml/2006/main">
              <a:ext uri="{FF2B5EF4-FFF2-40B4-BE49-F238E27FC236}">
                <a16:creationId xmlns:a16="http://schemas.microsoft.com/office/drawing/2014/main" id="{9487A41E-F3AF-4289-88C8-1E1E339D5174}"/>
              </a:ext>
            </a:extLst>
          </p:cNvPr>
          <p:cNvSpPr>
            <a:spLocks xmlns:a="http://schemas.openxmlformats.org/drawingml/2006/main" noGrp="1"/>
          </p:cNvSpPr>
          <p:nvPr/>
        </p:nvSpPr>
        <p:spPr>
          <a:xfrm xmlns:a="http://schemas.openxmlformats.org/drawingml/2006/main">
            <a:off x="1981200" y="5334000"/>
            <a:ext cx="8229600" cy="533400"/>
          </a:xfrm>
          <a:prstGeom xmlns:a="http://schemas.openxmlformats.org/drawingml/2006/main" prst="roundRect">
            <a:avLst>
              <a:gd name="adj" fmla="val 1785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3FA2436F-5E24-489F-9173-AFE398BEB529}"/>
              </a:ext>
            </a:extLst>
          </p:cNvPr>
          <p:cNvSpPr>
            <a:spLocks xmlns:a="http://schemas.openxmlformats.org/drawingml/2006/main" noGrp="1"/>
          </p:cNvSpPr>
          <p:nvPr/>
        </p:nvSpPr>
        <p:spPr>
          <a:xfrm xmlns:a="http://schemas.openxmlformats.org/drawingml/2006/main">
            <a:off x="2247900" y="5467350"/>
            <a:ext cx="769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The driver controls motion. The operator controls the belt, roller, and climber.</a:t>
            </a:r>
          </a:p>
        </p:txBody>
      </p:sp>
      <p:sp>
        <p:nvSpPr>
          <p:cNvPr id="23" name="footer-left">
            <a:extLst xmlns:a="http://schemas.openxmlformats.org/drawingml/2006/main">
              <a:ext uri="{FF2B5EF4-FFF2-40B4-BE49-F238E27FC236}">
                <a16:creationId xmlns:a16="http://schemas.microsoft.com/office/drawing/2014/main" id="{FB17E4CA-9F57-4189-BAA8-8714306BC0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3E2E5D3D-D9D0-46D4-964E-46A3B713A516}"/>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02</a:t>
            </a:r>
          </a:p>
        </p:txBody>
      </p:sp>
    </p:spTree>
    <p:extLst>
      <p:ext uri="{BB962C8B-B14F-4D97-AF65-F5344CB8AC3E}">
        <p14:creationId xmlns:p14="http://schemas.microsoft.com/office/powerpoint/2010/main" val="343510709"/>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9" name="section-label">
            <a:extLst xmlns:a="http://schemas.openxmlformats.org/drawingml/2006/main">
              <a:ext uri="{FF2B5EF4-FFF2-40B4-BE49-F238E27FC236}">
                <a16:creationId xmlns:a16="http://schemas.microsoft.com/office/drawing/2014/main" id="{43181964-3E45-474D-BE42-948B7E36CC2C}"/>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1 · ROBOT JOBS</a:t>
            </a:r>
          </a:p>
        </p:txBody>
      </p:sp>
      <p:sp>
        <p:nvSpPr>
          <p:cNvPr id="2" name="slide-title">
            <a:extLst xmlns:a="http://schemas.openxmlformats.org/drawingml/2006/main">
              <a:ext uri="{FF2B5EF4-FFF2-40B4-BE49-F238E27FC236}">
                <a16:creationId xmlns:a16="http://schemas.microsoft.com/office/drawing/2014/main" id="{0974E52D-6971-42F7-BC5F-56AE5204F09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Two Xbox controllers separate driving from mechanism control</a:t>
            </a:r>
          </a:p>
        </p:txBody>
      </p:sp>
      <p:sp>
        <p:nvSpPr>
          <p:cNvPr id="3" name="slide-subtitle">
            <a:extLst xmlns:a="http://schemas.openxmlformats.org/drawingml/2006/main">
              <a:ext uri="{FF2B5EF4-FFF2-40B4-BE49-F238E27FC236}">
                <a16:creationId xmlns:a16="http://schemas.microsoft.com/office/drawing/2014/main" id="{BAB3037E-20E3-451C-9B2D-3E4EEE648797}"/>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driver owns tank drive; the operator owns the belt, roller, and climber.</a:t>
            </a:r>
          </a:p>
        </p:txBody>
      </p:sp>
      <p:sp>
        <p:nvSpPr>
          <p:cNvPr id="4" name="title-rule">
            <a:extLst xmlns:a="http://schemas.openxmlformats.org/drawingml/2006/main">
              <a:ext uri="{FF2B5EF4-FFF2-40B4-BE49-F238E27FC236}">
                <a16:creationId xmlns:a16="http://schemas.microsoft.com/office/drawing/2014/main" id="{76D9933A-AE42-4682-88BE-99B4D2F74C81}"/>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controller-0">
            <a:extLst xmlns:a="http://schemas.openxmlformats.org/drawingml/2006/main">
              <a:ext uri="{FF2B5EF4-FFF2-40B4-BE49-F238E27FC236}">
                <a16:creationId xmlns:a16="http://schemas.microsoft.com/office/drawing/2014/main" id="{BDDA0BB5-C205-4A06-BF92-37450286867D}"/>
              </a:ext>
            </a:extLst>
          </p:cNvPr>
          <p:cNvSpPr>
            <a:spLocks xmlns:a="http://schemas.openxmlformats.org/drawingml/2006/main" noGrp="1"/>
          </p:cNvSpPr>
          <p:nvPr/>
        </p:nvSpPr>
        <p:spPr>
          <a:xfrm xmlns:a="http://schemas.openxmlformats.org/drawingml/2006/main">
            <a:off x="6096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1ACAE05B-D352-450F-B294-C8A7FE7DEDCA}"/>
              </a:ext>
            </a:extLst>
          </p:cNvPr>
          <p:cNvSpPr>
            <a:spLocks xmlns:a="http://schemas.openxmlformats.org/drawingml/2006/main" noGrp="1"/>
          </p:cNvSpPr>
          <p:nvPr/>
        </p:nvSpPr>
        <p:spPr>
          <a:xfrm xmlns:a="http://schemas.openxmlformats.org/drawingml/2006/main">
            <a:off x="8382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Aptos"/>
                <a:ea typeface="Aptos"/>
                <a:cs typeface="Aptos"/>
              </a:defRPr>
            </a:pPr>
            <a:r>
              <a:rPr sz="1800" b="1">
                <a:solidFill>
                  <a:srgbClr val="42C6FF"/>
                </a:solidFill>
                <a:latin typeface="Aptos"/>
                <a:ea typeface="Aptos"/>
                <a:cs typeface="Aptos"/>
              </a:rPr>
              <a:t>USB 0</a:t>
            </a:r>
          </a:p>
        </p:txBody>
      </p:sp>
      <p:sp>
        <p:nvSpPr>
          <p:cNvPr id="7" name="">
            <a:extLst xmlns:a="http://schemas.openxmlformats.org/drawingml/2006/main">
              <a:ext uri="{FF2B5EF4-FFF2-40B4-BE49-F238E27FC236}">
                <a16:creationId xmlns:a16="http://schemas.microsoft.com/office/drawing/2014/main" id="{45AF192F-D7D4-48FC-9DC1-25ABE4D78099}"/>
              </a:ext>
            </a:extLst>
          </p:cNvPr>
          <p:cNvSpPr>
            <a:spLocks xmlns:a="http://schemas.openxmlformats.org/drawingml/2006/main" noGrp="1"/>
          </p:cNvSpPr>
          <p:nvPr/>
        </p:nvSpPr>
        <p:spPr>
          <a:xfrm xmlns:a="http://schemas.openxmlformats.org/drawingml/2006/main">
            <a:off x="8382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Driver Xbox</a:t>
            </a:r>
          </a:p>
        </p:txBody>
      </p:sp>
      <p:sp>
        <p:nvSpPr>
          <p:cNvPr id="8" name="">
            <a:extLst xmlns:a="http://schemas.openxmlformats.org/drawingml/2006/main">
              <a:ext uri="{FF2B5EF4-FFF2-40B4-BE49-F238E27FC236}">
                <a16:creationId xmlns:a16="http://schemas.microsoft.com/office/drawing/2014/main" id="{71E15923-DFBD-46BA-9A84-60069B0468E9}"/>
              </a:ext>
            </a:extLst>
          </p:cNvPr>
          <p:cNvSpPr>
            <a:spLocks xmlns:a="http://schemas.openxmlformats.org/drawingml/2006/main" noGrp="1"/>
          </p:cNvSpPr>
          <p:nvPr/>
        </p:nvSpPr>
        <p:spPr>
          <a:xfrm xmlns:a="http://schemas.openxmlformats.org/drawingml/2006/main">
            <a:off x="8382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Left stick Y</a:t>
            </a:r>
          </a:p>
        </p:txBody>
      </p:sp>
      <p:sp>
        <p:nvSpPr>
          <p:cNvPr id="9" name="">
            <a:extLst xmlns:a="http://schemas.openxmlformats.org/drawingml/2006/main">
              <a:ext uri="{FF2B5EF4-FFF2-40B4-BE49-F238E27FC236}">
                <a16:creationId xmlns:a16="http://schemas.microsoft.com/office/drawing/2014/main" id="{D6F0A51C-08EF-4F51-9AB8-50849F4071F4}"/>
              </a:ext>
            </a:extLst>
          </p:cNvPr>
          <p:cNvSpPr>
            <a:spLocks xmlns:a="http://schemas.openxmlformats.org/drawingml/2006/main" noGrp="1"/>
          </p:cNvSpPr>
          <p:nvPr/>
        </p:nvSpPr>
        <p:spPr>
          <a:xfrm xmlns:a="http://schemas.openxmlformats.org/drawingml/2006/main">
            <a:off x="8382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Left drive output</a:t>
            </a:r>
          </a:p>
        </p:txBody>
      </p:sp>
      <p:sp>
        <p:nvSpPr>
          <p:cNvPr id="10" name="">
            <a:extLst xmlns:a="http://schemas.openxmlformats.org/drawingml/2006/main">
              <a:ext uri="{FF2B5EF4-FFF2-40B4-BE49-F238E27FC236}">
                <a16:creationId xmlns:a16="http://schemas.microsoft.com/office/drawing/2014/main" id="{9D2B469C-1C02-4A21-A62E-67A24B5BFF48}"/>
              </a:ext>
            </a:extLst>
          </p:cNvPr>
          <p:cNvSpPr>
            <a:spLocks xmlns:a="http://schemas.openxmlformats.org/drawingml/2006/main" noGrp="1"/>
          </p:cNvSpPr>
          <p:nvPr/>
        </p:nvSpPr>
        <p:spPr>
          <a:xfrm xmlns:a="http://schemas.openxmlformats.org/drawingml/2006/main">
            <a:off x="8382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Right stick Y</a:t>
            </a:r>
          </a:p>
        </p:txBody>
      </p:sp>
      <p:sp>
        <p:nvSpPr>
          <p:cNvPr id="11" name="">
            <a:extLst xmlns:a="http://schemas.openxmlformats.org/drawingml/2006/main">
              <a:ext uri="{FF2B5EF4-FFF2-40B4-BE49-F238E27FC236}">
                <a16:creationId xmlns:a16="http://schemas.microsoft.com/office/drawing/2014/main" id="{2A226596-231B-4D9B-B9DE-D40291611727}"/>
              </a:ext>
            </a:extLst>
          </p:cNvPr>
          <p:cNvSpPr>
            <a:spLocks xmlns:a="http://schemas.openxmlformats.org/drawingml/2006/main" noGrp="1"/>
          </p:cNvSpPr>
          <p:nvPr/>
        </p:nvSpPr>
        <p:spPr>
          <a:xfrm xmlns:a="http://schemas.openxmlformats.org/drawingml/2006/main">
            <a:off x="8382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Right drive output</a:t>
            </a:r>
          </a:p>
        </p:txBody>
      </p:sp>
      <p:sp>
        <p:nvSpPr>
          <p:cNvPr id="12" name="controller-1">
            <a:extLst xmlns:a="http://schemas.openxmlformats.org/drawingml/2006/main">
              <a:ext uri="{FF2B5EF4-FFF2-40B4-BE49-F238E27FC236}">
                <a16:creationId xmlns:a16="http://schemas.microsoft.com/office/drawing/2014/main" id="{6781C98F-FB9E-42A2-B83C-D79856A35D54}"/>
              </a:ext>
            </a:extLst>
          </p:cNvPr>
          <p:cNvSpPr>
            <a:spLocks xmlns:a="http://schemas.openxmlformats.org/drawingml/2006/main" noGrp="1"/>
          </p:cNvSpPr>
          <p:nvPr/>
        </p:nvSpPr>
        <p:spPr>
          <a:xfrm xmlns:a="http://schemas.openxmlformats.org/drawingml/2006/main">
            <a:off x="42672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FFB64D"/>
            </a:solidFill>
            <a:prstDash val="solid"/>
          </a:ln>
        </p:spPr>
      </p:sp>
      <p:sp>
        <p:nvSpPr>
          <p:cNvPr id="13" name="">
            <a:extLst xmlns:a="http://schemas.openxmlformats.org/drawingml/2006/main">
              <a:ext uri="{FF2B5EF4-FFF2-40B4-BE49-F238E27FC236}">
                <a16:creationId xmlns:a16="http://schemas.microsoft.com/office/drawing/2014/main" id="{B9394BAC-5A3C-41C1-8D55-3FC779BB04C1}"/>
              </a:ext>
            </a:extLst>
          </p:cNvPr>
          <p:cNvSpPr>
            <a:spLocks xmlns:a="http://schemas.openxmlformats.org/drawingml/2006/main" noGrp="1"/>
          </p:cNvSpPr>
          <p:nvPr/>
        </p:nvSpPr>
        <p:spPr>
          <a:xfrm xmlns:a="http://schemas.openxmlformats.org/drawingml/2006/main">
            <a:off x="44958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B64D"/>
                </a:solidFill>
                <a:latin typeface="Aptos"/>
                <a:ea typeface="Aptos"/>
                <a:cs typeface="Aptos"/>
              </a:defRPr>
            </a:pPr>
            <a:r>
              <a:rPr sz="1800" b="1">
                <a:solidFill>
                  <a:srgbClr val="FFB64D"/>
                </a:solidFill>
                <a:latin typeface="Aptos"/>
                <a:ea typeface="Aptos"/>
                <a:cs typeface="Aptos"/>
              </a:rPr>
              <a:t>MODE</a:t>
            </a:r>
          </a:p>
        </p:txBody>
      </p:sp>
      <p:sp>
        <p:nvSpPr>
          <p:cNvPr id="14" name="">
            <a:extLst xmlns:a="http://schemas.openxmlformats.org/drawingml/2006/main">
              <a:ext uri="{FF2B5EF4-FFF2-40B4-BE49-F238E27FC236}">
                <a16:creationId xmlns:a16="http://schemas.microsoft.com/office/drawing/2014/main" id="{5327C287-92F7-4149-9F3B-3ED7B25AE77F}"/>
              </a:ext>
            </a:extLst>
          </p:cNvPr>
          <p:cNvSpPr>
            <a:spLocks xmlns:a="http://schemas.openxmlformats.org/drawingml/2006/main" noGrp="1"/>
          </p:cNvSpPr>
          <p:nvPr/>
        </p:nvSpPr>
        <p:spPr>
          <a:xfrm xmlns:a="http://schemas.openxmlformats.org/drawingml/2006/main">
            <a:off x="44958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Slow drive</a:t>
            </a:r>
          </a:p>
        </p:txBody>
      </p:sp>
      <p:sp>
        <p:nvSpPr>
          <p:cNvPr id="15" name="">
            <a:extLst xmlns:a="http://schemas.openxmlformats.org/drawingml/2006/main">
              <a:ext uri="{FF2B5EF4-FFF2-40B4-BE49-F238E27FC236}">
                <a16:creationId xmlns:a16="http://schemas.microsoft.com/office/drawing/2014/main" id="{004074D2-B2E5-417C-AA60-98A25E9E16E6}"/>
              </a:ext>
            </a:extLst>
          </p:cNvPr>
          <p:cNvSpPr>
            <a:spLocks xmlns:a="http://schemas.openxmlformats.org/drawingml/2006/main" noGrp="1"/>
          </p:cNvSpPr>
          <p:nvPr/>
        </p:nvSpPr>
        <p:spPr>
          <a:xfrm xmlns:a="http://schemas.openxmlformats.org/drawingml/2006/main">
            <a:off x="44958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Right bumper</a:t>
            </a:r>
          </a:p>
        </p:txBody>
      </p:sp>
      <p:sp>
        <p:nvSpPr>
          <p:cNvPr id="16" name="">
            <a:extLst xmlns:a="http://schemas.openxmlformats.org/drawingml/2006/main">
              <a:ext uri="{FF2B5EF4-FFF2-40B4-BE49-F238E27FC236}">
                <a16:creationId xmlns:a16="http://schemas.microsoft.com/office/drawing/2014/main" id="{2E43BBA4-F2F6-4710-9889-E45412A317A8}"/>
              </a:ext>
            </a:extLst>
          </p:cNvPr>
          <p:cNvSpPr>
            <a:spLocks xmlns:a="http://schemas.openxmlformats.org/drawingml/2006/main" noGrp="1"/>
          </p:cNvSpPr>
          <p:nvPr/>
        </p:nvSpPr>
        <p:spPr>
          <a:xfrm xmlns:a="http://schemas.openxmlformats.org/drawingml/2006/main">
            <a:off x="44958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Hold for 0.4 scale</a:t>
            </a:r>
          </a:p>
        </p:txBody>
      </p:sp>
      <p:sp>
        <p:nvSpPr>
          <p:cNvPr id="17" name="">
            <a:extLst xmlns:a="http://schemas.openxmlformats.org/drawingml/2006/main">
              <a:ext uri="{FF2B5EF4-FFF2-40B4-BE49-F238E27FC236}">
                <a16:creationId xmlns:a16="http://schemas.microsoft.com/office/drawing/2014/main" id="{304A77BD-3880-4554-AD02-DC15FC57EFBB}"/>
              </a:ext>
            </a:extLst>
          </p:cNvPr>
          <p:cNvSpPr>
            <a:spLocks xmlns:a="http://schemas.openxmlformats.org/drawingml/2006/main" noGrp="1"/>
          </p:cNvSpPr>
          <p:nvPr/>
        </p:nvSpPr>
        <p:spPr>
          <a:xfrm xmlns:a="http://schemas.openxmlformats.org/drawingml/2006/main">
            <a:off x="44958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Release for 0.8 scale</a:t>
            </a:r>
          </a:p>
        </p:txBody>
      </p:sp>
      <p:sp>
        <p:nvSpPr>
          <p:cNvPr id="18" name="">
            <a:extLst xmlns:a="http://schemas.openxmlformats.org/drawingml/2006/main">
              <a:ext uri="{FF2B5EF4-FFF2-40B4-BE49-F238E27FC236}">
                <a16:creationId xmlns:a16="http://schemas.microsoft.com/office/drawing/2014/main" id="{DAB979E3-1DBC-4EC5-89B7-9FD3D31A38CE}"/>
              </a:ext>
            </a:extLst>
          </p:cNvPr>
          <p:cNvSpPr>
            <a:spLocks xmlns:a="http://schemas.openxmlformats.org/drawingml/2006/main" noGrp="1"/>
          </p:cNvSpPr>
          <p:nvPr/>
        </p:nvSpPr>
        <p:spPr>
          <a:xfrm xmlns:a="http://schemas.openxmlformats.org/drawingml/2006/main">
            <a:off x="44958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Driver control only</a:t>
            </a:r>
          </a:p>
        </p:txBody>
      </p:sp>
      <p:sp>
        <p:nvSpPr>
          <p:cNvPr id="19" name="controller-2">
            <a:extLst xmlns:a="http://schemas.openxmlformats.org/drawingml/2006/main">
              <a:ext uri="{FF2B5EF4-FFF2-40B4-BE49-F238E27FC236}">
                <a16:creationId xmlns:a16="http://schemas.microsoft.com/office/drawing/2014/main" id="{732220BA-CD98-431D-953C-825CB8E79056}"/>
              </a:ext>
            </a:extLst>
          </p:cNvPr>
          <p:cNvSpPr>
            <a:spLocks xmlns:a="http://schemas.openxmlformats.org/drawingml/2006/main" noGrp="1"/>
          </p:cNvSpPr>
          <p:nvPr/>
        </p:nvSpPr>
        <p:spPr>
          <a:xfrm xmlns:a="http://schemas.openxmlformats.org/drawingml/2006/main">
            <a:off x="79248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62D48A"/>
            </a:solidFill>
            <a:prstDash val="solid"/>
          </a:ln>
        </p:spPr>
      </p:sp>
      <p:sp>
        <p:nvSpPr>
          <p:cNvPr id="20" name="">
            <a:extLst xmlns:a="http://schemas.openxmlformats.org/drawingml/2006/main">
              <a:ext uri="{FF2B5EF4-FFF2-40B4-BE49-F238E27FC236}">
                <a16:creationId xmlns:a16="http://schemas.microsoft.com/office/drawing/2014/main" id="{BABF343E-B5C4-4975-8516-3194B51990F7}"/>
              </a:ext>
            </a:extLst>
          </p:cNvPr>
          <p:cNvSpPr>
            <a:spLocks xmlns:a="http://schemas.openxmlformats.org/drawingml/2006/main" noGrp="1"/>
          </p:cNvSpPr>
          <p:nvPr/>
        </p:nvSpPr>
        <p:spPr>
          <a:xfrm xmlns:a="http://schemas.openxmlformats.org/drawingml/2006/main">
            <a:off x="81534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62D48A"/>
                </a:solidFill>
                <a:latin typeface="Aptos"/>
                <a:ea typeface="Aptos"/>
                <a:cs typeface="Aptos"/>
              </a:defRPr>
            </a:pPr>
            <a:r>
              <a:rPr sz="1800" b="1">
                <a:solidFill>
                  <a:srgbClr val="62D48A"/>
                </a:solidFill>
                <a:latin typeface="Aptos"/>
                <a:ea typeface="Aptos"/>
                <a:cs typeface="Aptos"/>
              </a:rPr>
              <a:t>USB 1</a:t>
            </a:r>
          </a:p>
        </p:txBody>
      </p:sp>
      <p:sp>
        <p:nvSpPr>
          <p:cNvPr id="21" name="">
            <a:extLst xmlns:a="http://schemas.openxmlformats.org/drawingml/2006/main">
              <a:ext uri="{FF2B5EF4-FFF2-40B4-BE49-F238E27FC236}">
                <a16:creationId xmlns:a16="http://schemas.microsoft.com/office/drawing/2014/main" id="{7BCBC0E1-953A-4FDC-A7B6-75ECB5CBD8F4}"/>
              </a:ext>
            </a:extLst>
          </p:cNvPr>
          <p:cNvSpPr>
            <a:spLocks xmlns:a="http://schemas.openxmlformats.org/drawingml/2006/main" noGrp="1"/>
          </p:cNvSpPr>
          <p:nvPr/>
        </p:nvSpPr>
        <p:spPr>
          <a:xfrm xmlns:a="http://schemas.openxmlformats.org/drawingml/2006/main">
            <a:off x="81534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Operator Xbox</a:t>
            </a:r>
          </a:p>
        </p:txBody>
      </p:sp>
      <p:sp>
        <p:nvSpPr>
          <p:cNvPr id="22" name="">
            <a:extLst xmlns:a="http://schemas.openxmlformats.org/drawingml/2006/main">
              <a:ext uri="{FF2B5EF4-FFF2-40B4-BE49-F238E27FC236}">
                <a16:creationId xmlns:a16="http://schemas.microsoft.com/office/drawing/2014/main" id="{C3448B75-D61C-4159-AAC2-E7F4C94F2E91}"/>
              </a:ext>
            </a:extLst>
          </p:cNvPr>
          <p:cNvSpPr>
            <a:spLocks xmlns:a="http://schemas.openxmlformats.org/drawingml/2006/main" noGrp="1"/>
          </p:cNvSpPr>
          <p:nvPr/>
        </p:nvSpPr>
        <p:spPr>
          <a:xfrm xmlns:a="http://schemas.openxmlformats.org/drawingml/2006/main">
            <a:off x="81534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A   Belt in</a:t>
            </a:r>
          </a:p>
        </p:txBody>
      </p:sp>
      <p:sp>
        <p:nvSpPr>
          <p:cNvPr id="23" name="">
            <a:extLst xmlns:a="http://schemas.openxmlformats.org/drawingml/2006/main">
              <a:ext uri="{FF2B5EF4-FFF2-40B4-BE49-F238E27FC236}">
                <a16:creationId xmlns:a16="http://schemas.microsoft.com/office/drawing/2014/main" id="{1441C420-D430-4464-BBC5-CE9AF7C54D48}"/>
              </a:ext>
            </a:extLst>
          </p:cNvPr>
          <p:cNvSpPr>
            <a:spLocks xmlns:a="http://schemas.openxmlformats.org/drawingml/2006/main" noGrp="1"/>
          </p:cNvSpPr>
          <p:nvPr/>
        </p:nvSpPr>
        <p:spPr>
          <a:xfrm xmlns:a="http://schemas.openxmlformats.org/drawingml/2006/main">
            <a:off x="81534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B   Belt out</a:t>
            </a:r>
          </a:p>
        </p:txBody>
      </p:sp>
      <p:sp>
        <p:nvSpPr>
          <p:cNvPr id="24" name="">
            <a:extLst xmlns:a="http://schemas.openxmlformats.org/drawingml/2006/main">
              <a:ext uri="{FF2B5EF4-FFF2-40B4-BE49-F238E27FC236}">
                <a16:creationId xmlns:a16="http://schemas.microsoft.com/office/drawing/2014/main" id="{609A6295-11C2-44A4-BEA4-7E4F14BB680D}"/>
              </a:ext>
            </a:extLst>
          </p:cNvPr>
          <p:cNvSpPr>
            <a:spLocks xmlns:a="http://schemas.openxmlformats.org/drawingml/2006/main" noGrp="1"/>
          </p:cNvSpPr>
          <p:nvPr/>
        </p:nvSpPr>
        <p:spPr>
          <a:xfrm xmlns:a="http://schemas.openxmlformats.org/drawingml/2006/main">
            <a:off x="81534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X   Roller</a:t>
            </a:r>
          </a:p>
        </p:txBody>
      </p:sp>
      <p:sp>
        <p:nvSpPr>
          <p:cNvPr id="25" name="">
            <a:extLst xmlns:a="http://schemas.openxmlformats.org/drawingml/2006/main">
              <a:ext uri="{FF2B5EF4-FFF2-40B4-BE49-F238E27FC236}">
                <a16:creationId xmlns:a16="http://schemas.microsoft.com/office/drawing/2014/main" id="{F36E3896-0184-46C2-96ED-75074A0C3933}"/>
              </a:ext>
            </a:extLst>
          </p:cNvPr>
          <p:cNvSpPr>
            <a:spLocks xmlns:a="http://schemas.openxmlformats.org/drawingml/2006/main" noGrp="1"/>
          </p:cNvSpPr>
          <p:nvPr/>
        </p:nvSpPr>
        <p:spPr>
          <a:xfrm xmlns:a="http://schemas.openxmlformats.org/drawingml/2006/main">
            <a:off x="81534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Y   Climber</a:t>
            </a:r>
          </a:p>
        </p:txBody>
      </p:sp>
      <p:sp>
        <p:nvSpPr>
          <p:cNvPr id="26" name="">
            <a:extLst xmlns:a="http://schemas.openxmlformats.org/drawingml/2006/main">
              <a:ext uri="{FF2B5EF4-FFF2-40B4-BE49-F238E27FC236}">
                <a16:creationId xmlns:a16="http://schemas.microsoft.com/office/drawing/2014/main" id="{627864C6-A955-4D08-9F50-67AF910BC88D}"/>
              </a:ext>
            </a:extLst>
          </p:cNvPr>
          <p:cNvSpPr>
            <a:spLocks xmlns:a="http://schemas.openxmlformats.org/drawingml/2006/main" noGrp="1"/>
          </p:cNvSpPr>
          <p:nvPr/>
        </p:nvSpPr>
        <p:spPr>
          <a:xfrm xmlns:a="http://schemas.openxmlformats.org/drawingml/2006/main">
            <a:off x="609600" y="57150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FFB64D"/>
                </a:solidFill>
                <a:latin typeface="Aptos"/>
                <a:ea typeface="Aptos"/>
                <a:cs typeface="Aptos"/>
              </a:defRPr>
            </a:pPr>
            <a:r>
              <a:rPr sz="1350" b="1">
                <a:solidFill>
                  <a:srgbClr val="FFB64D"/>
                </a:solidFill>
                <a:latin typeface="Aptos"/>
                <a:ea typeface="Aptos"/>
                <a:cs typeface="Aptos"/>
              </a:rPr>
              <a:t>Two CommandXboxController instances keep driver and operator bindings distinct.</a:t>
            </a:r>
          </a:p>
        </p:txBody>
      </p:sp>
      <p:sp>
        <p:nvSpPr>
          <p:cNvPr id="27" name="footer-left">
            <a:extLst xmlns:a="http://schemas.openxmlformats.org/drawingml/2006/main">
              <a:ext uri="{FF2B5EF4-FFF2-40B4-BE49-F238E27FC236}">
                <a16:creationId xmlns:a16="http://schemas.microsoft.com/office/drawing/2014/main" id="{AAD3B33E-5BD9-4BA3-8494-A6A40C704C4D}"/>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8" name="footer-number">
            <a:extLst xmlns:a="http://schemas.openxmlformats.org/drawingml/2006/main">
              <a:ext uri="{FF2B5EF4-FFF2-40B4-BE49-F238E27FC236}">
                <a16:creationId xmlns:a16="http://schemas.microsoft.com/office/drawing/2014/main" id="{2FDC2AC1-D5CE-4190-914F-172FFABB6E7F}"/>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03</a:t>
            </a:r>
          </a:p>
        </p:txBody>
      </p:sp>
    </p:spTree>
    <p:extLst>
      <p:ext uri="{BB962C8B-B14F-4D97-AF65-F5344CB8AC3E}">
        <p14:creationId xmlns:p14="http://schemas.microsoft.com/office/powerpoint/2010/main" val="878771834"/>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B920366A-E87B-4EE0-9356-6CBC4074161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2 · MAJOR SUBSYSTEMS</a:t>
            </a:r>
          </a:p>
        </p:txBody>
      </p:sp>
      <p:sp>
        <p:nvSpPr>
          <p:cNvPr id="2" name="slide-title">
            <a:extLst xmlns:a="http://schemas.openxmlformats.org/drawingml/2006/main">
              <a:ext uri="{FF2B5EF4-FFF2-40B4-BE49-F238E27FC236}">
                <a16:creationId xmlns:a16="http://schemas.microsoft.com/office/drawing/2014/main" id="{E59923DF-0FEC-4EEC-A188-6111374A18F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Four subsystems divide the robot by mechanism</a:t>
            </a:r>
          </a:p>
        </p:txBody>
      </p:sp>
      <p:sp>
        <p:nvSpPr>
          <p:cNvPr id="3" name="slide-subtitle">
            <a:extLst xmlns:a="http://schemas.openxmlformats.org/drawingml/2006/main">
              <a:ext uri="{FF2B5EF4-FFF2-40B4-BE49-F238E27FC236}">
                <a16:creationId xmlns:a16="http://schemas.microsoft.com/office/drawing/2014/main" id="{DFFE2078-C5DF-4DD3-9467-723396BA2C55}"/>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Each subsystem owns the hardware objects and methods for one physical function.</a:t>
            </a:r>
          </a:p>
        </p:txBody>
      </p:sp>
      <p:sp>
        <p:nvSpPr>
          <p:cNvPr id="4" name="title-rule">
            <a:extLst xmlns:a="http://schemas.openxmlformats.org/drawingml/2006/main">
              <a:ext uri="{FF2B5EF4-FFF2-40B4-BE49-F238E27FC236}">
                <a16:creationId xmlns:a16="http://schemas.microsoft.com/office/drawing/2014/main" id="{68D85D80-AE19-45D8-8B3A-55BA2ADD4489}"/>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omain-0">
            <a:extLst xmlns:a="http://schemas.openxmlformats.org/drawingml/2006/main">
              <a:ext uri="{FF2B5EF4-FFF2-40B4-BE49-F238E27FC236}">
                <a16:creationId xmlns:a16="http://schemas.microsoft.com/office/drawing/2014/main" id="{9E6DD2E8-DF25-415B-9AFD-86725B1045E2}"/>
              </a:ext>
            </a:extLst>
          </p:cNvPr>
          <p:cNvSpPr>
            <a:spLocks xmlns:a="http://schemas.openxmlformats.org/drawingml/2006/main" noGrp="1"/>
          </p:cNvSpPr>
          <p:nvPr/>
        </p:nvSpPr>
        <p:spPr>
          <a:xfrm xmlns:a="http://schemas.openxmlformats.org/drawingml/2006/main">
            <a:off x="6096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419B387F-8D24-4CBB-A29C-B833B1B71FC2}"/>
              </a:ext>
            </a:extLst>
          </p:cNvPr>
          <p:cNvSpPr>
            <a:spLocks xmlns:a="http://schemas.openxmlformats.org/drawingml/2006/main" noGrp="1"/>
          </p:cNvSpPr>
          <p:nvPr/>
        </p:nvSpPr>
        <p:spPr>
          <a:xfrm xmlns:a="http://schemas.openxmlformats.org/drawingml/2006/main">
            <a:off x="8191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42C6FF"/>
                </a:solidFill>
                <a:latin typeface="Aptos"/>
                <a:ea typeface="Aptos"/>
                <a:cs typeface="Aptos"/>
              </a:defRPr>
            </a:pPr>
            <a:r>
              <a:rPr sz="2025" b="1">
                <a:solidFill>
                  <a:srgbClr val="42C6FF"/>
                </a:solidFill>
                <a:latin typeface="Aptos"/>
                <a:ea typeface="Aptos"/>
                <a:cs typeface="Aptos"/>
              </a:rPr>
              <a:t>Drive</a:t>
            </a:r>
          </a:p>
        </p:txBody>
      </p:sp>
      <p:sp>
        <p:nvSpPr>
          <p:cNvPr id="7" name="">
            <a:extLst xmlns:a="http://schemas.openxmlformats.org/drawingml/2006/main">
              <a:ext uri="{FF2B5EF4-FFF2-40B4-BE49-F238E27FC236}">
                <a16:creationId xmlns:a16="http://schemas.microsoft.com/office/drawing/2014/main" id="{BE018474-D259-44EE-9715-94197C6F0546}"/>
              </a:ext>
            </a:extLst>
          </p:cNvPr>
          <p:cNvSpPr>
            <a:spLocks xmlns:a="http://schemas.openxmlformats.org/drawingml/2006/main" noGrp="1"/>
          </p:cNvSpPr>
          <p:nvPr/>
        </p:nvSpPr>
        <p:spPr>
          <a:xfrm xmlns:a="http://schemas.openxmlformats.org/drawingml/2006/main">
            <a:off x="8191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4 motor controllers</a:t>
            </a:r>
          </a:p>
        </p:txBody>
      </p:sp>
      <p:sp>
        <p:nvSpPr>
          <p:cNvPr id="8" name="">
            <a:extLst xmlns:a="http://schemas.openxmlformats.org/drawingml/2006/main">
              <a:ext uri="{FF2B5EF4-FFF2-40B4-BE49-F238E27FC236}">
                <a16:creationId xmlns:a16="http://schemas.microsoft.com/office/drawing/2014/main" id="{50C5241D-340E-4DDE-8AF9-AECFFC9684A3}"/>
              </a:ext>
            </a:extLst>
          </p:cNvPr>
          <p:cNvSpPr>
            <a:spLocks xmlns:a="http://schemas.openxmlformats.org/drawingml/2006/main" noGrp="1"/>
          </p:cNvSpPr>
          <p:nvPr/>
        </p:nvSpPr>
        <p:spPr>
          <a:xfrm xmlns:a="http://schemas.openxmlformats.org/drawingml/2006/main">
            <a:off x="8191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drive(left, right)</a:t>
            </a:r>
          </a:p>
        </p:txBody>
      </p:sp>
      <p:sp>
        <p:nvSpPr>
          <p:cNvPr id="9" name="domain-1">
            <a:extLst xmlns:a="http://schemas.openxmlformats.org/drawingml/2006/main">
              <a:ext uri="{FF2B5EF4-FFF2-40B4-BE49-F238E27FC236}">
                <a16:creationId xmlns:a16="http://schemas.microsoft.com/office/drawing/2014/main" id="{48FA02EF-F5E9-4E1A-8C21-E5403B4488FB}"/>
              </a:ext>
            </a:extLst>
          </p:cNvPr>
          <p:cNvSpPr>
            <a:spLocks xmlns:a="http://schemas.openxmlformats.org/drawingml/2006/main" noGrp="1"/>
          </p:cNvSpPr>
          <p:nvPr/>
        </p:nvSpPr>
        <p:spPr>
          <a:xfrm xmlns:a="http://schemas.openxmlformats.org/drawingml/2006/main">
            <a:off x="33528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B64D"/>
            </a:solidFill>
            <a:prstDash val="solid"/>
          </a:ln>
        </p:spPr>
      </p:sp>
      <p:sp>
        <p:nvSpPr>
          <p:cNvPr id="10" name="">
            <a:extLst xmlns:a="http://schemas.openxmlformats.org/drawingml/2006/main">
              <a:ext uri="{FF2B5EF4-FFF2-40B4-BE49-F238E27FC236}">
                <a16:creationId xmlns:a16="http://schemas.microsoft.com/office/drawing/2014/main" id="{E0FCFB05-27B0-4030-B138-50E1D81C4740}"/>
              </a:ext>
            </a:extLst>
          </p:cNvPr>
          <p:cNvSpPr>
            <a:spLocks xmlns:a="http://schemas.openxmlformats.org/drawingml/2006/main" noGrp="1"/>
          </p:cNvSpPr>
          <p:nvPr/>
        </p:nvSpPr>
        <p:spPr>
          <a:xfrm xmlns:a="http://schemas.openxmlformats.org/drawingml/2006/main">
            <a:off x="35623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B64D"/>
                </a:solidFill>
                <a:latin typeface="Aptos"/>
                <a:ea typeface="Aptos"/>
                <a:cs typeface="Aptos"/>
              </a:defRPr>
            </a:pPr>
            <a:r>
              <a:rPr sz="2025" b="1">
                <a:solidFill>
                  <a:srgbClr val="FFB64D"/>
                </a:solidFill>
                <a:latin typeface="Aptos"/>
                <a:ea typeface="Aptos"/>
                <a:cs typeface="Aptos"/>
              </a:rPr>
              <a:t>Ball belt</a:t>
            </a:r>
          </a:p>
        </p:txBody>
      </p:sp>
      <p:sp>
        <p:nvSpPr>
          <p:cNvPr id="11" name="">
            <a:extLst xmlns:a="http://schemas.openxmlformats.org/drawingml/2006/main">
              <a:ext uri="{FF2B5EF4-FFF2-40B4-BE49-F238E27FC236}">
                <a16:creationId xmlns:a16="http://schemas.microsoft.com/office/drawing/2014/main" id="{4C8620C2-346C-4676-BDE9-8D3CFE6F92D0}"/>
              </a:ext>
            </a:extLst>
          </p:cNvPr>
          <p:cNvSpPr>
            <a:spLocks xmlns:a="http://schemas.openxmlformats.org/drawingml/2006/main" noGrp="1"/>
          </p:cNvSpPr>
          <p:nvPr/>
        </p:nvSpPr>
        <p:spPr>
          <a:xfrm xmlns:a="http://schemas.openxmlformats.org/drawingml/2006/main">
            <a:off x="35623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1 motor controller</a:t>
            </a:r>
          </a:p>
        </p:txBody>
      </p:sp>
      <p:sp>
        <p:nvSpPr>
          <p:cNvPr id="12" name="">
            <a:extLst xmlns:a="http://schemas.openxmlformats.org/drawingml/2006/main">
              <a:ext uri="{FF2B5EF4-FFF2-40B4-BE49-F238E27FC236}">
                <a16:creationId xmlns:a16="http://schemas.microsoft.com/office/drawing/2014/main" id="{64A912F1-6850-4B91-A49B-3381464A93D4}"/>
              </a:ext>
            </a:extLst>
          </p:cNvPr>
          <p:cNvSpPr>
            <a:spLocks xmlns:a="http://schemas.openxmlformats.org/drawingml/2006/main" noGrp="1"/>
          </p:cNvSpPr>
          <p:nvPr/>
        </p:nvSpPr>
        <p:spPr>
          <a:xfrm xmlns:a="http://schemas.openxmlformats.org/drawingml/2006/main">
            <a:off x="35623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run(speed), stop()</a:t>
            </a:r>
          </a:p>
        </p:txBody>
      </p:sp>
      <p:sp>
        <p:nvSpPr>
          <p:cNvPr id="13" name="domain-2">
            <a:extLst xmlns:a="http://schemas.openxmlformats.org/drawingml/2006/main">
              <a:ext uri="{FF2B5EF4-FFF2-40B4-BE49-F238E27FC236}">
                <a16:creationId xmlns:a16="http://schemas.microsoft.com/office/drawing/2014/main" id="{3DFF3078-97FB-4122-A512-3D3B664132FC}"/>
              </a:ext>
            </a:extLst>
          </p:cNvPr>
          <p:cNvSpPr>
            <a:spLocks xmlns:a="http://schemas.openxmlformats.org/drawingml/2006/main" noGrp="1"/>
          </p:cNvSpPr>
          <p:nvPr/>
        </p:nvSpPr>
        <p:spPr>
          <a:xfrm xmlns:a="http://schemas.openxmlformats.org/drawingml/2006/main">
            <a:off x="60960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F2EC537E-191D-429B-82E6-EE0F30E94015}"/>
              </a:ext>
            </a:extLst>
          </p:cNvPr>
          <p:cNvSpPr>
            <a:spLocks xmlns:a="http://schemas.openxmlformats.org/drawingml/2006/main" noGrp="1"/>
          </p:cNvSpPr>
          <p:nvPr/>
        </p:nvSpPr>
        <p:spPr>
          <a:xfrm xmlns:a="http://schemas.openxmlformats.org/drawingml/2006/main">
            <a:off x="63055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62D48A"/>
                </a:solidFill>
                <a:latin typeface="Aptos"/>
                <a:ea typeface="Aptos"/>
                <a:cs typeface="Aptos"/>
              </a:defRPr>
            </a:pPr>
            <a:r>
              <a:rPr sz="2025" b="1">
                <a:solidFill>
                  <a:srgbClr val="62D48A"/>
                </a:solidFill>
                <a:latin typeface="Aptos"/>
                <a:ea typeface="Aptos"/>
                <a:cs typeface="Aptos"/>
              </a:rPr>
              <a:t>Scoring roller</a:t>
            </a:r>
          </a:p>
        </p:txBody>
      </p:sp>
      <p:sp>
        <p:nvSpPr>
          <p:cNvPr id="15" name="">
            <a:extLst xmlns:a="http://schemas.openxmlformats.org/drawingml/2006/main">
              <a:ext uri="{FF2B5EF4-FFF2-40B4-BE49-F238E27FC236}">
                <a16:creationId xmlns:a16="http://schemas.microsoft.com/office/drawing/2014/main" id="{A18439AC-21B0-41B6-81A3-F188D6AE7B49}"/>
              </a:ext>
            </a:extLst>
          </p:cNvPr>
          <p:cNvSpPr>
            <a:spLocks xmlns:a="http://schemas.openxmlformats.org/drawingml/2006/main" noGrp="1"/>
          </p:cNvSpPr>
          <p:nvPr/>
        </p:nvSpPr>
        <p:spPr>
          <a:xfrm xmlns:a="http://schemas.openxmlformats.org/drawingml/2006/main">
            <a:off x="63055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1 motor controller</a:t>
            </a:r>
          </a:p>
        </p:txBody>
      </p:sp>
      <p:sp>
        <p:nvSpPr>
          <p:cNvPr id="16" name="">
            <a:extLst xmlns:a="http://schemas.openxmlformats.org/drawingml/2006/main">
              <a:ext uri="{FF2B5EF4-FFF2-40B4-BE49-F238E27FC236}">
                <a16:creationId xmlns:a16="http://schemas.microsoft.com/office/drawing/2014/main" id="{175DAE41-8C58-4DE0-8A68-2785CFE55B43}"/>
              </a:ext>
            </a:extLst>
          </p:cNvPr>
          <p:cNvSpPr>
            <a:spLocks xmlns:a="http://schemas.openxmlformats.org/drawingml/2006/main" noGrp="1"/>
          </p:cNvSpPr>
          <p:nvPr/>
        </p:nvSpPr>
        <p:spPr>
          <a:xfrm xmlns:a="http://schemas.openxmlformats.org/drawingml/2006/main">
            <a:off x="63055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run(speed), stop()</a:t>
            </a:r>
          </a:p>
        </p:txBody>
      </p:sp>
      <p:sp>
        <p:nvSpPr>
          <p:cNvPr id="17" name="domain-3">
            <a:extLst xmlns:a="http://schemas.openxmlformats.org/drawingml/2006/main">
              <a:ext uri="{FF2B5EF4-FFF2-40B4-BE49-F238E27FC236}">
                <a16:creationId xmlns:a16="http://schemas.microsoft.com/office/drawing/2014/main" id="{F127421D-DD7B-4160-BC18-9E57ED126A75}"/>
              </a:ext>
            </a:extLst>
          </p:cNvPr>
          <p:cNvSpPr>
            <a:spLocks xmlns:a="http://schemas.openxmlformats.org/drawingml/2006/main" noGrp="1"/>
          </p:cNvSpPr>
          <p:nvPr/>
        </p:nvSpPr>
        <p:spPr>
          <a:xfrm xmlns:a="http://schemas.openxmlformats.org/drawingml/2006/main">
            <a:off x="88392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7A7A"/>
            </a:solidFill>
            <a:prstDash val="solid"/>
          </a:ln>
        </p:spPr>
      </p:sp>
      <p:sp>
        <p:nvSpPr>
          <p:cNvPr id="18" name="">
            <a:extLst xmlns:a="http://schemas.openxmlformats.org/drawingml/2006/main">
              <a:ext uri="{FF2B5EF4-FFF2-40B4-BE49-F238E27FC236}">
                <a16:creationId xmlns:a16="http://schemas.microsoft.com/office/drawing/2014/main" id="{27605E0B-4AAC-4D98-B33C-B5B38EAE2D0B}"/>
              </a:ext>
            </a:extLst>
          </p:cNvPr>
          <p:cNvSpPr>
            <a:spLocks xmlns:a="http://schemas.openxmlformats.org/drawingml/2006/main" noGrp="1"/>
          </p:cNvSpPr>
          <p:nvPr/>
        </p:nvSpPr>
        <p:spPr>
          <a:xfrm xmlns:a="http://schemas.openxmlformats.org/drawingml/2006/main">
            <a:off x="90487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7A7A"/>
                </a:solidFill>
                <a:latin typeface="Aptos"/>
                <a:ea typeface="Aptos"/>
                <a:cs typeface="Aptos"/>
              </a:defRPr>
            </a:pPr>
            <a:r>
              <a:rPr sz="2025" b="1">
                <a:solidFill>
                  <a:srgbClr val="FF7A7A"/>
                </a:solidFill>
                <a:latin typeface="Aptos"/>
                <a:ea typeface="Aptos"/>
                <a:cs typeface="Aptos"/>
              </a:rPr>
              <a:t>Climber</a:t>
            </a:r>
          </a:p>
        </p:txBody>
      </p:sp>
      <p:sp>
        <p:nvSpPr>
          <p:cNvPr id="19" name="">
            <a:extLst xmlns:a="http://schemas.openxmlformats.org/drawingml/2006/main">
              <a:ext uri="{FF2B5EF4-FFF2-40B4-BE49-F238E27FC236}">
                <a16:creationId xmlns:a16="http://schemas.microsoft.com/office/drawing/2014/main" id="{785C76EB-9132-4548-BCD2-D1203F03A69C}"/>
              </a:ext>
            </a:extLst>
          </p:cNvPr>
          <p:cNvSpPr>
            <a:spLocks xmlns:a="http://schemas.openxmlformats.org/drawingml/2006/main" noGrp="1"/>
          </p:cNvSpPr>
          <p:nvPr/>
        </p:nvSpPr>
        <p:spPr>
          <a:xfrm xmlns:a="http://schemas.openxmlformats.org/drawingml/2006/main">
            <a:off x="90487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CAN module and 2 valves</a:t>
            </a:r>
          </a:p>
        </p:txBody>
      </p:sp>
      <p:sp>
        <p:nvSpPr>
          <p:cNvPr id="20" name="">
            <a:extLst xmlns:a="http://schemas.openxmlformats.org/drawingml/2006/main">
              <a:ext uri="{FF2B5EF4-FFF2-40B4-BE49-F238E27FC236}">
                <a16:creationId xmlns:a16="http://schemas.microsoft.com/office/drawing/2014/main" id="{CE7E9AAD-F899-47AD-ACBA-54E919019F2B}"/>
              </a:ext>
            </a:extLst>
          </p:cNvPr>
          <p:cNvSpPr>
            <a:spLocks xmlns:a="http://schemas.openxmlformats.org/drawingml/2006/main" noGrp="1"/>
          </p:cNvSpPr>
          <p:nvPr/>
        </p:nvSpPr>
        <p:spPr>
          <a:xfrm xmlns:a="http://schemas.openxmlformats.org/drawingml/2006/main">
            <a:off x="90487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toggleArms()</a:t>
            </a:r>
          </a:p>
        </p:txBody>
      </p:sp>
      <p:sp>
        <p:nvSpPr>
          <p:cNvPr id="21" name="">
            <a:extLst xmlns:a="http://schemas.openxmlformats.org/drawingml/2006/main">
              <a:ext uri="{FF2B5EF4-FFF2-40B4-BE49-F238E27FC236}">
                <a16:creationId xmlns:a16="http://schemas.microsoft.com/office/drawing/2014/main" id="{9487A41E-F3AF-4289-88C8-1E1E339D5174}"/>
              </a:ext>
            </a:extLst>
          </p:cNvPr>
          <p:cNvSpPr>
            <a:spLocks xmlns:a="http://schemas.openxmlformats.org/drawingml/2006/main" noGrp="1"/>
          </p:cNvSpPr>
          <p:nvPr/>
        </p:nvSpPr>
        <p:spPr>
          <a:xfrm xmlns:a="http://schemas.openxmlformats.org/drawingml/2006/main">
            <a:off x="1981200" y="5334000"/>
            <a:ext cx="8229600" cy="533400"/>
          </a:xfrm>
          <a:prstGeom xmlns:a="http://schemas.openxmlformats.org/drawingml/2006/main" prst="roundRect">
            <a:avLst>
              <a:gd name="adj" fmla="val 1785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3FA2436F-5E24-489F-9173-AFE398BEB529}"/>
              </a:ext>
            </a:extLst>
          </p:cNvPr>
          <p:cNvSpPr>
            <a:spLocks xmlns:a="http://schemas.openxmlformats.org/drawingml/2006/main" noGrp="1"/>
          </p:cNvSpPr>
          <p:nvPr/>
        </p:nvSpPr>
        <p:spPr>
          <a:xfrm xmlns:a="http://schemas.openxmlformats.org/drawingml/2006/main">
            <a:off x="2247900" y="5467350"/>
            <a:ext cx="769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DriveSubsystem, BeltSubsystem, RollerSubsystem, and ClimberSubsystem each own one mechanism.</a:t>
            </a:r>
          </a:p>
        </p:txBody>
      </p:sp>
      <p:sp>
        <p:nvSpPr>
          <p:cNvPr id="23" name="footer-left">
            <a:extLst xmlns:a="http://schemas.openxmlformats.org/drawingml/2006/main">
              <a:ext uri="{FF2B5EF4-FFF2-40B4-BE49-F238E27FC236}">
                <a16:creationId xmlns:a16="http://schemas.microsoft.com/office/drawing/2014/main" id="{FB17E4CA-9F57-4189-BAA8-8714306BC0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3E2E5D3D-D9D0-46D4-964E-46A3B713A516}"/>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04</a:t>
            </a:r>
          </a:p>
        </p:txBody>
      </p:sp>
    </p:spTree>
    <p:extLst>
      <p:ext uri="{BB962C8B-B14F-4D97-AF65-F5344CB8AC3E}">
        <p14:creationId xmlns:p14="http://schemas.microsoft.com/office/powerpoint/2010/main" val="343510709"/>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4E20D447-86AE-4008-99FF-64CF9A9D8C6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FE5CB98C-3708-48EB-B1DE-07F79B89D56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A hardware ID tells the software which control point to use</a:t>
            </a:r>
          </a:p>
        </p:txBody>
      </p:sp>
      <p:sp>
        <p:nvSpPr>
          <p:cNvPr id="3" name="slide-subtitle">
            <a:extLst xmlns:a="http://schemas.openxmlformats.org/drawingml/2006/main">
              <a:ext uri="{FF2B5EF4-FFF2-40B4-BE49-F238E27FC236}">
                <a16:creationId xmlns:a16="http://schemas.microsoft.com/office/drawing/2014/main" id="{6B052F71-2B50-4B69-9E15-E65119EEB8B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ID passed to a device object selects the physical interface or device it controls.</a:t>
            </a:r>
          </a:p>
        </p:txBody>
      </p:sp>
      <p:sp>
        <p:nvSpPr>
          <p:cNvPr id="4" name="title-rule">
            <a:extLst xmlns:a="http://schemas.openxmlformats.org/drawingml/2006/main">
              <a:ext uri="{FF2B5EF4-FFF2-40B4-BE49-F238E27FC236}">
                <a16:creationId xmlns:a16="http://schemas.microsoft.com/office/drawing/2014/main" id="{C73538AE-2D8B-4D57-9D05-2F085FD1DDC6}"/>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hardware-table-cell-0-0">
            <a:extLst xmlns:a="http://schemas.openxmlformats.org/drawingml/2006/main">
              <a:ext uri="{FF2B5EF4-FFF2-40B4-BE49-F238E27FC236}">
                <a16:creationId xmlns:a16="http://schemas.microsoft.com/office/drawing/2014/main" id="{7BAA3EE5-76E4-4ABF-84DB-11361DF6DFED}"/>
              </a:ext>
            </a:extLst>
          </p:cNvPr>
          <p:cNvSpPr>
            <a:spLocks xmlns:a="http://schemas.openxmlformats.org/drawingml/2006/main" noGrp="1"/>
          </p:cNvSpPr>
          <p:nvPr/>
        </p:nvSpPr>
        <p:spPr>
          <a:xfrm xmlns:a="http://schemas.openxmlformats.org/drawingml/2006/main">
            <a:off x="609600" y="1790700"/>
            <a:ext cx="238125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hardware-table-text-0-0">
            <a:extLst xmlns:a="http://schemas.openxmlformats.org/drawingml/2006/main">
              <a:ext uri="{FF2B5EF4-FFF2-40B4-BE49-F238E27FC236}">
                <a16:creationId xmlns:a16="http://schemas.microsoft.com/office/drawing/2014/main" id="{06D55707-6D09-4BF5-BA4E-7C0821908EA6}"/>
              </a:ext>
            </a:extLst>
          </p:cNvPr>
          <p:cNvSpPr>
            <a:spLocks xmlns:a="http://schemas.openxmlformats.org/drawingml/2006/main" noGrp="1"/>
          </p:cNvSpPr>
          <p:nvPr/>
        </p:nvSpPr>
        <p:spPr>
          <a:xfrm xmlns:a="http://schemas.openxmlformats.org/drawingml/2006/main">
            <a:off x="723900" y="18669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Mechanism</a:t>
            </a:r>
          </a:p>
        </p:txBody>
      </p:sp>
      <p:sp>
        <p:nvSpPr>
          <p:cNvPr id="7" name="hardware-table-cell-0-1">
            <a:extLst xmlns:a="http://schemas.openxmlformats.org/drawingml/2006/main">
              <a:ext uri="{FF2B5EF4-FFF2-40B4-BE49-F238E27FC236}">
                <a16:creationId xmlns:a16="http://schemas.microsoft.com/office/drawing/2014/main" id="{D5A06C51-9865-4126-9C7C-D8A81AFB00BE}"/>
              </a:ext>
            </a:extLst>
          </p:cNvPr>
          <p:cNvSpPr>
            <a:spLocks xmlns:a="http://schemas.openxmlformats.org/drawingml/2006/main" noGrp="1"/>
          </p:cNvSpPr>
          <p:nvPr/>
        </p:nvSpPr>
        <p:spPr>
          <a:xfrm xmlns:a="http://schemas.openxmlformats.org/drawingml/2006/main">
            <a:off x="2990850" y="1790700"/>
            <a:ext cx="238125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hardware-table-text-0-1">
            <a:extLst xmlns:a="http://schemas.openxmlformats.org/drawingml/2006/main">
              <a:ext uri="{FF2B5EF4-FFF2-40B4-BE49-F238E27FC236}">
                <a16:creationId xmlns:a16="http://schemas.microsoft.com/office/drawing/2014/main" id="{F4E261B0-E0E4-4309-9FC1-8F2CF8738386}"/>
              </a:ext>
            </a:extLst>
          </p:cNvPr>
          <p:cNvSpPr>
            <a:spLocks xmlns:a="http://schemas.openxmlformats.org/drawingml/2006/main" noGrp="1"/>
          </p:cNvSpPr>
          <p:nvPr/>
        </p:nvSpPr>
        <p:spPr>
          <a:xfrm xmlns:a="http://schemas.openxmlformats.org/drawingml/2006/main">
            <a:off x="3105150" y="18669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Device object</a:t>
            </a:r>
          </a:p>
        </p:txBody>
      </p:sp>
      <p:sp>
        <p:nvSpPr>
          <p:cNvPr id="9" name="hardware-table-cell-0-2">
            <a:extLst xmlns:a="http://schemas.openxmlformats.org/drawingml/2006/main">
              <a:ext uri="{FF2B5EF4-FFF2-40B4-BE49-F238E27FC236}">
                <a16:creationId xmlns:a16="http://schemas.microsoft.com/office/drawing/2014/main" id="{2C54FB0E-4F68-49AE-9186-9A9ADF636A30}"/>
              </a:ext>
            </a:extLst>
          </p:cNvPr>
          <p:cNvSpPr>
            <a:spLocks xmlns:a="http://schemas.openxmlformats.org/drawingml/2006/main" noGrp="1"/>
          </p:cNvSpPr>
          <p:nvPr/>
        </p:nvSpPr>
        <p:spPr>
          <a:xfrm xmlns:a="http://schemas.openxmlformats.org/drawingml/2006/main">
            <a:off x="5372100" y="1790700"/>
            <a:ext cx="247650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hardware-table-text-0-2">
            <a:extLst xmlns:a="http://schemas.openxmlformats.org/drawingml/2006/main">
              <a:ext uri="{FF2B5EF4-FFF2-40B4-BE49-F238E27FC236}">
                <a16:creationId xmlns:a16="http://schemas.microsoft.com/office/drawing/2014/main" id="{3E94B4B7-3879-49A9-BC98-1A2BB66A0119}"/>
              </a:ext>
            </a:extLst>
          </p:cNvPr>
          <p:cNvSpPr>
            <a:spLocks xmlns:a="http://schemas.openxmlformats.org/drawingml/2006/main" noGrp="1"/>
          </p:cNvSpPr>
          <p:nvPr/>
        </p:nvSpPr>
        <p:spPr>
          <a:xfrm xmlns:a="http://schemas.openxmlformats.org/drawingml/2006/main">
            <a:off x="5486400" y="18669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Control point ID</a:t>
            </a:r>
          </a:p>
        </p:txBody>
      </p:sp>
      <p:sp>
        <p:nvSpPr>
          <p:cNvPr id="13" name="hardware-table-cell-1-0">
            <a:extLst xmlns:a="http://schemas.openxmlformats.org/drawingml/2006/main">
              <a:ext uri="{FF2B5EF4-FFF2-40B4-BE49-F238E27FC236}">
                <a16:creationId xmlns:a16="http://schemas.microsoft.com/office/drawing/2014/main" id="{99D8FA02-60DE-4BFE-97DD-E6B6150AA33B}"/>
              </a:ext>
            </a:extLst>
          </p:cNvPr>
          <p:cNvSpPr>
            <a:spLocks xmlns:a="http://schemas.openxmlformats.org/drawingml/2006/main" noGrp="1"/>
          </p:cNvSpPr>
          <p:nvPr/>
        </p:nvSpPr>
        <p:spPr>
          <a:xfrm xmlns:a="http://schemas.openxmlformats.org/drawingml/2006/main">
            <a:off x="609600" y="23050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hardware-table-text-1-0">
            <a:extLst xmlns:a="http://schemas.openxmlformats.org/drawingml/2006/main">
              <a:ext uri="{FF2B5EF4-FFF2-40B4-BE49-F238E27FC236}">
                <a16:creationId xmlns:a16="http://schemas.microsoft.com/office/drawing/2014/main" id="{0545CC51-D78A-4B5C-9F00-4B1D03C2EF8A}"/>
              </a:ext>
            </a:extLst>
          </p:cNvPr>
          <p:cNvSpPr>
            <a:spLocks xmlns:a="http://schemas.openxmlformats.org/drawingml/2006/main" noGrp="1"/>
          </p:cNvSpPr>
          <p:nvPr/>
        </p:nvSpPr>
        <p:spPr>
          <a:xfrm xmlns:a="http://schemas.openxmlformats.org/drawingml/2006/main">
            <a:off x="723900" y="23812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Left drivetrain</a:t>
            </a:r>
          </a:p>
        </p:txBody>
      </p:sp>
      <p:sp>
        <p:nvSpPr>
          <p:cNvPr id="15" name="hardware-table-cell-1-1">
            <a:extLst xmlns:a="http://schemas.openxmlformats.org/drawingml/2006/main">
              <a:ext uri="{FF2B5EF4-FFF2-40B4-BE49-F238E27FC236}">
                <a16:creationId xmlns:a16="http://schemas.microsoft.com/office/drawing/2014/main" id="{C424B944-56B6-4F99-A187-702E4057632E}"/>
              </a:ext>
            </a:extLst>
          </p:cNvPr>
          <p:cNvSpPr>
            <a:spLocks xmlns:a="http://schemas.openxmlformats.org/drawingml/2006/main" noGrp="1"/>
          </p:cNvSpPr>
          <p:nvPr/>
        </p:nvSpPr>
        <p:spPr>
          <a:xfrm xmlns:a="http://schemas.openxmlformats.org/drawingml/2006/main">
            <a:off x="2990850" y="23050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hardware-table-text-1-1">
            <a:extLst xmlns:a="http://schemas.openxmlformats.org/drawingml/2006/main">
              <a:ext uri="{FF2B5EF4-FFF2-40B4-BE49-F238E27FC236}">
                <a16:creationId xmlns:a16="http://schemas.microsoft.com/office/drawing/2014/main" id="{D1B796CB-4039-4862-A14A-4F1A53E40CFA}"/>
              </a:ext>
            </a:extLst>
          </p:cNvPr>
          <p:cNvSpPr>
            <a:spLocks xmlns:a="http://schemas.openxmlformats.org/drawingml/2006/main" noGrp="1"/>
          </p:cNvSpPr>
          <p:nvPr/>
        </p:nvSpPr>
        <p:spPr>
          <a:xfrm xmlns:a="http://schemas.openxmlformats.org/drawingml/2006/main">
            <a:off x="3105150" y="23812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motor controllers</a:t>
            </a:r>
          </a:p>
        </p:txBody>
      </p:sp>
      <p:sp>
        <p:nvSpPr>
          <p:cNvPr id="17" name="hardware-table-cell-1-2">
            <a:extLst xmlns:a="http://schemas.openxmlformats.org/drawingml/2006/main">
              <a:ext uri="{FF2B5EF4-FFF2-40B4-BE49-F238E27FC236}">
                <a16:creationId xmlns:a16="http://schemas.microsoft.com/office/drawing/2014/main" id="{E8ADBBB4-8720-4CDB-A566-F5D96559C000}"/>
              </a:ext>
            </a:extLst>
          </p:cNvPr>
          <p:cNvSpPr>
            <a:spLocks xmlns:a="http://schemas.openxmlformats.org/drawingml/2006/main" noGrp="1"/>
          </p:cNvSpPr>
          <p:nvPr/>
        </p:nvSpPr>
        <p:spPr>
          <a:xfrm xmlns:a="http://schemas.openxmlformats.org/drawingml/2006/main">
            <a:off x="5372100" y="2305050"/>
            <a:ext cx="247650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8" name="hardware-table-text-1-2">
            <a:extLst xmlns:a="http://schemas.openxmlformats.org/drawingml/2006/main">
              <a:ext uri="{FF2B5EF4-FFF2-40B4-BE49-F238E27FC236}">
                <a16:creationId xmlns:a16="http://schemas.microsoft.com/office/drawing/2014/main" id="{1A16BF7A-1949-44DA-ACD3-9DBC35B27BDC}"/>
              </a:ext>
            </a:extLst>
          </p:cNvPr>
          <p:cNvSpPr>
            <a:spLocks xmlns:a="http://schemas.openxmlformats.org/drawingml/2006/main" noGrp="1"/>
          </p:cNvSpPr>
          <p:nvPr/>
        </p:nvSpPr>
        <p:spPr>
          <a:xfrm xmlns:a="http://schemas.openxmlformats.org/drawingml/2006/main">
            <a:off x="5486400" y="23812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0 and 1</a:t>
            </a:r>
          </a:p>
        </p:txBody>
      </p:sp>
      <p:sp>
        <p:nvSpPr>
          <p:cNvPr id="21" name="hardware-table-cell-2-0">
            <a:extLst xmlns:a="http://schemas.openxmlformats.org/drawingml/2006/main">
              <a:ext uri="{FF2B5EF4-FFF2-40B4-BE49-F238E27FC236}">
                <a16:creationId xmlns:a16="http://schemas.microsoft.com/office/drawing/2014/main" id="{74BE3E48-3070-409E-8A40-5437408D7D0E}"/>
              </a:ext>
            </a:extLst>
          </p:cNvPr>
          <p:cNvSpPr>
            <a:spLocks xmlns:a="http://schemas.openxmlformats.org/drawingml/2006/main" noGrp="1"/>
          </p:cNvSpPr>
          <p:nvPr/>
        </p:nvSpPr>
        <p:spPr>
          <a:xfrm xmlns:a="http://schemas.openxmlformats.org/drawingml/2006/main">
            <a:off x="609600" y="30289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hardware-table-text-2-0">
            <a:extLst xmlns:a="http://schemas.openxmlformats.org/drawingml/2006/main">
              <a:ext uri="{FF2B5EF4-FFF2-40B4-BE49-F238E27FC236}">
                <a16:creationId xmlns:a16="http://schemas.microsoft.com/office/drawing/2014/main" id="{428E62EE-153F-4780-B861-57F6AD43FDA8}"/>
              </a:ext>
            </a:extLst>
          </p:cNvPr>
          <p:cNvSpPr>
            <a:spLocks xmlns:a="http://schemas.openxmlformats.org/drawingml/2006/main" noGrp="1"/>
          </p:cNvSpPr>
          <p:nvPr/>
        </p:nvSpPr>
        <p:spPr>
          <a:xfrm xmlns:a="http://schemas.openxmlformats.org/drawingml/2006/main">
            <a:off x="723900" y="31051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Right drivetrain</a:t>
            </a:r>
          </a:p>
        </p:txBody>
      </p:sp>
      <p:sp>
        <p:nvSpPr>
          <p:cNvPr id="23" name="hardware-table-cell-2-1">
            <a:extLst xmlns:a="http://schemas.openxmlformats.org/drawingml/2006/main">
              <a:ext uri="{FF2B5EF4-FFF2-40B4-BE49-F238E27FC236}">
                <a16:creationId xmlns:a16="http://schemas.microsoft.com/office/drawing/2014/main" id="{D2872D21-CC3F-4725-BA6A-0FDAE9F31174}"/>
              </a:ext>
            </a:extLst>
          </p:cNvPr>
          <p:cNvSpPr>
            <a:spLocks xmlns:a="http://schemas.openxmlformats.org/drawingml/2006/main" noGrp="1"/>
          </p:cNvSpPr>
          <p:nvPr/>
        </p:nvSpPr>
        <p:spPr>
          <a:xfrm xmlns:a="http://schemas.openxmlformats.org/drawingml/2006/main">
            <a:off x="2990850" y="30289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4" name="hardware-table-text-2-1">
            <a:extLst xmlns:a="http://schemas.openxmlformats.org/drawingml/2006/main">
              <a:ext uri="{FF2B5EF4-FFF2-40B4-BE49-F238E27FC236}">
                <a16:creationId xmlns:a16="http://schemas.microsoft.com/office/drawing/2014/main" id="{1BD5C605-0A45-41A4-87E2-6EB359669A40}"/>
              </a:ext>
            </a:extLst>
          </p:cNvPr>
          <p:cNvSpPr>
            <a:spLocks xmlns:a="http://schemas.openxmlformats.org/drawingml/2006/main" noGrp="1"/>
          </p:cNvSpPr>
          <p:nvPr/>
        </p:nvSpPr>
        <p:spPr>
          <a:xfrm xmlns:a="http://schemas.openxmlformats.org/drawingml/2006/main">
            <a:off x="3105150" y="31051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motor controllers</a:t>
            </a:r>
          </a:p>
        </p:txBody>
      </p:sp>
      <p:sp>
        <p:nvSpPr>
          <p:cNvPr id="25" name="hardware-table-cell-2-2">
            <a:extLst xmlns:a="http://schemas.openxmlformats.org/drawingml/2006/main">
              <a:ext uri="{FF2B5EF4-FFF2-40B4-BE49-F238E27FC236}">
                <a16:creationId xmlns:a16="http://schemas.microsoft.com/office/drawing/2014/main" id="{05C53C54-BB41-4810-85FB-C1296C7CDF99}"/>
              </a:ext>
            </a:extLst>
          </p:cNvPr>
          <p:cNvSpPr>
            <a:spLocks xmlns:a="http://schemas.openxmlformats.org/drawingml/2006/main" noGrp="1"/>
          </p:cNvSpPr>
          <p:nvPr/>
        </p:nvSpPr>
        <p:spPr>
          <a:xfrm xmlns:a="http://schemas.openxmlformats.org/drawingml/2006/main">
            <a:off x="5372100" y="3028950"/>
            <a:ext cx="247650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6" name="hardware-table-text-2-2">
            <a:extLst xmlns:a="http://schemas.openxmlformats.org/drawingml/2006/main">
              <a:ext uri="{FF2B5EF4-FFF2-40B4-BE49-F238E27FC236}">
                <a16:creationId xmlns:a16="http://schemas.microsoft.com/office/drawing/2014/main" id="{B4AB9608-8FF4-42C4-B717-05811B063873}"/>
              </a:ext>
            </a:extLst>
          </p:cNvPr>
          <p:cNvSpPr>
            <a:spLocks xmlns:a="http://schemas.openxmlformats.org/drawingml/2006/main" noGrp="1"/>
          </p:cNvSpPr>
          <p:nvPr/>
        </p:nvSpPr>
        <p:spPr>
          <a:xfrm xmlns:a="http://schemas.openxmlformats.org/drawingml/2006/main">
            <a:off x="5486400" y="31051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3 and 2</a:t>
            </a:r>
          </a:p>
        </p:txBody>
      </p:sp>
      <p:sp>
        <p:nvSpPr>
          <p:cNvPr id="29" name="hardware-table-cell-3-0">
            <a:extLst xmlns:a="http://schemas.openxmlformats.org/drawingml/2006/main">
              <a:ext uri="{FF2B5EF4-FFF2-40B4-BE49-F238E27FC236}">
                <a16:creationId xmlns:a16="http://schemas.microsoft.com/office/drawing/2014/main" id="{EB938E54-A612-4ED0-8FC0-A7949DC46AD6}"/>
              </a:ext>
            </a:extLst>
          </p:cNvPr>
          <p:cNvSpPr>
            <a:spLocks xmlns:a="http://schemas.openxmlformats.org/drawingml/2006/main" noGrp="1"/>
          </p:cNvSpPr>
          <p:nvPr/>
        </p:nvSpPr>
        <p:spPr>
          <a:xfrm xmlns:a="http://schemas.openxmlformats.org/drawingml/2006/main">
            <a:off x="609600" y="37528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0" name="hardware-table-text-3-0">
            <a:extLst xmlns:a="http://schemas.openxmlformats.org/drawingml/2006/main">
              <a:ext uri="{FF2B5EF4-FFF2-40B4-BE49-F238E27FC236}">
                <a16:creationId xmlns:a16="http://schemas.microsoft.com/office/drawing/2014/main" id="{DE2B1139-8024-40F7-A0F1-F51231347D1D}"/>
              </a:ext>
            </a:extLst>
          </p:cNvPr>
          <p:cNvSpPr>
            <a:spLocks xmlns:a="http://schemas.openxmlformats.org/drawingml/2006/main" noGrp="1"/>
          </p:cNvSpPr>
          <p:nvPr/>
        </p:nvSpPr>
        <p:spPr>
          <a:xfrm xmlns:a="http://schemas.openxmlformats.org/drawingml/2006/main">
            <a:off x="723900" y="38290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Ball belt</a:t>
            </a:r>
          </a:p>
        </p:txBody>
      </p:sp>
      <p:sp>
        <p:nvSpPr>
          <p:cNvPr id="31" name="hardware-table-cell-3-1">
            <a:extLst xmlns:a="http://schemas.openxmlformats.org/drawingml/2006/main">
              <a:ext uri="{FF2B5EF4-FFF2-40B4-BE49-F238E27FC236}">
                <a16:creationId xmlns:a16="http://schemas.microsoft.com/office/drawing/2014/main" id="{5495E842-27D4-46C9-A3AF-28A36EB700E2}"/>
              </a:ext>
            </a:extLst>
          </p:cNvPr>
          <p:cNvSpPr>
            <a:spLocks xmlns:a="http://schemas.openxmlformats.org/drawingml/2006/main" noGrp="1"/>
          </p:cNvSpPr>
          <p:nvPr/>
        </p:nvSpPr>
        <p:spPr>
          <a:xfrm xmlns:a="http://schemas.openxmlformats.org/drawingml/2006/main">
            <a:off x="2990850" y="37528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2" name="hardware-table-text-3-1">
            <a:extLst xmlns:a="http://schemas.openxmlformats.org/drawingml/2006/main">
              <a:ext uri="{FF2B5EF4-FFF2-40B4-BE49-F238E27FC236}">
                <a16:creationId xmlns:a16="http://schemas.microsoft.com/office/drawing/2014/main" id="{2F18A062-608A-41C9-9C9F-B428E60B65B7}"/>
              </a:ext>
            </a:extLst>
          </p:cNvPr>
          <p:cNvSpPr>
            <a:spLocks xmlns:a="http://schemas.openxmlformats.org/drawingml/2006/main" noGrp="1"/>
          </p:cNvSpPr>
          <p:nvPr/>
        </p:nvSpPr>
        <p:spPr>
          <a:xfrm xmlns:a="http://schemas.openxmlformats.org/drawingml/2006/main">
            <a:off x="3105150" y="38290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1 motor controller</a:t>
            </a:r>
          </a:p>
        </p:txBody>
      </p:sp>
      <p:sp>
        <p:nvSpPr>
          <p:cNvPr id="33" name="hardware-table-cell-3-2">
            <a:extLst xmlns:a="http://schemas.openxmlformats.org/drawingml/2006/main">
              <a:ext uri="{FF2B5EF4-FFF2-40B4-BE49-F238E27FC236}">
                <a16:creationId xmlns:a16="http://schemas.microsoft.com/office/drawing/2014/main" id="{ED4B427D-7087-4898-BB97-1E59AFC2C8DA}"/>
              </a:ext>
            </a:extLst>
          </p:cNvPr>
          <p:cNvSpPr>
            <a:spLocks xmlns:a="http://schemas.openxmlformats.org/drawingml/2006/main" noGrp="1"/>
          </p:cNvSpPr>
          <p:nvPr/>
        </p:nvSpPr>
        <p:spPr>
          <a:xfrm xmlns:a="http://schemas.openxmlformats.org/drawingml/2006/main">
            <a:off x="5372100" y="3752850"/>
            <a:ext cx="247650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4" name="hardware-table-text-3-2">
            <a:extLst xmlns:a="http://schemas.openxmlformats.org/drawingml/2006/main">
              <a:ext uri="{FF2B5EF4-FFF2-40B4-BE49-F238E27FC236}">
                <a16:creationId xmlns:a16="http://schemas.microsoft.com/office/drawing/2014/main" id="{A654D651-884A-4B98-A4E4-7282444C86CC}"/>
              </a:ext>
            </a:extLst>
          </p:cNvPr>
          <p:cNvSpPr>
            <a:spLocks xmlns:a="http://schemas.openxmlformats.org/drawingml/2006/main" noGrp="1"/>
          </p:cNvSpPr>
          <p:nvPr/>
        </p:nvSpPr>
        <p:spPr>
          <a:xfrm xmlns:a="http://schemas.openxmlformats.org/drawingml/2006/main">
            <a:off x="5486400" y="38290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5</a:t>
            </a:r>
          </a:p>
        </p:txBody>
      </p:sp>
      <p:sp>
        <p:nvSpPr>
          <p:cNvPr id="37" name="hardware-table-cell-4-0">
            <a:extLst xmlns:a="http://schemas.openxmlformats.org/drawingml/2006/main">
              <a:ext uri="{FF2B5EF4-FFF2-40B4-BE49-F238E27FC236}">
                <a16:creationId xmlns:a16="http://schemas.microsoft.com/office/drawing/2014/main" id="{09E9F3E1-592F-43AD-BF31-DADFFCE12579}"/>
              </a:ext>
            </a:extLst>
          </p:cNvPr>
          <p:cNvSpPr>
            <a:spLocks xmlns:a="http://schemas.openxmlformats.org/drawingml/2006/main" noGrp="1"/>
          </p:cNvSpPr>
          <p:nvPr/>
        </p:nvSpPr>
        <p:spPr>
          <a:xfrm xmlns:a="http://schemas.openxmlformats.org/drawingml/2006/main">
            <a:off x="609600" y="44767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8" name="hardware-table-text-4-0">
            <a:extLst xmlns:a="http://schemas.openxmlformats.org/drawingml/2006/main">
              <a:ext uri="{FF2B5EF4-FFF2-40B4-BE49-F238E27FC236}">
                <a16:creationId xmlns:a16="http://schemas.microsoft.com/office/drawing/2014/main" id="{CEB804B6-EF5F-4C25-8838-FFCD235576FF}"/>
              </a:ext>
            </a:extLst>
          </p:cNvPr>
          <p:cNvSpPr>
            <a:spLocks xmlns:a="http://schemas.openxmlformats.org/drawingml/2006/main" noGrp="1"/>
          </p:cNvSpPr>
          <p:nvPr/>
        </p:nvSpPr>
        <p:spPr>
          <a:xfrm xmlns:a="http://schemas.openxmlformats.org/drawingml/2006/main">
            <a:off x="723900" y="45529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Scoring roller</a:t>
            </a:r>
          </a:p>
        </p:txBody>
      </p:sp>
      <p:sp>
        <p:nvSpPr>
          <p:cNvPr id="39" name="hardware-table-cell-4-1">
            <a:extLst xmlns:a="http://schemas.openxmlformats.org/drawingml/2006/main">
              <a:ext uri="{FF2B5EF4-FFF2-40B4-BE49-F238E27FC236}">
                <a16:creationId xmlns:a16="http://schemas.microsoft.com/office/drawing/2014/main" id="{EDFB9A88-A1C7-4727-952C-D072E63FCE90}"/>
              </a:ext>
            </a:extLst>
          </p:cNvPr>
          <p:cNvSpPr>
            <a:spLocks xmlns:a="http://schemas.openxmlformats.org/drawingml/2006/main" noGrp="1"/>
          </p:cNvSpPr>
          <p:nvPr/>
        </p:nvSpPr>
        <p:spPr>
          <a:xfrm xmlns:a="http://schemas.openxmlformats.org/drawingml/2006/main">
            <a:off x="2990850" y="44767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40" name="hardware-table-text-4-1">
            <a:extLst xmlns:a="http://schemas.openxmlformats.org/drawingml/2006/main">
              <a:ext uri="{FF2B5EF4-FFF2-40B4-BE49-F238E27FC236}">
                <a16:creationId xmlns:a16="http://schemas.microsoft.com/office/drawing/2014/main" id="{2303308D-9807-42CE-B7B4-41095844029C}"/>
              </a:ext>
            </a:extLst>
          </p:cNvPr>
          <p:cNvSpPr>
            <a:spLocks xmlns:a="http://schemas.openxmlformats.org/drawingml/2006/main" noGrp="1"/>
          </p:cNvSpPr>
          <p:nvPr/>
        </p:nvSpPr>
        <p:spPr>
          <a:xfrm xmlns:a="http://schemas.openxmlformats.org/drawingml/2006/main">
            <a:off x="3105150" y="45529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1 motor controller</a:t>
            </a:r>
          </a:p>
        </p:txBody>
      </p:sp>
      <p:sp>
        <p:nvSpPr>
          <p:cNvPr id="41" name="hardware-table-cell-4-2">
            <a:extLst xmlns:a="http://schemas.openxmlformats.org/drawingml/2006/main">
              <a:ext uri="{FF2B5EF4-FFF2-40B4-BE49-F238E27FC236}">
                <a16:creationId xmlns:a16="http://schemas.microsoft.com/office/drawing/2014/main" id="{A2B7564F-58BC-4266-8EBF-68C75D4996A7}"/>
              </a:ext>
            </a:extLst>
          </p:cNvPr>
          <p:cNvSpPr>
            <a:spLocks xmlns:a="http://schemas.openxmlformats.org/drawingml/2006/main" noGrp="1"/>
          </p:cNvSpPr>
          <p:nvPr/>
        </p:nvSpPr>
        <p:spPr>
          <a:xfrm xmlns:a="http://schemas.openxmlformats.org/drawingml/2006/main">
            <a:off x="5372100" y="4476750"/>
            <a:ext cx="247650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42" name="hardware-table-text-4-2">
            <a:extLst xmlns:a="http://schemas.openxmlformats.org/drawingml/2006/main">
              <a:ext uri="{FF2B5EF4-FFF2-40B4-BE49-F238E27FC236}">
                <a16:creationId xmlns:a16="http://schemas.microsoft.com/office/drawing/2014/main" id="{2C935CBD-8249-40E4-B177-1CBF52DC7D83}"/>
              </a:ext>
            </a:extLst>
          </p:cNvPr>
          <p:cNvSpPr>
            <a:spLocks xmlns:a="http://schemas.openxmlformats.org/drawingml/2006/main" noGrp="1"/>
          </p:cNvSpPr>
          <p:nvPr/>
        </p:nvSpPr>
        <p:spPr>
          <a:xfrm xmlns:a="http://schemas.openxmlformats.org/drawingml/2006/main">
            <a:off x="5486400" y="45529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4</a:t>
            </a:r>
          </a:p>
        </p:txBody>
      </p:sp>
      <p:sp>
        <p:nvSpPr>
          <p:cNvPr id="45" name="hardware-table-cell-5-0">
            <a:extLst xmlns:a="http://schemas.openxmlformats.org/drawingml/2006/main">
              <a:ext uri="{FF2B5EF4-FFF2-40B4-BE49-F238E27FC236}">
                <a16:creationId xmlns:a16="http://schemas.microsoft.com/office/drawing/2014/main" id="{19E6A5FA-6300-4DA3-9016-EF8C49F0CEA5}"/>
              </a:ext>
            </a:extLst>
          </p:cNvPr>
          <p:cNvSpPr>
            <a:spLocks xmlns:a="http://schemas.openxmlformats.org/drawingml/2006/main" noGrp="1"/>
          </p:cNvSpPr>
          <p:nvPr/>
        </p:nvSpPr>
        <p:spPr>
          <a:xfrm xmlns:a="http://schemas.openxmlformats.org/drawingml/2006/main">
            <a:off x="609600" y="5200650"/>
            <a:ext cx="238125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46" name="hardware-table-text-5-0">
            <a:extLst xmlns:a="http://schemas.openxmlformats.org/drawingml/2006/main">
              <a:ext uri="{FF2B5EF4-FFF2-40B4-BE49-F238E27FC236}">
                <a16:creationId xmlns:a16="http://schemas.microsoft.com/office/drawing/2014/main" id="{80477EB4-8832-4FD6-B7B4-42C75405CFAC}"/>
              </a:ext>
            </a:extLst>
          </p:cNvPr>
          <p:cNvSpPr>
            <a:spLocks xmlns:a="http://schemas.openxmlformats.org/drawingml/2006/main" noGrp="1"/>
          </p:cNvSpPr>
          <p:nvPr/>
        </p:nvSpPr>
        <p:spPr>
          <a:xfrm xmlns:a="http://schemas.openxmlformats.org/drawingml/2006/main">
            <a:off x="723900" y="52768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Climber</a:t>
            </a:r>
          </a:p>
        </p:txBody>
      </p:sp>
      <p:sp>
        <p:nvSpPr>
          <p:cNvPr id="47" name="hardware-table-cell-5-1">
            <a:extLst xmlns:a="http://schemas.openxmlformats.org/drawingml/2006/main">
              <a:ext uri="{FF2B5EF4-FFF2-40B4-BE49-F238E27FC236}">
                <a16:creationId xmlns:a16="http://schemas.microsoft.com/office/drawing/2014/main" id="{84D09468-D468-4832-9E20-8DA3B7921BBE}"/>
              </a:ext>
            </a:extLst>
          </p:cNvPr>
          <p:cNvSpPr>
            <a:spLocks xmlns:a="http://schemas.openxmlformats.org/drawingml/2006/main" noGrp="1"/>
          </p:cNvSpPr>
          <p:nvPr/>
        </p:nvSpPr>
        <p:spPr>
          <a:xfrm xmlns:a="http://schemas.openxmlformats.org/drawingml/2006/main">
            <a:off x="2990850" y="5200650"/>
            <a:ext cx="238125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48" name="hardware-table-text-5-1">
            <a:extLst xmlns:a="http://schemas.openxmlformats.org/drawingml/2006/main">
              <a:ext uri="{FF2B5EF4-FFF2-40B4-BE49-F238E27FC236}">
                <a16:creationId xmlns:a16="http://schemas.microsoft.com/office/drawing/2014/main" id="{CBE5D07E-F41B-4453-BE23-7C782C0AE746}"/>
              </a:ext>
            </a:extLst>
          </p:cNvPr>
          <p:cNvSpPr>
            <a:spLocks xmlns:a="http://schemas.openxmlformats.org/drawingml/2006/main" noGrp="1"/>
          </p:cNvSpPr>
          <p:nvPr/>
        </p:nvSpPr>
        <p:spPr>
          <a:xfrm xmlns:a="http://schemas.openxmlformats.org/drawingml/2006/main">
            <a:off x="3105150" y="52768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CAN module and 2 valves</a:t>
            </a:r>
          </a:p>
        </p:txBody>
      </p:sp>
      <p:sp>
        <p:nvSpPr>
          <p:cNvPr id="49" name="hardware-table-cell-5-2">
            <a:extLst xmlns:a="http://schemas.openxmlformats.org/drawingml/2006/main">
              <a:ext uri="{FF2B5EF4-FFF2-40B4-BE49-F238E27FC236}">
                <a16:creationId xmlns:a16="http://schemas.microsoft.com/office/drawing/2014/main" id="{3EAB05C8-E4AA-4E21-922B-8A3FD3EE9FC0}"/>
              </a:ext>
            </a:extLst>
          </p:cNvPr>
          <p:cNvSpPr>
            <a:spLocks xmlns:a="http://schemas.openxmlformats.org/drawingml/2006/main" noGrp="1"/>
          </p:cNvSpPr>
          <p:nvPr/>
        </p:nvSpPr>
        <p:spPr>
          <a:xfrm xmlns:a="http://schemas.openxmlformats.org/drawingml/2006/main">
            <a:off x="5372100" y="5200650"/>
            <a:ext cx="247650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50" name="hardware-table-text-5-2">
            <a:extLst xmlns:a="http://schemas.openxmlformats.org/drawingml/2006/main">
              <a:ext uri="{FF2B5EF4-FFF2-40B4-BE49-F238E27FC236}">
                <a16:creationId xmlns:a16="http://schemas.microsoft.com/office/drawing/2014/main" id="{4ED71D25-0619-4138-828C-D357447AF1A9}"/>
              </a:ext>
            </a:extLst>
          </p:cNvPr>
          <p:cNvSpPr>
            <a:spLocks xmlns:a="http://schemas.openxmlformats.org/drawingml/2006/main" noGrp="1"/>
          </p:cNvSpPr>
          <p:nvPr/>
        </p:nvSpPr>
        <p:spPr>
          <a:xfrm xmlns:a="http://schemas.openxmlformats.org/drawingml/2006/main">
            <a:off x="5486400" y="527685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module 0; channels 0/1, 2/3</a:t>
            </a:r>
          </a:p>
        </p:txBody>
      </p:sp>
      <p:sp>
        <p:nvSpPr>
          <p:cNvPr id="53" name="footer-left">
            <a:extLst xmlns:a="http://schemas.openxmlformats.org/drawingml/2006/main">
              <a:ext uri="{FF2B5EF4-FFF2-40B4-BE49-F238E27FC236}">
                <a16:creationId xmlns:a16="http://schemas.microsoft.com/office/drawing/2014/main" id="{004FD0F5-181B-452F-BAF0-4BEF9CEDEF4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54" name="footer-number">
            <a:extLst xmlns:a="http://schemas.openxmlformats.org/drawingml/2006/main">
              <a:ext uri="{FF2B5EF4-FFF2-40B4-BE49-F238E27FC236}">
                <a16:creationId xmlns:a16="http://schemas.microsoft.com/office/drawing/2014/main" id="{15761F37-6636-4C42-AC49-A7B869527DD1}"/>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05</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3b5f10fe07d54c74"/>
          <a:stretch xmlns:a="http://schemas.openxmlformats.org/drawingml/2006/main"/>
        </p:blipFill>
        <p:spPr>
          <a:xfrm xmlns:a="http://schemas.openxmlformats.org/drawingml/2006/main">
            <a:off x="8096250" y="1986803"/>
            <a:ext cx="3143250" cy="2884394"/>
          </a:xfrm>
          <a:prstGeom xmlns:a="http://schemas.openxmlformats.org/drawingml/2006/main" prst="rect">
            <a:avLst/>
          </a:prstGeom>
        </p:spPr>
      </p:pic>
      <p:sp>
        <p:nvSpPr>
          <p:cNvPr id="57" name="pwm-header-highlight">
            <a:extLst xmlns:a="http://schemas.openxmlformats.org/drawingml/2006/main">
              <a:ext uri="{FF2B5EF4-FFF2-40B4-BE49-F238E27FC236}">
                <a16:creationId xmlns:a16="http://schemas.microsoft.com/office/drawing/2014/main" id="{B6E82571-C1FD-4B43-A119-174CB89E6350}"/>
              </a:ext>
            </a:extLst>
          </p:cNvPr>
          <p:cNvSpPr>
            <a:spLocks xmlns:a="http://schemas.openxmlformats.org/drawingml/2006/main" noGrp="1"/>
          </p:cNvSpPr>
          <p:nvPr/>
        </p:nvSpPr>
        <p:spPr>
          <a:xfrm xmlns:a="http://schemas.openxmlformats.org/drawingml/2006/main">
            <a:off x="10572750" y="2638425"/>
            <a:ext cx="314325" cy="169545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FFBE3D"/>
            </a:solidFill>
            <a:prstDash val="solid"/>
          </a:ln>
        </p:spPr>
      </p:sp>
      <p:sp>
        <p:nvSpPr>
          <p:cNvPr id="58" name="pwm-header-label">
            <a:extLst xmlns:a="http://schemas.openxmlformats.org/drawingml/2006/main">
              <a:ext uri="{FF2B5EF4-FFF2-40B4-BE49-F238E27FC236}">
                <a16:creationId xmlns:a16="http://schemas.microsoft.com/office/drawing/2014/main" id="{A0FA9A56-C417-4E54-B23D-398ADF0E2AB4}"/>
              </a:ext>
            </a:extLst>
          </p:cNvPr>
          <p:cNvSpPr>
            <a:spLocks xmlns:a="http://schemas.openxmlformats.org/drawingml/2006/main" noGrp="1"/>
          </p:cNvSpPr>
          <p:nvPr/>
        </p:nvSpPr>
        <p:spPr>
          <a:xfrm xmlns:a="http://schemas.openxmlformats.org/drawingml/2006/main">
            <a:off x="9382125" y="4591050"/>
            <a:ext cx="1857375" cy="381000"/>
          </a:xfrm>
          <a:prstGeom xmlns:a="http://schemas.openxmlformats.org/drawingml/2006/main" prst="roundRect">
            <a:avLst>
              <a:gd name="adj" fmla="val 20000"/>
            </a:avLst>
          </a:prstGeom>
          <a:solidFill xmlns:a="http://schemas.openxmlformats.org/drawingml/2006/main">
            <a:srgbClr val="162941"/>
          </a:solidFill>
          <a:ln xmlns:a="http://schemas.openxmlformats.org/drawingml/2006/main" w="14288">
            <a:solidFill>
              <a:srgbClr val="FFBE3D"/>
            </a:solidFill>
            <a:prstDash val="solid"/>
          </a:ln>
        </p:spPr>
        <p:txBody>
          <a:bodyPr xmlns:a="http://schemas.openxmlformats.org/drawingml/2006/main" lIns="38100" tIns="0" rIns="38100" bIns="0" anchor="ctr"/>
          <a:lstStyle xmlns:a="http://schemas.openxmlformats.org/drawingml/2006/main"/>
          <a:p xmlns:a="http://schemas.openxmlformats.org/drawingml/2006/main">
            <a:pPr algn="ctr">
              <a:buNone/>
              <a:defRPr sz="1125" b="1">
                <a:solidFill>
                  <a:srgbClr val="F4F7FB"/>
                </a:solidFill>
                <a:latin typeface="Aptos"/>
                <a:ea typeface="Aptos"/>
                <a:cs typeface="Aptos"/>
              </a:defRPr>
            </a:pPr>
            <a:r>
              <a:rPr sz="1125" b="1">
                <a:solidFill>
                  <a:srgbClr val="F4F7FB"/>
                </a:solidFill>
                <a:latin typeface="Aptos"/>
                <a:ea typeface="Aptos"/>
                <a:cs typeface="Aptos"/>
              </a:rPr>
              <a:t>2020 example: PWM ports</a:t>
            </a:r>
          </a:p>
        </p:txBody>
      </p:sp>
      <p:sp>
        <p:nvSpPr>
          <p:cNvPr id="59" name="roboRIO-image-credit">
            <a:extLst xmlns:a="http://schemas.openxmlformats.org/drawingml/2006/main">
              <a:ext uri="{FF2B5EF4-FFF2-40B4-BE49-F238E27FC236}">
                <a16:creationId xmlns:a16="http://schemas.microsoft.com/office/drawing/2014/main" id="{E71E8314-6DC0-40C4-B376-8156D2C82D32}"/>
              </a:ext>
            </a:extLst>
          </p:cNvPr>
          <p:cNvSpPr>
            <a:spLocks xmlns:a="http://schemas.openxmlformats.org/drawingml/2006/main" noGrp="1"/>
          </p:cNvSpPr>
          <p:nvPr/>
        </p:nvSpPr>
        <p:spPr>
          <a:xfrm xmlns:a="http://schemas.openxmlformats.org/drawingml/2006/main">
            <a:off x="8477250" y="5095875"/>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750">
                <a:solidFill>
                  <a:srgbClr val="5E7188"/>
                </a:solidFill>
                <a:latin typeface="Aptos"/>
                <a:ea typeface="Aptos"/>
                <a:cs typeface="Aptos"/>
              </a:defRPr>
            </a:pPr>
            <a:r>
              <a:rPr sz="750">
                <a:solidFill>
                  <a:srgbClr val="5E7188"/>
                </a:solidFill>
                <a:latin typeface="Aptos"/>
                <a:ea typeface="Aptos"/>
                <a:cs typeface="Aptos"/>
              </a:rPr>
              <a:t>NI roboRIO | WPILib documentation</a:t>
            </a:r>
          </a:p>
        </p:txBody>
      </p:sp>
    </p:spTree>
    <p:extLst>
      <p:ext uri="{BB962C8B-B14F-4D97-AF65-F5344CB8AC3E}">
        <p14:creationId xmlns:p14="http://schemas.microsoft.com/office/powerpoint/2010/main" val="492645688"/>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2226F70C-8AC6-4193-BA4B-1A78C1F5038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EC675548-2E7F-4EEA-A787-8CFD10C7885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Constants give each control point ID a useful name</a:t>
            </a:r>
          </a:p>
        </p:txBody>
      </p:sp>
      <p:sp>
        <p:nvSpPr>
          <p:cNvPr id="3" name="slide-subtitle">
            <a:extLst xmlns:a="http://schemas.openxmlformats.org/drawingml/2006/main">
              <a:ext uri="{FF2B5EF4-FFF2-40B4-BE49-F238E27FC236}">
                <a16:creationId xmlns:a16="http://schemas.microsoft.com/office/drawing/2014/main" id="{A79FA1B1-C0D7-4D9E-A8E8-72988763D1AE}"/>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Named constants tell a reader what each number controls and prevent unexplained numeric literals.</a:t>
            </a:r>
          </a:p>
        </p:txBody>
      </p:sp>
      <p:sp>
        <p:nvSpPr>
          <p:cNvPr id="4" name="title-rule">
            <a:extLst xmlns:a="http://schemas.openxmlformats.org/drawingml/2006/main">
              <a:ext uri="{FF2B5EF4-FFF2-40B4-BE49-F238E27FC236}">
                <a16:creationId xmlns:a16="http://schemas.microsoft.com/office/drawing/2014/main" id="{F38A7261-2132-4565-BDCA-6B5FC9FA69E8}"/>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rive-code-panel">
            <a:extLst xmlns:a="http://schemas.openxmlformats.org/drawingml/2006/main">
              <a:ext uri="{FF2B5EF4-FFF2-40B4-BE49-F238E27FC236}">
                <a16:creationId xmlns:a16="http://schemas.microsoft.com/office/drawing/2014/main" id="{2B715ACE-5F0B-4411-9391-9178163BC65A}"/>
              </a:ext>
            </a:extLst>
          </p:cNvPr>
          <p:cNvSpPr>
            <a:spLocks xmlns:a="http://schemas.openxmlformats.org/drawingml/2006/main" noGrp="1"/>
          </p:cNvSpPr>
          <p:nvPr/>
        </p:nvSpPr>
        <p:spPr>
          <a:xfrm xmlns:a="http://schemas.openxmlformats.org/drawingml/2006/main">
            <a:off x="609600" y="1828800"/>
            <a:ext cx="6096000" cy="4076700"/>
          </a:xfrm>
          <a:prstGeom xmlns:a="http://schemas.openxmlformats.org/drawingml/2006/main" prst="roundRect">
            <a:avLst>
              <a:gd name="adj" fmla="val 2804"/>
            </a:avLst>
          </a:prstGeom>
          <a:solidFill xmlns:a="http://schemas.openxmlformats.org/drawingml/2006/main">
            <a:srgbClr val="0C1727"/>
          </a:solidFill>
          <a:ln xmlns:a="http://schemas.openxmlformats.org/drawingml/2006/main" w="9525">
            <a:solidFill>
              <a:srgbClr val="2D425B"/>
            </a:solidFill>
            <a:prstDash val="solid"/>
          </a:ln>
        </p:spPr>
      </p:sp>
      <p:sp>
        <p:nvSpPr>
          <p:cNvPr id="6" name="drive-code-accent">
            <a:extLst xmlns:a="http://schemas.openxmlformats.org/drawingml/2006/main">
              <a:ext uri="{FF2B5EF4-FFF2-40B4-BE49-F238E27FC236}">
                <a16:creationId xmlns:a16="http://schemas.microsoft.com/office/drawing/2014/main" id="{C109C886-F043-441F-B6C6-2B4B0AD0B904}"/>
              </a:ext>
            </a:extLst>
          </p:cNvPr>
          <p:cNvSpPr>
            <a:spLocks xmlns:a="http://schemas.openxmlformats.org/drawingml/2006/main" noGrp="1"/>
          </p:cNvSpPr>
          <p:nvPr/>
        </p:nvSpPr>
        <p:spPr>
          <a:xfrm xmlns:a="http://schemas.openxmlformats.org/drawingml/2006/main">
            <a:off x="609600" y="1828800"/>
            <a:ext cx="57150" cy="4076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drive-code-title">
            <a:extLst xmlns:a="http://schemas.openxmlformats.org/drawingml/2006/main">
              <a:ext uri="{FF2B5EF4-FFF2-40B4-BE49-F238E27FC236}">
                <a16:creationId xmlns:a16="http://schemas.microsoft.com/office/drawing/2014/main" id="{8834B537-1098-4BC1-9187-06D1D767D062}"/>
              </a:ext>
            </a:extLst>
          </p:cNvPr>
          <p:cNvSpPr>
            <a:spLocks xmlns:a="http://schemas.openxmlformats.org/drawingml/2006/main" noGrp="1"/>
          </p:cNvSpPr>
          <p:nvPr/>
        </p:nvSpPr>
        <p:spPr>
          <a:xfrm xmlns:a="http://schemas.openxmlformats.org/drawingml/2006/main">
            <a:off x="838200" y="19621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Named hardware IDs in Constants</a:t>
            </a:r>
          </a:p>
        </p:txBody>
      </p:sp>
      <p:sp>
        <p:nvSpPr>
          <p:cNvPr id="8" name="drive-code-text">
            <a:extLst xmlns:a="http://schemas.openxmlformats.org/drawingml/2006/main">
              <a:ext uri="{FF2B5EF4-FFF2-40B4-BE49-F238E27FC236}">
                <a16:creationId xmlns:a16="http://schemas.microsoft.com/office/drawing/2014/main" id="{522324BF-7F22-42BB-BDD9-9EF278FF74CF}"/>
              </a:ext>
            </a:extLst>
          </p:cNvPr>
          <p:cNvSpPr>
            <a:spLocks xmlns:a="http://schemas.openxmlformats.org/drawingml/2006/main" noGrp="1"/>
          </p:cNvSpPr>
          <p:nvPr/>
        </p:nvSpPr>
        <p:spPr>
          <a:xfrm xmlns:a="http://schemas.openxmlformats.org/drawingml/2006/main">
            <a:off x="838200" y="2286000"/>
            <a:ext cx="56959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PWM_FRONT_LEFT_DRIVE   = 0</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PWM_BACK_LEFT_DRIVE    = 1</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PWM_FRONT_RIGHT_DRIVE  = 3</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PWM_BACK_RIGHT_DRIVE   = 2</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PWM_BELT               = 5</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PWM_ROLLER             = 4</a:t>
            </a:r>
          </a:p>
        </p:txBody>
      </p:sp>
      <p:sp>
        <p:nvSpPr>
          <p:cNvPr id="9" name="">
            <a:extLst xmlns:a="http://schemas.openxmlformats.org/drawingml/2006/main">
              <a:ext uri="{FF2B5EF4-FFF2-40B4-BE49-F238E27FC236}">
                <a16:creationId xmlns:a16="http://schemas.microsoft.com/office/drawing/2014/main" id="{94D9D3CB-5FEC-4EBB-9A3D-617ABFA7F1B8}"/>
              </a:ext>
            </a:extLst>
          </p:cNvPr>
          <p:cNvSpPr>
            <a:spLocks xmlns:a="http://schemas.openxmlformats.org/drawingml/2006/main" noGrp="1"/>
          </p:cNvSpPr>
          <p:nvPr/>
        </p:nvSpPr>
        <p:spPr>
          <a:xfrm xmlns:a="http://schemas.openxmlformats.org/drawingml/2006/main">
            <a:off x="7334250" y="20955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Constants</a:t>
            </a:r>
          </a:p>
        </p:txBody>
      </p:sp>
      <p:sp>
        <p:nvSpPr>
          <p:cNvPr id="10" name="">
            <a:extLst xmlns:a="http://schemas.openxmlformats.org/drawingml/2006/main">
              <a:ext uri="{FF2B5EF4-FFF2-40B4-BE49-F238E27FC236}">
                <a16:creationId xmlns:a16="http://schemas.microsoft.com/office/drawing/2014/main" id="{5CC71874-7161-4789-81CF-F07F3EBCBC42}"/>
              </a:ext>
            </a:extLst>
          </p:cNvPr>
          <p:cNvSpPr>
            <a:spLocks xmlns:a="http://schemas.openxmlformats.org/drawingml/2006/main" noGrp="1"/>
          </p:cNvSpPr>
          <p:nvPr/>
        </p:nvSpPr>
        <p:spPr>
          <a:xfrm xmlns:a="http://schemas.openxmlformats.org/drawingml/2006/main">
            <a:off x="7334250" y="24955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Names each ID</a:t>
            </a:r>
          </a:p>
        </p:txBody>
      </p:sp>
      <p:sp>
        <p:nvSpPr>
          <p:cNvPr id="11" name="">
            <a:extLst xmlns:a="http://schemas.openxmlformats.org/drawingml/2006/main">
              <a:ext uri="{FF2B5EF4-FFF2-40B4-BE49-F238E27FC236}">
                <a16:creationId xmlns:a16="http://schemas.microsoft.com/office/drawing/2014/main" id="{320F06CD-A2C0-47C0-89A0-DA94B11AAAB1}"/>
              </a:ext>
            </a:extLst>
          </p:cNvPr>
          <p:cNvSpPr>
            <a:spLocks xmlns:a="http://schemas.openxmlformats.org/drawingml/2006/main" noGrp="1"/>
          </p:cNvSpPr>
          <p:nvPr/>
        </p:nvSpPr>
        <p:spPr>
          <a:xfrm xmlns:a="http://schemas.openxmlformats.org/drawingml/2006/main">
            <a:off x="7334250" y="32194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Subsystem constructor</a:t>
            </a:r>
          </a:p>
        </p:txBody>
      </p:sp>
      <p:sp>
        <p:nvSpPr>
          <p:cNvPr id="12" name="">
            <a:extLst xmlns:a="http://schemas.openxmlformats.org/drawingml/2006/main">
              <a:ext uri="{FF2B5EF4-FFF2-40B4-BE49-F238E27FC236}">
                <a16:creationId xmlns:a16="http://schemas.microsoft.com/office/drawing/2014/main" id="{3B747D24-22C1-4F50-AC1B-2DE4C0F6AA68}"/>
              </a:ext>
            </a:extLst>
          </p:cNvPr>
          <p:cNvSpPr>
            <a:spLocks xmlns:a="http://schemas.openxmlformats.org/drawingml/2006/main" noGrp="1"/>
          </p:cNvSpPr>
          <p:nvPr/>
        </p:nvSpPr>
        <p:spPr>
          <a:xfrm xmlns:a="http://schemas.openxmlformats.org/drawingml/2006/main">
            <a:off x="7334250" y="36195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Creates device objects</a:t>
            </a:r>
          </a:p>
        </p:txBody>
      </p:sp>
      <p:sp>
        <p:nvSpPr>
          <p:cNvPr id="13" name="">
            <a:extLst xmlns:a="http://schemas.openxmlformats.org/drawingml/2006/main">
              <a:ext uri="{FF2B5EF4-FFF2-40B4-BE49-F238E27FC236}">
                <a16:creationId xmlns:a16="http://schemas.microsoft.com/office/drawing/2014/main" id="{1AD31822-DD05-4C7B-BA7D-2299AE5F255D}"/>
              </a:ext>
            </a:extLst>
          </p:cNvPr>
          <p:cNvSpPr>
            <a:spLocks xmlns:a="http://schemas.openxmlformats.org/drawingml/2006/main" noGrp="1"/>
          </p:cNvSpPr>
          <p:nvPr/>
        </p:nvSpPr>
        <p:spPr>
          <a:xfrm xmlns:a="http://schemas.openxmlformats.org/drawingml/2006/main">
            <a:off x="7334250" y="43434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B64D"/>
                </a:solidFill>
                <a:latin typeface="Aptos"/>
                <a:ea typeface="Aptos"/>
                <a:cs typeface="Aptos"/>
              </a:defRPr>
            </a:pPr>
            <a:r>
              <a:rPr sz="1650" b="1">
                <a:solidFill>
                  <a:srgbClr val="FFB64D"/>
                </a:solidFill>
                <a:latin typeface="Aptos"/>
                <a:ea typeface="Aptos"/>
                <a:cs typeface="Aptos"/>
              </a:rPr>
              <a:t>Subsystem method</a:t>
            </a:r>
          </a:p>
        </p:txBody>
      </p:sp>
      <p:sp>
        <p:nvSpPr>
          <p:cNvPr id="14" name="">
            <a:extLst xmlns:a="http://schemas.openxmlformats.org/drawingml/2006/main">
              <a:ext uri="{FF2B5EF4-FFF2-40B4-BE49-F238E27FC236}">
                <a16:creationId xmlns:a16="http://schemas.microsoft.com/office/drawing/2014/main" id="{78DB647B-43DF-46E5-8132-AC9713D5823A}"/>
              </a:ext>
            </a:extLst>
          </p:cNvPr>
          <p:cNvSpPr>
            <a:spLocks xmlns:a="http://schemas.openxmlformats.org/drawingml/2006/main" noGrp="1"/>
          </p:cNvSpPr>
          <p:nvPr/>
        </p:nvSpPr>
        <p:spPr>
          <a:xfrm xmlns:a="http://schemas.openxmlformats.org/drawingml/2006/main">
            <a:off x="7334250" y="47434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Uses owned objects</a:t>
            </a:r>
          </a:p>
        </p:txBody>
      </p:sp>
      <p:sp>
        <p:nvSpPr>
          <p:cNvPr id="15" name="footer-left">
            <a:extLst xmlns:a="http://schemas.openxmlformats.org/drawingml/2006/main">
              <a:ext uri="{FF2B5EF4-FFF2-40B4-BE49-F238E27FC236}">
                <a16:creationId xmlns:a16="http://schemas.microsoft.com/office/drawing/2014/main" id="{ACCD2178-227F-4C9C-B511-7FBB18D74E7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6" name="footer-number">
            <a:extLst xmlns:a="http://schemas.openxmlformats.org/drawingml/2006/main">
              <a:ext uri="{FF2B5EF4-FFF2-40B4-BE49-F238E27FC236}">
                <a16:creationId xmlns:a16="http://schemas.microsoft.com/office/drawing/2014/main" id="{B1B51E0B-89E8-4042-B443-14C5B03AC95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06</a:t>
            </a:r>
          </a:p>
        </p:txBody>
      </p:sp>
    </p:spTree>
    <p:extLst>
      <p:ext uri="{BB962C8B-B14F-4D97-AF65-F5344CB8AC3E}">
        <p14:creationId xmlns:p14="http://schemas.microsoft.com/office/powerpoint/2010/main" val="450564887"/>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43" name="section-label">
            <a:extLst xmlns:a="http://schemas.openxmlformats.org/drawingml/2006/main">
              <a:ext uri="{FF2B5EF4-FFF2-40B4-BE49-F238E27FC236}">
                <a16:creationId xmlns:a16="http://schemas.microsoft.com/office/drawing/2014/main" id="{E4FCE25D-270C-411A-B6F8-08CB06186644}"/>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A4955D7D-7F6E-4D72-A489-73635201640A}"/>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A subsystem uses each ID when it creates a device object</a:t>
            </a:r>
          </a:p>
        </p:txBody>
      </p:sp>
      <p:sp>
        <p:nvSpPr>
          <p:cNvPr id="3" name="slide-subtitle">
            <a:extLst xmlns:a="http://schemas.openxmlformats.org/drawingml/2006/main">
              <a:ext uri="{FF2B5EF4-FFF2-40B4-BE49-F238E27FC236}">
                <a16:creationId xmlns:a16="http://schemas.microsoft.com/office/drawing/2014/main" id="{5647BEC5-9E2D-436C-800A-4E5794E5758C}"/>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After construction, commands call subsystem methods. They do not need the hardware ID.</a:t>
            </a:r>
          </a:p>
        </p:txBody>
      </p:sp>
      <p:sp>
        <p:nvSpPr>
          <p:cNvPr id="4" name="title-rule">
            <a:extLst xmlns:a="http://schemas.openxmlformats.org/drawingml/2006/main">
              <a:ext uri="{FF2B5EF4-FFF2-40B4-BE49-F238E27FC236}">
                <a16:creationId xmlns:a16="http://schemas.microsoft.com/office/drawing/2014/main" id="{465D6A07-9204-41CD-B8B3-AC891FED547A}"/>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held-table-cell-0-0">
            <a:extLst xmlns:a="http://schemas.openxmlformats.org/drawingml/2006/main">
              <a:ext uri="{FF2B5EF4-FFF2-40B4-BE49-F238E27FC236}">
                <a16:creationId xmlns:a16="http://schemas.microsoft.com/office/drawing/2014/main" id="{612B6E6D-B4FC-4B7C-B4C0-72D072946C67}"/>
              </a:ext>
            </a:extLst>
          </p:cNvPr>
          <p:cNvSpPr>
            <a:spLocks xmlns:a="http://schemas.openxmlformats.org/drawingml/2006/main" noGrp="1"/>
          </p:cNvSpPr>
          <p:nvPr/>
        </p:nvSpPr>
        <p:spPr>
          <a:xfrm xmlns:a="http://schemas.openxmlformats.org/drawingml/2006/main">
            <a:off x="609600" y="1885950"/>
            <a:ext cx="180975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held-table-text-0-0">
            <a:extLst xmlns:a="http://schemas.openxmlformats.org/drawingml/2006/main">
              <a:ext uri="{FF2B5EF4-FFF2-40B4-BE49-F238E27FC236}">
                <a16:creationId xmlns:a16="http://schemas.microsoft.com/office/drawing/2014/main" id="{4D1112F2-30E1-4E20-8490-5D1B62565E19}"/>
              </a:ext>
            </a:extLst>
          </p:cNvPr>
          <p:cNvSpPr>
            <a:spLocks xmlns:a="http://schemas.openxmlformats.org/drawingml/2006/main" noGrp="1"/>
          </p:cNvSpPr>
          <p:nvPr/>
        </p:nvSpPr>
        <p:spPr>
          <a:xfrm xmlns:a="http://schemas.openxmlformats.org/drawingml/2006/main">
            <a:off x="723900" y="196215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Step</a:t>
            </a:r>
          </a:p>
        </p:txBody>
      </p:sp>
      <p:sp>
        <p:nvSpPr>
          <p:cNvPr id="7" name="held-table-cell-0-1">
            <a:extLst xmlns:a="http://schemas.openxmlformats.org/drawingml/2006/main">
              <a:ext uri="{FF2B5EF4-FFF2-40B4-BE49-F238E27FC236}">
                <a16:creationId xmlns:a16="http://schemas.microsoft.com/office/drawing/2014/main" id="{4377ED71-D4E9-4A7A-B3C0-57D4D7F5AA57}"/>
              </a:ext>
            </a:extLst>
          </p:cNvPr>
          <p:cNvSpPr>
            <a:spLocks xmlns:a="http://schemas.openxmlformats.org/drawingml/2006/main" noGrp="1"/>
          </p:cNvSpPr>
          <p:nvPr/>
        </p:nvSpPr>
        <p:spPr>
          <a:xfrm xmlns:a="http://schemas.openxmlformats.org/drawingml/2006/main">
            <a:off x="2419350" y="1885950"/>
            <a:ext cx="200025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held-table-text-0-1">
            <a:extLst xmlns:a="http://schemas.openxmlformats.org/drawingml/2006/main">
              <a:ext uri="{FF2B5EF4-FFF2-40B4-BE49-F238E27FC236}">
                <a16:creationId xmlns:a16="http://schemas.microsoft.com/office/drawing/2014/main" id="{217C789D-1139-4BD8-901A-A40E0E339781}"/>
              </a:ext>
            </a:extLst>
          </p:cNvPr>
          <p:cNvSpPr>
            <a:spLocks xmlns:a="http://schemas.openxmlformats.org/drawingml/2006/main" noGrp="1"/>
          </p:cNvSpPr>
          <p:nvPr/>
        </p:nvSpPr>
        <p:spPr>
          <a:xfrm xmlns:a="http://schemas.openxmlformats.org/drawingml/2006/main">
            <a:off x="2533650" y="196215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Drive example</a:t>
            </a:r>
          </a:p>
        </p:txBody>
      </p:sp>
      <p:sp>
        <p:nvSpPr>
          <p:cNvPr id="9" name="held-table-cell-0-2">
            <a:extLst xmlns:a="http://schemas.openxmlformats.org/drawingml/2006/main">
              <a:ext uri="{FF2B5EF4-FFF2-40B4-BE49-F238E27FC236}">
                <a16:creationId xmlns:a16="http://schemas.microsoft.com/office/drawing/2014/main" id="{6D5ACBB7-19E1-4408-BB1C-B228D8985C97}"/>
              </a:ext>
            </a:extLst>
          </p:cNvPr>
          <p:cNvSpPr>
            <a:spLocks xmlns:a="http://schemas.openxmlformats.org/drawingml/2006/main" noGrp="1"/>
          </p:cNvSpPr>
          <p:nvPr/>
        </p:nvSpPr>
        <p:spPr>
          <a:xfrm xmlns:a="http://schemas.openxmlformats.org/drawingml/2006/main">
            <a:off x="4419600" y="1885950"/>
            <a:ext cx="2857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held-table-text-0-2">
            <a:extLst xmlns:a="http://schemas.openxmlformats.org/drawingml/2006/main">
              <a:ext uri="{FF2B5EF4-FFF2-40B4-BE49-F238E27FC236}">
                <a16:creationId xmlns:a16="http://schemas.microsoft.com/office/drawing/2014/main" id="{E20C907C-6DC6-4956-A0FA-6D14132BD1BA}"/>
              </a:ext>
            </a:extLst>
          </p:cNvPr>
          <p:cNvSpPr>
            <a:spLocks xmlns:a="http://schemas.openxmlformats.org/drawingml/2006/main" noGrp="1"/>
          </p:cNvSpPr>
          <p:nvPr/>
        </p:nvSpPr>
        <p:spPr>
          <a:xfrm xmlns:a="http://schemas.openxmlformats.org/drawingml/2006/main">
            <a:off x="4533900" y="1962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Belt example</a:t>
            </a:r>
          </a:p>
        </p:txBody>
      </p:sp>
      <p:sp>
        <p:nvSpPr>
          <p:cNvPr id="11" name="held-table-cell-0-3">
            <a:extLst xmlns:a="http://schemas.openxmlformats.org/drawingml/2006/main">
              <a:ext uri="{FF2B5EF4-FFF2-40B4-BE49-F238E27FC236}">
                <a16:creationId xmlns:a16="http://schemas.microsoft.com/office/drawing/2014/main" id="{4C74E0B0-BC5B-4998-9FF9-7AFD4326CD4D}"/>
              </a:ext>
            </a:extLst>
          </p:cNvPr>
          <p:cNvSpPr>
            <a:spLocks xmlns:a="http://schemas.openxmlformats.org/drawingml/2006/main" noGrp="1"/>
          </p:cNvSpPr>
          <p:nvPr/>
        </p:nvSpPr>
        <p:spPr>
          <a:xfrm xmlns:a="http://schemas.openxmlformats.org/drawingml/2006/main">
            <a:off x="7277100" y="1885950"/>
            <a:ext cx="43053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2" name="held-table-text-0-3">
            <a:extLst xmlns:a="http://schemas.openxmlformats.org/drawingml/2006/main">
              <a:ext uri="{FF2B5EF4-FFF2-40B4-BE49-F238E27FC236}">
                <a16:creationId xmlns:a16="http://schemas.microsoft.com/office/drawing/2014/main" id="{BF8F735E-F4C5-49D8-976C-20D3B50BB74E}"/>
              </a:ext>
            </a:extLst>
          </p:cNvPr>
          <p:cNvSpPr>
            <a:spLocks xmlns:a="http://schemas.openxmlformats.org/drawingml/2006/main" noGrp="1"/>
          </p:cNvSpPr>
          <p:nvPr/>
        </p:nvSpPr>
        <p:spPr>
          <a:xfrm xmlns:a="http://schemas.openxmlformats.org/drawingml/2006/main">
            <a:off x="7391400" y="1962150"/>
            <a:ext cx="407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What the ID does</a:t>
            </a:r>
          </a:p>
        </p:txBody>
      </p:sp>
      <p:sp>
        <p:nvSpPr>
          <p:cNvPr id="13" name="held-table-cell-1-0">
            <a:extLst xmlns:a="http://schemas.openxmlformats.org/drawingml/2006/main">
              <a:ext uri="{FF2B5EF4-FFF2-40B4-BE49-F238E27FC236}">
                <a16:creationId xmlns:a16="http://schemas.microsoft.com/office/drawing/2014/main" id="{3D4B2E9B-9347-44B3-93F8-427989689E69}"/>
              </a:ext>
            </a:extLst>
          </p:cNvPr>
          <p:cNvSpPr>
            <a:spLocks xmlns:a="http://schemas.openxmlformats.org/drawingml/2006/main" noGrp="1"/>
          </p:cNvSpPr>
          <p:nvPr/>
        </p:nvSpPr>
        <p:spPr>
          <a:xfrm xmlns:a="http://schemas.openxmlformats.org/drawingml/2006/main">
            <a:off x="609600" y="2419350"/>
            <a:ext cx="18097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held-table-text-1-0">
            <a:extLst xmlns:a="http://schemas.openxmlformats.org/drawingml/2006/main">
              <a:ext uri="{FF2B5EF4-FFF2-40B4-BE49-F238E27FC236}">
                <a16:creationId xmlns:a16="http://schemas.microsoft.com/office/drawing/2014/main" id="{E7DFC77D-7374-43C3-94B6-8B28B2568847}"/>
              </a:ext>
            </a:extLst>
          </p:cNvPr>
          <p:cNvSpPr>
            <a:spLocks xmlns:a="http://schemas.openxmlformats.org/drawingml/2006/main" noGrp="1"/>
          </p:cNvSpPr>
          <p:nvPr/>
        </p:nvSpPr>
        <p:spPr>
          <a:xfrm xmlns:a="http://schemas.openxmlformats.org/drawingml/2006/main">
            <a:off x="723900" y="24955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Named ID</a:t>
            </a:r>
          </a:p>
        </p:txBody>
      </p:sp>
      <p:sp>
        <p:nvSpPr>
          <p:cNvPr id="15" name="held-table-cell-1-1">
            <a:extLst xmlns:a="http://schemas.openxmlformats.org/drawingml/2006/main">
              <a:ext uri="{FF2B5EF4-FFF2-40B4-BE49-F238E27FC236}">
                <a16:creationId xmlns:a16="http://schemas.microsoft.com/office/drawing/2014/main" id="{AA41A189-3228-4C5D-AF0F-5F9D59895323}"/>
              </a:ext>
            </a:extLst>
          </p:cNvPr>
          <p:cNvSpPr>
            <a:spLocks xmlns:a="http://schemas.openxmlformats.org/drawingml/2006/main" noGrp="1"/>
          </p:cNvSpPr>
          <p:nvPr/>
        </p:nvSpPr>
        <p:spPr>
          <a:xfrm xmlns:a="http://schemas.openxmlformats.org/drawingml/2006/main">
            <a:off x="2419350" y="2419350"/>
            <a:ext cx="20002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held-table-text-1-1">
            <a:extLst xmlns:a="http://schemas.openxmlformats.org/drawingml/2006/main">
              <a:ext uri="{FF2B5EF4-FFF2-40B4-BE49-F238E27FC236}">
                <a16:creationId xmlns:a16="http://schemas.microsoft.com/office/drawing/2014/main" id="{FE866565-58C8-4DAE-9DBE-FDD39AA94AA4}"/>
              </a:ext>
            </a:extLst>
          </p:cNvPr>
          <p:cNvSpPr>
            <a:spLocks xmlns:a="http://schemas.openxmlformats.org/drawingml/2006/main" noGrp="1"/>
          </p:cNvSpPr>
          <p:nvPr/>
        </p:nvSpPr>
        <p:spPr>
          <a:xfrm xmlns:a="http://schemas.openxmlformats.org/drawingml/2006/main">
            <a:off x="2533650" y="24955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PWM_FRONT_LEFT_
DRIVE</a:t>
            </a:r>
          </a:p>
        </p:txBody>
      </p:sp>
      <p:sp>
        <p:nvSpPr>
          <p:cNvPr id="17" name="held-table-cell-1-2">
            <a:extLst xmlns:a="http://schemas.openxmlformats.org/drawingml/2006/main">
              <a:ext uri="{FF2B5EF4-FFF2-40B4-BE49-F238E27FC236}">
                <a16:creationId xmlns:a16="http://schemas.microsoft.com/office/drawing/2014/main" id="{D3D5C92D-74BB-4AE9-BF5A-E6F7AA584DC7}"/>
              </a:ext>
            </a:extLst>
          </p:cNvPr>
          <p:cNvSpPr>
            <a:spLocks xmlns:a="http://schemas.openxmlformats.org/drawingml/2006/main" noGrp="1"/>
          </p:cNvSpPr>
          <p:nvPr/>
        </p:nvSpPr>
        <p:spPr>
          <a:xfrm xmlns:a="http://schemas.openxmlformats.org/drawingml/2006/main">
            <a:off x="4419600" y="2419350"/>
            <a:ext cx="28575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8" name="held-table-text-1-2">
            <a:extLst xmlns:a="http://schemas.openxmlformats.org/drawingml/2006/main">
              <a:ext uri="{FF2B5EF4-FFF2-40B4-BE49-F238E27FC236}">
                <a16:creationId xmlns:a16="http://schemas.microsoft.com/office/drawing/2014/main" id="{FA9B8AD7-ACF0-4861-BD01-DC5807DDB12C}"/>
              </a:ext>
            </a:extLst>
          </p:cNvPr>
          <p:cNvSpPr>
            <a:spLocks xmlns:a="http://schemas.openxmlformats.org/drawingml/2006/main" noGrp="1"/>
          </p:cNvSpPr>
          <p:nvPr/>
        </p:nvSpPr>
        <p:spPr>
          <a:xfrm xmlns:a="http://schemas.openxmlformats.org/drawingml/2006/main">
            <a:off x="4533900" y="24955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PWM_BELT</a:t>
            </a:r>
          </a:p>
        </p:txBody>
      </p:sp>
      <p:sp>
        <p:nvSpPr>
          <p:cNvPr id="19" name="held-table-cell-1-3">
            <a:extLst xmlns:a="http://schemas.openxmlformats.org/drawingml/2006/main">
              <a:ext uri="{FF2B5EF4-FFF2-40B4-BE49-F238E27FC236}">
                <a16:creationId xmlns:a16="http://schemas.microsoft.com/office/drawing/2014/main" id="{1067A8A4-963A-4B35-B252-FBC131860838}"/>
              </a:ext>
            </a:extLst>
          </p:cNvPr>
          <p:cNvSpPr>
            <a:spLocks xmlns:a="http://schemas.openxmlformats.org/drawingml/2006/main" noGrp="1"/>
          </p:cNvSpPr>
          <p:nvPr/>
        </p:nvSpPr>
        <p:spPr>
          <a:xfrm xmlns:a="http://schemas.openxmlformats.org/drawingml/2006/main">
            <a:off x="7277100" y="2419350"/>
            <a:ext cx="43053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0" name="held-table-text-1-3">
            <a:extLst xmlns:a="http://schemas.openxmlformats.org/drawingml/2006/main">
              <a:ext uri="{FF2B5EF4-FFF2-40B4-BE49-F238E27FC236}">
                <a16:creationId xmlns:a16="http://schemas.microsoft.com/office/drawing/2014/main" id="{D446120D-B8C2-493E-9093-67078B262588}"/>
              </a:ext>
            </a:extLst>
          </p:cNvPr>
          <p:cNvSpPr>
            <a:spLocks xmlns:a="http://schemas.openxmlformats.org/drawingml/2006/main" noGrp="1"/>
          </p:cNvSpPr>
          <p:nvPr/>
        </p:nvSpPr>
        <p:spPr>
          <a:xfrm xmlns:a="http://schemas.openxmlformats.org/drawingml/2006/main">
            <a:off x="7391400" y="24955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Selects control point</a:t>
            </a:r>
          </a:p>
        </p:txBody>
      </p:sp>
      <p:sp>
        <p:nvSpPr>
          <p:cNvPr id="21" name="held-table-cell-2-0">
            <a:extLst xmlns:a="http://schemas.openxmlformats.org/drawingml/2006/main">
              <a:ext uri="{FF2B5EF4-FFF2-40B4-BE49-F238E27FC236}">
                <a16:creationId xmlns:a16="http://schemas.microsoft.com/office/drawing/2014/main" id="{9BA8C3EE-CF28-4043-BF1F-67CC2E43B043}"/>
              </a:ext>
            </a:extLst>
          </p:cNvPr>
          <p:cNvSpPr>
            <a:spLocks xmlns:a="http://schemas.openxmlformats.org/drawingml/2006/main" noGrp="1"/>
          </p:cNvSpPr>
          <p:nvPr/>
        </p:nvSpPr>
        <p:spPr>
          <a:xfrm xmlns:a="http://schemas.openxmlformats.org/drawingml/2006/main">
            <a:off x="609600" y="3295650"/>
            <a:ext cx="180975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held-table-text-2-0">
            <a:extLst xmlns:a="http://schemas.openxmlformats.org/drawingml/2006/main">
              <a:ext uri="{FF2B5EF4-FFF2-40B4-BE49-F238E27FC236}">
                <a16:creationId xmlns:a16="http://schemas.microsoft.com/office/drawing/2014/main" id="{B6603208-9F55-47B6-B649-807EC6A20B23}"/>
              </a:ext>
            </a:extLst>
          </p:cNvPr>
          <p:cNvSpPr>
            <a:spLocks xmlns:a="http://schemas.openxmlformats.org/drawingml/2006/main" noGrp="1"/>
          </p:cNvSpPr>
          <p:nvPr/>
        </p:nvSpPr>
        <p:spPr>
          <a:xfrm xmlns:a="http://schemas.openxmlformats.org/drawingml/2006/main">
            <a:off x="723900" y="33718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Create object</a:t>
            </a:r>
          </a:p>
        </p:txBody>
      </p:sp>
      <p:sp>
        <p:nvSpPr>
          <p:cNvPr id="23" name="held-table-cell-2-1">
            <a:extLst xmlns:a="http://schemas.openxmlformats.org/drawingml/2006/main">
              <a:ext uri="{FF2B5EF4-FFF2-40B4-BE49-F238E27FC236}">
                <a16:creationId xmlns:a16="http://schemas.microsoft.com/office/drawing/2014/main" id="{778F21E1-DA33-4277-A219-04B2070D784A}"/>
              </a:ext>
            </a:extLst>
          </p:cNvPr>
          <p:cNvSpPr>
            <a:spLocks xmlns:a="http://schemas.openxmlformats.org/drawingml/2006/main" noGrp="1"/>
          </p:cNvSpPr>
          <p:nvPr/>
        </p:nvSpPr>
        <p:spPr>
          <a:xfrm xmlns:a="http://schemas.openxmlformats.org/drawingml/2006/main">
            <a:off x="2419350" y="3295650"/>
            <a:ext cx="200025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4" name="held-table-text-2-1">
            <a:extLst xmlns:a="http://schemas.openxmlformats.org/drawingml/2006/main">
              <a:ext uri="{FF2B5EF4-FFF2-40B4-BE49-F238E27FC236}">
                <a16:creationId xmlns:a16="http://schemas.microsoft.com/office/drawing/2014/main" id="{172202B7-F623-4FA0-8399-3249845F49E5}"/>
              </a:ext>
            </a:extLst>
          </p:cNvPr>
          <p:cNvSpPr>
            <a:spLocks xmlns:a="http://schemas.openxmlformats.org/drawingml/2006/main" noGrp="1"/>
          </p:cNvSpPr>
          <p:nvPr/>
        </p:nvSpPr>
        <p:spPr>
          <a:xfrm xmlns:a="http://schemas.openxmlformats.org/drawingml/2006/main">
            <a:off x="2533650" y="33718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new Talon(ID)</a:t>
            </a:r>
          </a:p>
        </p:txBody>
      </p:sp>
      <p:sp>
        <p:nvSpPr>
          <p:cNvPr id="25" name="held-table-cell-2-2">
            <a:extLst xmlns:a="http://schemas.openxmlformats.org/drawingml/2006/main">
              <a:ext uri="{FF2B5EF4-FFF2-40B4-BE49-F238E27FC236}">
                <a16:creationId xmlns:a16="http://schemas.microsoft.com/office/drawing/2014/main" id="{FD4B0990-DDC9-4B45-A4CC-A211A37E23E4}"/>
              </a:ext>
            </a:extLst>
          </p:cNvPr>
          <p:cNvSpPr>
            <a:spLocks xmlns:a="http://schemas.openxmlformats.org/drawingml/2006/main" noGrp="1"/>
          </p:cNvSpPr>
          <p:nvPr/>
        </p:nvSpPr>
        <p:spPr>
          <a:xfrm xmlns:a="http://schemas.openxmlformats.org/drawingml/2006/main">
            <a:off x="4419600" y="3295650"/>
            <a:ext cx="285750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6" name="held-table-text-2-2">
            <a:extLst xmlns:a="http://schemas.openxmlformats.org/drawingml/2006/main">
              <a:ext uri="{FF2B5EF4-FFF2-40B4-BE49-F238E27FC236}">
                <a16:creationId xmlns:a16="http://schemas.microsoft.com/office/drawing/2014/main" id="{B69DF735-F0B2-45C0-9E84-1A5E627161CA}"/>
              </a:ext>
            </a:extLst>
          </p:cNvPr>
          <p:cNvSpPr>
            <a:spLocks xmlns:a="http://schemas.openxmlformats.org/drawingml/2006/main" noGrp="1"/>
          </p:cNvSpPr>
          <p:nvPr/>
        </p:nvSpPr>
        <p:spPr>
          <a:xfrm xmlns:a="http://schemas.openxmlformats.org/drawingml/2006/main">
            <a:off x="4533900" y="33718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new Talon(ID)</a:t>
            </a:r>
          </a:p>
        </p:txBody>
      </p:sp>
      <p:sp>
        <p:nvSpPr>
          <p:cNvPr id="27" name="held-table-cell-2-3">
            <a:extLst xmlns:a="http://schemas.openxmlformats.org/drawingml/2006/main">
              <a:ext uri="{FF2B5EF4-FFF2-40B4-BE49-F238E27FC236}">
                <a16:creationId xmlns:a16="http://schemas.microsoft.com/office/drawing/2014/main" id="{37B70818-25B0-4069-950B-21D3DA8D19DA}"/>
              </a:ext>
            </a:extLst>
          </p:cNvPr>
          <p:cNvSpPr>
            <a:spLocks xmlns:a="http://schemas.openxmlformats.org/drawingml/2006/main" noGrp="1"/>
          </p:cNvSpPr>
          <p:nvPr/>
        </p:nvSpPr>
        <p:spPr>
          <a:xfrm xmlns:a="http://schemas.openxmlformats.org/drawingml/2006/main">
            <a:off x="7277100" y="3295650"/>
            <a:ext cx="430530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8" name="held-table-text-2-3">
            <a:extLst xmlns:a="http://schemas.openxmlformats.org/drawingml/2006/main">
              <a:ext uri="{FF2B5EF4-FFF2-40B4-BE49-F238E27FC236}">
                <a16:creationId xmlns:a16="http://schemas.microsoft.com/office/drawing/2014/main" id="{7599E073-135B-4819-9EE5-F493CDB0241C}"/>
              </a:ext>
            </a:extLst>
          </p:cNvPr>
          <p:cNvSpPr>
            <a:spLocks xmlns:a="http://schemas.openxmlformats.org/drawingml/2006/main" noGrp="1"/>
          </p:cNvSpPr>
          <p:nvPr/>
        </p:nvSpPr>
        <p:spPr>
          <a:xfrm xmlns:a="http://schemas.openxmlformats.org/drawingml/2006/main">
            <a:off x="7391400" y="33718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Connects software object</a:t>
            </a:r>
          </a:p>
        </p:txBody>
      </p:sp>
      <p:sp>
        <p:nvSpPr>
          <p:cNvPr id="29" name="held-table-cell-3-0">
            <a:extLst xmlns:a="http://schemas.openxmlformats.org/drawingml/2006/main">
              <a:ext uri="{FF2B5EF4-FFF2-40B4-BE49-F238E27FC236}">
                <a16:creationId xmlns:a16="http://schemas.microsoft.com/office/drawing/2014/main" id="{C7768ABE-4DF8-4203-B296-2B0FA8CE1B88}"/>
              </a:ext>
            </a:extLst>
          </p:cNvPr>
          <p:cNvSpPr>
            <a:spLocks xmlns:a="http://schemas.openxmlformats.org/drawingml/2006/main" noGrp="1"/>
          </p:cNvSpPr>
          <p:nvPr/>
        </p:nvSpPr>
        <p:spPr>
          <a:xfrm xmlns:a="http://schemas.openxmlformats.org/drawingml/2006/main">
            <a:off x="609600" y="4171950"/>
            <a:ext cx="18097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0" name="held-table-text-3-0">
            <a:extLst xmlns:a="http://schemas.openxmlformats.org/drawingml/2006/main">
              <a:ext uri="{FF2B5EF4-FFF2-40B4-BE49-F238E27FC236}">
                <a16:creationId xmlns:a16="http://schemas.microsoft.com/office/drawing/2014/main" id="{8C8900C2-8F30-414C-A1FB-B804ABD4D8E8}"/>
              </a:ext>
            </a:extLst>
          </p:cNvPr>
          <p:cNvSpPr>
            <a:spLocks xmlns:a="http://schemas.openxmlformats.org/drawingml/2006/main" noGrp="1"/>
          </p:cNvSpPr>
          <p:nvPr/>
        </p:nvSpPr>
        <p:spPr>
          <a:xfrm xmlns:a="http://schemas.openxmlformats.org/drawingml/2006/main">
            <a:off x="723900" y="42481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Run mechanism</a:t>
            </a:r>
          </a:p>
        </p:txBody>
      </p:sp>
      <p:sp>
        <p:nvSpPr>
          <p:cNvPr id="31" name="held-table-cell-3-1">
            <a:extLst xmlns:a="http://schemas.openxmlformats.org/drawingml/2006/main">
              <a:ext uri="{FF2B5EF4-FFF2-40B4-BE49-F238E27FC236}">
                <a16:creationId xmlns:a16="http://schemas.microsoft.com/office/drawing/2014/main" id="{AFAD78BA-A2B1-438C-AF2D-9CC476B9D444}"/>
              </a:ext>
            </a:extLst>
          </p:cNvPr>
          <p:cNvSpPr>
            <a:spLocks xmlns:a="http://schemas.openxmlformats.org/drawingml/2006/main" noGrp="1"/>
          </p:cNvSpPr>
          <p:nvPr/>
        </p:nvSpPr>
        <p:spPr>
          <a:xfrm xmlns:a="http://schemas.openxmlformats.org/drawingml/2006/main">
            <a:off x="2419350" y="4171950"/>
            <a:ext cx="20002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2" name="held-table-text-3-1">
            <a:extLst xmlns:a="http://schemas.openxmlformats.org/drawingml/2006/main">
              <a:ext uri="{FF2B5EF4-FFF2-40B4-BE49-F238E27FC236}">
                <a16:creationId xmlns:a16="http://schemas.microsoft.com/office/drawing/2014/main" id="{3683C9FC-E1DD-4531-9D10-03597BBE26C4}"/>
              </a:ext>
            </a:extLst>
          </p:cNvPr>
          <p:cNvSpPr>
            <a:spLocks xmlns:a="http://schemas.openxmlformats.org/drawingml/2006/main" noGrp="1"/>
          </p:cNvSpPr>
          <p:nvPr/>
        </p:nvSpPr>
        <p:spPr>
          <a:xfrm xmlns:a="http://schemas.openxmlformats.org/drawingml/2006/main">
            <a:off x="2533650" y="42481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drive(left, right)</a:t>
            </a:r>
          </a:p>
        </p:txBody>
      </p:sp>
      <p:sp>
        <p:nvSpPr>
          <p:cNvPr id="33" name="held-table-cell-3-2">
            <a:extLst xmlns:a="http://schemas.openxmlformats.org/drawingml/2006/main">
              <a:ext uri="{FF2B5EF4-FFF2-40B4-BE49-F238E27FC236}">
                <a16:creationId xmlns:a16="http://schemas.microsoft.com/office/drawing/2014/main" id="{BDA31B48-68DE-4FCC-A181-55704FDF1216}"/>
              </a:ext>
            </a:extLst>
          </p:cNvPr>
          <p:cNvSpPr>
            <a:spLocks xmlns:a="http://schemas.openxmlformats.org/drawingml/2006/main" noGrp="1"/>
          </p:cNvSpPr>
          <p:nvPr/>
        </p:nvSpPr>
        <p:spPr>
          <a:xfrm xmlns:a="http://schemas.openxmlformats.org/drawingml/2006/main">
            <a:off x="4419600" y="4171950"/>
            <a:ext cx="28575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4" name="held-table-text-3-2">
            <a:extLst xmlns:a="http://schemas.openxmlformats.org/drawingml/2006/main">
              <a:ext uri="{FF2B5EF4-FFF2-40B4-BE49-F238E27FC236}">
                <a16:creationId xmlns:a16="http://schemas.microsoft.com/office/drawing/2014/main" id="{408E3A11-CBAC-4D6E-B665-091AFC33A5E1}"/>
              </a:ext>
            </a:extLst>
          </p:cNvPr>
          <p:cNvSpPr>
            <a:spLocks xmlns:a="http://schemas.openxmlformats.org/drawingml/2006/main" noGrp="1"/>
          </p:cNvSpPr>
          <p:nvPr/>
        </p:nvSpPr>
        <p:spPr>
          <a:xfrm xmlns:a="http://schemas.openxmlformats.org/drawingml/2006/main">
            <a:off x="4533900" y="42481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run(speed)</a:t>
            </a:r>
          </a:p>
        </p:txBody>
      </p:sp>
      <p:sp>
        <p:nvSpPr>
          <p:cNvPr id="35" name="held-table-cell-3-3">
            <a:extLst xmlns:a="http://schemas.openxmlformats.org/drawingml/2006/main">
              <a:ext uri="{FF2B5EF4-FFF2-40B4-BE49-F238E27FC236}">
                <a16:creationId xmlns:a16="http://schemas.microsoft.com/office/drawing/2014/main" id="{5D18C96D-184C-4A20-94D6-AD77210777C4}"/>
              </a:ext>
            </a:extLst>
          </p:cNvPr>
          <p:cNvSpPr>
            <a:spLocks xmlns:a="http://schemas.openxmlformats.org/drawingml/2006/main" noGrp="1"/>
          </p:cNvSpPr>
          <p:nvPr/>
        </p:nvSpPr>
        <p:spPr>
          <a:xfrm xmlns:a="http://schemas.openxmlformats.org/drawingml/2006/main">
            <a:off x="7277100" y="4171950"/>
            <a:ext cx="43053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6" name="held-table-text-3-3">
            <a:extLst xmlns:a="http://schemas.openxmlformats.org/drawingml/2006/main">
              <a:ext uri="{FF2B5EF4-FFF2-40B4-BE49-F238E27FC236}">
                <a16:creationId xmlns:a16="http://schemas.microsoft.com/office/drawing/2014/main" id="{6E47D6AF-3A1D-4AEC-8257-5E724D79DC97}"/>
              </a:ext>
            </a:extLst>
          </p:cNvPr>
          <p:cNvSpPr>
            <a:spLocks xmlns:a="http://schemas.openxmlformats.org/drawingml/2006/main" noGrp="1"/>
          </p:cNvSpPr>
          <p:nvPr/>
        </p:nvSpPr>
        <p:spPr>
          <a:xfrm xmlns:a="http://schemas.openxmlformats.org/drawingml/2006/main">
            <a:off x="7391400" y="42481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Uses stored object</a:t>
            </a:r>
          </a:p>
        </p:txBody>
      </p:sp>
      <p:sp>
        <p:nvSpPr>
          <p:cNvPr id="37" name="held-pattern-panel">
            <a:extLst xmlns:a="http://schemas.openxmlformats.org/drawingml/2006/main">
              <a:ext uri="{FF2B5EF4-FFF2-40B4-BE49-F238E27FC236}">
                <a16:creationId xmlns:a16="http://schemas.microsoft.com/office/drawing/2014/main" id="{ABF20861-0D03-40C1-9DB3-9D8026D70B49}"/>
              </a:ext>
            </a:extLst>
          </p:cNvPr>
          <p:cNvSpPr>
            <a:spLocks xmlns:a="http://schemas.openxmlformats.org/drawingml/2006/main" noGrp="1"/>
          </p:cNvSpPr>
          <p:nvPr/>
        </p:nvSpPr>
        <p:spPr>
          <a:xfrm xmlns:a="http://schemas.openxmlformats.org/drawingml/2006/main">
            <a:off x="2343150" y="4991100"/>
            <a:ext cx="7505700" cy="1200150"/>
          </a:xfrm>
          <a:prstGeom xmlns:a="http://schemas.openxmlformats.org/drawingml/2006/main" prst="roundRect">
            <a:avLst>
              <a:gd name="adj" fmla="val 9524"/>
            </a:avLst>
          </a:prstGeom>
          <a:solidFill xmlns:a="http://schemas.openxmlformats.org/drawingml/2006/main">
            <a:srgbClr val="0C1727"/>
          </a:solidFill>
          <a:ln xmlns:a="http://schemas.openxmlformats.org/drawingml/2006/main" w="9525">
            <a:solidFill>
              <a:srgbClr val="2D425B"/>
            </a:solidFill>
            <a:prstDash val="solid"/>
          </a:ln>
        </p:spPr>
      </p:sp>
      <p:sp>
        <p:nvSpPr>
          <p:cNvPr id="38" name="held-pattern-accent">
            <a:extLst xmlns:a="http://schemas.openxmlformats.org/drawingml/2006/main">
              <a:ext uri="{FF2B5EF4-FFF2-40B4-BE49-F238E27FC236}">
                <a16:creationId xmlns:a16="http://schemas.microsoft.com/office/drawing/2014/main" id="{8CF8DAA8-3B64-4B09-8FD2-4DC9E84D7707}"/>
              </a:ext>
            </a:extLst>
          </p:cNvPr>
          <p:cNvSpPr>
            <a:spLocks xmlns:a="http://schemas.openxmlformats.org/drawingml/2006/main" noGrp="1"/>
          </p:cNvSpPr>
          <p:nvPr/>
        </p:nvSpPr>
        <p:spPr>
          <a:xfrm xmlns:a="http://schemas.openxmlformats.org/drawingml/2006/main">
            <a:off x="2343150" y="4991100"/>
            <a:ext cx="57150" cy="120015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39" name="held-pattern-title">
            <a:extLst xmlns:a="http://schemas.openxmlformats.org/drawingml/2006/main">
              <a:ext uri="{FF2B5EF4-FFF2-40B4-BE49-F238E27FC236}">
                <a16:creationId xmlns:a16="http://schemas.microsoft.com/office/drawing/2014/main" id="{995348AA-9DD5-4CC7-AAB0-E60C74F51B0F}"/>
              </a:ext>
            </a:extLst>
          </p:cNvPr>
          <p:cNvSpPr>
            <a:spLocks xmlns:a="http://schemas.openxmlformats.org/drawingml/2006/main" noGrp="1"/>
          </p:cNvSpPr>
          <p:nvPr/>
        </p:nvSpPr>
        <p:spPr>
          <a:xfrm xmlns:a="http://schemas.openxmlformats.org/drawingml/2006/main">
            <a:off x="2571750" y="5124450"/>
            <a:ext cx="710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ID TO ACTION</a:t>
            </a:r>
          </a:p>
        </p:txBody>
      </p:sp>
      <p:sp>
        <p:nvSpPr>
          <p:cNvPr id="40" name="held-pattern-text">
            <a:extLst xmlns:a="http://schemas.openxmlformats.org/drawingml/2006/main">
              <a:ext uri="{FF2B5EF4-FFF2-40B4-BE49-F238E27FC236}">
                <a16:creationId xmlns:a16="http://schemas.microsoft.com/office/drawing/2014/main" id="{D8CC0642-8DD0-42F5-BF5D-54480F46536B}"/>
              </a:ext>
            </a:extLst>
          </p:cNvPr>
          <p:cNvSpPr>
            <a:spLocks xmlns:a="http://schemas.openxmlformats.org/drawingml/2006/main" noGrp="1"/>
          </p:cNvSpPr>
          <p:nvPr/>
        </p:nvSpPr>
        <p:spPr>
          <a:xfrm xmlns:a="http://schemas.openxmlformats.org/drawingml/2006/main">
            <a:off x="2571750" y="5448300"/>
            <a:ext cx="7105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named ID  -&gt; constructor  -&gt; device object  -&gt; subsystem method  -&gt; hardware output</a:t>
            </a:r>
          </a:p>
        </p:txBody>
      </p:sp>
      <p:sp>
        <p:nvSpPr>
          <p:cNvPr id="41" name="footer-left">
            <a:extLst xmlns:a="http://schemas.openxmlformats.org/drawingml/2006/main">
              <a:ext uri="{FF2B5EF4-FFF2-40B4-BE49-F238E27FC236}">
                <a16:creationId xmlns:a16="http://schemas.microsoft.com/office/drawing/2014/main" id="{94115B8A-D5A0-4429-AF4E-A754C50F448F}"/>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42" name="footer-number">
            <a:extLst xmlns:a="http://schemas.openxmlformats.org/drawingml/2006/main">
              <a:ext uri="{FF2B5EF4-FFF2-40B4-BE49-F238E27FC236}">
                <a16:creationId xmlns:a16="http://schemas.microsoft.com/office/drawing/2014/main" id="{305A034F-0958-41D6-9E0B-291304A107B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07</a:t>
            </a:r>
          </a:p>
        </p:txBody>
      </p:sp>
    </p:spTree>
    <p:extLst>
      <p:ext uri="{BB962C8B-B14F-4D97-AF65-F5344CB8AC3E}">
        <p14:creationId xmlns:p14="http://schemas.microsoft.com/office/powerpoint/2010/main" val="1599146829"/>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23804CE4-0C2E-4711-BEED-6B96ACCC7F5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6DD6D136-C7F6-4B8A-9010-E3F1D892B1BB}"/>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climber uses IDs for its pneumatic module and output channels</a:t>
            </a:r>
          </a:p>
        </p:txBody>
      </p:sp>
      <p:sp>
        <p:nvSpPr>
          <p:cNvPr id="3" name="slide-subtitle">
            <a:extLst xmlns:a="http://schemas.openxmlformats.org/drawingml/2006/main">
              <a:ext uri="{FF2B5EF4-FFF2-40B4-BE49-F238E27FC236}">
                <a16:creationId xmlns:a16="http://schemas.microsoft.com/office/drawing/2014/main" id="{1B042098-7923-4B53-A5B5-9E41601D887F}"/>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Module ID 0 selects the PCM; channel IDs select the left and right valve outputs.</a:t>
            </a:r>
          </a:p>
        </p:txBody>
      </p:sp>
      <p:sp>
        <p:nvSpPr>
          <p:cNvPr id="4" name="title-rule">
            <a:extLst xmlns:a="http://schemas.openxmlformats.org/drawingml/2006/main">
              <a:ext uri="{FF2B5EF4-FFF2-40B4-BE49-F238E27FC236}">
                <a16:creationId xmlns:a16="http://schemas.microsoft.com/office/drawing/2014/main" id="{32A6F104-FE71-4F12-8113-4C36AF604A3C}"/>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climber-command-panel">
            <a:extLst xmlns:a="http://schemas.openxmlformats.org/drawingml/2006/main">
              <a:ext uri="{FF2B5EF4-FFF2-40B4-BE49-F238E27FC236}">
                <a16:creationId xmlns:a16="http://schemas.microsoft.com/office/drawing/2014/main" id="{2E405B21-EE5F-4C28-82CE-1B50DA86C1AA}"/>
              </a:ext>
            </a:extLst>
          </p:cNvPr>
          <p:cNvSpPr>
            <a:spLocks xmlns:a="http://schemas.openxmlformats.org/drawingml/2006/main" noGrp="1"/>
          </p:cNvSpPr>
          <p:nvPr/>
        </p:nvSpPr>
        <p:spPr>
          <a:xfrm xmlns:a="http://schemas.openxmlformats.org/drawingml/2006/main">
            <a:off x="609600" y="1924050"/>
            <a:ext cx="4953000" cy="3028950"/>
          </a:xfrm>
          <a:prstGeom xmlns:a="http://schemas.openxmlformats.org/drawingml/2006/main" prst="roundRect">
            <a:avLst>
              <a:gd name="adj" fmla="val 3774"/>
            </a:avLst>
          </a:prstGeom>
          <a:solidFill xmlns:a="http://schemas.openxmlformats.org/drawingml/2006/main">
            <a:srgbClr val="0C1727"/>
          </a:solidFill>
          <a:ln xmlns:a="http://schemas.openxmlformats.org/drawingml/2006/main" w="9525">
            <a:solidFill>
              <a:srgbClr val="2D425B"/>
            </a:solidFill>
            <a:prstDash val="solid"/>
          </a:ln>
        </p:spPr>
      </p:sp>
      <p:sp>
        <p:nvSpPr>
          <p:cNvPr id="6" name="climber-command-accent">
            <a:extLst xmlns:a="http://schemas.openxmlformats.org/drawingml/2006/main">
              <a:ext uri="{FF2B5EF4-FFF2-40B4-BE49-F238E27FC236}">
                <a16:creationId xmlns:a16="http://schemas.microsoft.com/office/drawing/2014/main" id="{DE33761D-0E14-49AE-900B-E1C061DA45F0}"/>
              </a:ext>
            </a:extLst>
          </p:cNvPr>
          <p:cNvSpPr>
            <a:spLocks xmlns:a="http://schemas.openxmlformats.org/drawingml/2006/main" noGrp="1"/>
          </p:cNvSpPr>
          <p:nvPr/>
        </p:nvSpPr>
        <p:spPr>
          <a:xfrm xmlns:a="http://schemas.openxmlformats.org/drawingml/2006/main">
            <a:off x="609600" y="1924050"/>
            <a:ext cx="57150" cy="30289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7" name="climber-command-title">
            <a:extLst xmlns:a="http://schemas.openxmlformats.org/drawingml/2006/main">
              <a:ext uri="{FF2B5EF4-FFF2-40B4-BE49-F238E27FC236}">
                <a16:creationId xmlns:a16="http://schemas.microsoft.com/office/drawing/2014/main" id="{FB9F4AC4-B3CB-45D4-AEDC-F074089B80A3}"/>
              </a:ext>
            </a:extLst>
          </p:cNvPr>
          <p:cNvSpPr>
            <a:spLocks xmlns:a="http://schemas.openxmlformats.org/drawingml/2006/main" noGrp="1"/>
          </p:cNvSpPr>
          <p:nvPr/>
        </p:nvSpPr>
        <p:spPr>
          <a:xfrm xmlns:a="http://schemas.openxmlformats.org/drawingml/2006/main">
            <a:off x="838200" y="2057400"/>
            <a:ext cx="455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FFB64D"/>
                </a:solidFill>
                <a:latin typeface="Consolas"/>
                <a:ea typeface="Consolas"/>
                <a:cs typeface="Consolas"/>
              </a:defRPr>
            </a:pPr>
            <a:r>
              <a:rPr sz="1125" b="1">
                <a:solidFill>
                  <a:srgbClr val="FFB64D"/>
                </a:solidFill>
                <a:latin typeface="Consolas"/>
                <a:ea typeface="Consolas"/>
                <a:cs typeface="Consolas"/>
              </a:rPr>
              <a:t>Climber control point IDs</a:t>
            </a:r>
          </a:p>
        </p:txBody>
      </p:sp>
      <p:sp>
        <p:nvSpPr>
          <p:cNvPr id="8" name="climber-command-text">
            <a:extLst xmlns:a="http://schemas.openxmlformats.org/drawingml/2006/main">
              <a:ext uri="{FF2B5EF4-FFF2-40B4-BE49-F238E27FC236}">
                <a16:creationId xmlns:a16="http://schemas.microsoft.com/office/drawing/2014/main" id="{B3AEF23D-1673-4D9A-B5BF-1DAB408DF853}"/>
              </a:ext>
            </a:extLst>
          </p:cNvPr>
          <p:cNvSpPr>
            <a:spLocks xmlns:a="http://schemas.openxmlformats.org/drawingml/2006/main" noGrp="1"/>
          </p:cNvSpPr>
          <p:nvPr/>
        </p:nvSpPr>
        <p:spPr>
          <a:xfrm xmlns:a="http://schemas.openxmlformats.org/drawingml/2006/main">
            <a:off x="838200" y="2381250"/>
            <a:ext cx="45529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PCM module ID 0</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channel IDs 0/1  -&gt;  left valve</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channel IDs 2/3  -&gt;  right valve</a:t>
            </a:r>
          </a:p>
          <a:p xmlns:a="http://schemas.openxmlformats.org/drawingml/2006/main">
            <a:r>
              <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The module ID selects the PCM.</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The channel IDs select its outputs.</a:t>
            </a:r>
          </a:p>
        </p:txBody>
      </p:sp>
      <p:sp>
        <p:nvSpPr>
          <p:cNvPr id="9" name="">
            <a:extLst xmlns:a="http://schemas.openxmlformats.org/drawingml/2006/main">
              <a:ext uri="{FF2B5EF4-FFF2-40B4-BE49-F238E27FC236}">
                <a16:creationId xmlns:a16="http://schemas.microsoft.com/office/drawing/2014/main" id="{ECCE702E-50AA-4E66-97C5-940F3ADD9899}"/>
              </a:ext>
            </a:extLst>
          </p:cNvPr>
          <p:cNvSpPr>
            <a:spLocks xmlns:a="http://schemas.openxmlformats.org/drawingml/2006/main" noGrp="1"/>
          </p:cNvSpPr>
          <p:nvPr/>
        </p:nvSpPr>
        <p:spPr>
          <a:xfrm xmlns:a="http://schemas.openxmlformats.org/drawingml/2006/main">
            <a:off x="6229350" y="20764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4F7FB"/>
                </a:solidFill>
                <a:latin typeface="Aptos"/>
                <a:ea typeface="Aptos"/>
                <a:cs typeface="Aptos"/>
              </a:defRPr>
            </a:pPr>
            <a:r>
              <a:rPr sz="2025" b="1">
                <a:solidFill>
                  <a:srgbClr val="F4F7FB"/>
                </a:solidFill>
                <a:latin typeface="Aptos"/>
                <a:ea typeface="Aptos"/>
                <a:cs typeface="Aptos"/>
              </a:rPr>
              <a:t>State transition</a:t>
            </a:r>
          </a:p>
        </p:txBody>
      </p:sp>
      <p:sp>
        <p:nvSpPr>
          <p:cNvPr id="10" name="retracted">
            <a:extLst xmlns:a="http://schemas.openxmlformats.org/drawingml/2006/main">
              <a:ext uri="{FF2B5EF4-FFF2-40B4-BE49-F238E27FC236}">
                <a16:creationId xmlns:a16="http://schemas.microsoft.com/office/drawing/2014/main" id="{06725329-7245-4CEF-9779-5B966EE8586F}"/>
              </a:ext>
            </a:extLst>
          </p:cNvPr>
          <p:cNvSpPr>
            <a:spLocks xmlns:a="http://schemas.openxmlformats.org/drawingml/2006/main" noGrp="1"/>
          </p:cNvSpPr>
          <p:nvPr/>
        </p:nvSpPr>
        <p:spPr>
          <a:xfrm xmlns:a="http://schemas.openxmlformats.org/drawingml/2006/main">
            <a:off x="6381750" y="2857500"/>
            <a:ext cx="2000250" cy="914400"/>
          </a:xfrm>
          <a:prstGeom xmlns:a="http://schemas.openxmlformats.org/drawingml/2006/main" prst="roundRect">
            <a:avLst>
              <a:gd name="adj" fmla="val 14583"/>
            </a:avLst>
          </a:prstGeom>
          <a:solidFill xmlns:a="http://schemas.openxmlformats.org/drawingml/2006/main">
            <a:srgbClr val="101E31"/>
          </a:solidFill>
          <a:ln xmlns:a="http://schemas.openxmlformats.org/drawingml/2006/main" w="9525">
            <a:solidFill>
              <a:srgbClr val="42C6FF"/>
            </a:solidFill>
            <a:prstDash val="solid"/>
          </a:ln>
        </p:spPr>
      </p:sp>
      <p:sp>
        <p:nvSpPr>
          <p:cNvPr id="11" name="">
            <a:extLst xmlns:a="http://schemas.openxmlformats.org/drawingml/2006/main">
              <a:ext uri="{FF2B5EF4-FFF2-40B4-BE49-F238E27FC236}">
                <a16:creationId xmlns:a16="http://schemas.microsoft.com/office/drawing/2014/main" id="{017D4A34-7EA3-4DAF-A8E0-F200D346B2BC}"/>
              </a:ext>
            </a:extLst>
          </p:cNvPr>
          <p:cNvSpPr>
            <a:spLocks xmlns:a="http://schemas.openxmlformats.org/drawingml/2006/main" noGrp="1"/>
          </p:cNvSpPr>
          <p:nvPr/>
        </p:nvSpPr>
        <p:spPr>
          <a:xfrm xmlns:a="http://schemas.openxmlformats.org/drawingml/2006/main">
            <a:off x="6629400" y="31432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42C6FF"/>
                </a:solidFill>
                <a:latin typeface="Aptos"/>
                <a:ea typeface="Aptos"/>
                <a:cs typeface="Aptos"/>
              </a:defRPr>
            </a:pPr>
            <a:r>
              <a:rPr sz="1800" b="1">
                <a:solidFill>
                  <a:srgbClr val="42C6FF"/>
                </a:solidFill>
                <a:latin typeface="Aptos"/>
                <a:ea typeface="Aptos"/>
                <a:cs typeface="Aptos"/>
              </a:rPr>
              <a:t>Retracted</a:t>
            </a:r>
          </a:p>
        </p:txBody>
      </p:sp>
      <p:sp>
        <p:nvSpPr>
          <p:cNvPr id="12" name="">
            <a:extLst xmlns:a="http://schemas.openxmlformats.org/drawingml/2006/main">
              <a:ext uri="{FF2B5EF4-FFF2-40B4-BE49-F238E27FC236}">
                <a16:creationId xmlns:a16="http://schemas.microsoft.com/office/drawing/2014/main" id="{07D417DB-A950-476A-A3AB-0858B905641E}"/>
              </a:ext>
            </a:extLst>
          </p:cNvPr>
          <p:cNvSpPr>
            <a:spLocks xmlns:a="http://schemas.openxmlformats.org/drawingml/2006/main" noGrp="1"/>
          </p:cNvSpPr>
          <p:nvPr/>
        </p:nvSpPr>
        <p:spPr>
          <a:xfrm xmlns:a="http://schemas.openxmlformats.org/drawingml/2006/main">
            <a:off x="8572500" y="30861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250" b="1">
                <a:solidFill>
                  <a:srgbClr val="FFB64D"/>
                </a:solidFill>
                <a:latin typeface="Aptos"/>
                <a:ea typeface="Aptos"/>
                <a:cs typeface="Aptos"/>
              </a:defRPr>
            </a:pPr>
            <a:r>
              <a:rPr sz="2250" b="1">
                <a:solidFill>
                  <a:srgbClr val="FFB64D"/>
                </a:solidFill>
                <a:latin typeface="Aptos"/>
                <a:ea typeface="Aptos"/>
                <a:cs typeface="Aptos"/>
              </a:rPr>
              <a:t>⇄</a:t>
            </a:r>
          </a:p>
        </p:txBody>
      </p:sp>
      <p:sp>
        <p:nvSpPr>
          <p:cNvPr id="13" name="extended">
            <a:extLst xmlns:a="http://schemas.openxmlformats.org/drawingml/2006/main">
              <a:ext uri="{FF2B5EF4-FFF2-40B4-BE49-F238E27FC236}">
                <a16:creationId xmlns:a16="http://schemas.microsoft.com/office/drawing/2014/main" id="{FA3A52C7-9E53-4B16-834D-9812268013FA}"/>
              </a:ext>
            </a:extLst>
          </p:cNvPr>
          <p:cNvSpPr>
            <a:spLocks xmlns:a="http://schemas.openxmlformats.org/drawingml/2006/main" noGrp="1"/>
          </p:cNvSpPr>
          <p:nvPr/>
        </p:nvSpPr>
        <p:spPr>
          <a:xfrm xmlns:a="http://schemas.openxmlformats.org/drawingml/2006/main">
            <a:off x="9410700" y="2857500"/>
            <a:ext cx="2000250" cy="914400"/>
          </a:xfrm>
          <a:prstGeom xmlns:a="http://schemas.openxmlformats.org/drawingml/2006/main" prst="roundRect">
            <a:avLst>
              <a:gd name="adj" fmla="val 14583"/>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DCC7C917-04E5-49C2-96AC-7D4C58F881EF}"/>
              </a:ext>
            </a:extLst>
          </p:cNvPr>
          <p:cNvSpPr>
            <a:spLocks xmlns:a="http://schemas.openxmlformats.org/drawingml/2006/main" noGrp="1"/>
          </p:cNvSpPr>
          <p:nvPr/>
        </p:nvSpPr>
        <p:spPr>
          <a:xfrm xmlns:a="http://schemas.openxmlformats.org/drawingml/2006/main">
            <a:off x="9658350" y="31432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62D48A"/>
                </a:solidFill>
                <a:latin typeface="Aptos"/>
                <a:ea typeface="Aptos"/>
                <a:cs typeface="Aptos"/>
              </a:defRPr>
            </a:pPr>
            <a:r>
              <a:rPr sz="1800" b="1">
                <a:solidFill>
                  <a:srgbClr val="62D48A"/>
                </a:solidFill>
                <a:latin typeface="Aptos"/>
                <a:ea typeface="Aptos"/>
                <a:cs typeface="Aptos"/>
              </a:rPr>
              <a:t>Extended</a:t>
            </a:r>
          </a:p>
        </p:txBody>
      </p:sp>
      <p:sp>
        <p:nvSpPr>
          <p:cNvPr id="15" name="">
            <a:extLst xmlns:a="http://schemas.openxmlformats.org/drawingml/2006/main">
              <a:ext uri="{FF2B5EF4-FFF2-40B4-BE49-F238E27FC236}">
                <a16:creationId xmlns:a16="http://schemas.microsoft.com/office/drawing/2014/main" id="{49B895A1-41EF-4C75-9541-CF2827C39DE5}"/>
              </a:ext>
            </a:extLst>
          </p:cNvPr>
          <p:cNvSpPr>
            <a:spLocks xmlns:a="http://schemas.openxmlformats.org/drawingml/2006/main" noGrp="1"/>
          </p:cNvSpPr>
          <p:nvPr/>
        </p:nvSpPr>
        <p:spPr>
          <a:xfrm xmlns:a="http://schemas.openxmlformats.org/drawingml/2006/main">
            <a:off x="6229350" y="4438650"/>
            <a:ext cx="5181600" cy="1066800"/>
          </a:xfrm>
          <a:prstGeom xmlns:a="http://schemas.openxmlformats.org/drawingml/2006/main" prst="roundRect">
            <a:avLst>
              <a:gd name="adj" fmla="val 10714"/>
            </a:avLst>
          </a:prstGeom>
          <a:solidFill xmlns:a="http://schemas.openxmlformats.org/drawingml/2006/main">
            <a:srgbClr val="162941"/>
          </a:solidFill>
          <a:ln xmlns:a="http://schemas.openxmlformats.org/drawingml/2006/main" w="9525">
            <a:solidFill>
              <a:srgbClr val="FFB64D"/>
            </a:solidFill>
            <a:prstDash val="solid"/>
          </a:ln>
        </p:spPr>
      </p:sp>
      <p:sp>
        <p:nvSpPr>
          <p:cNvPr id="16" name="">
            <a:extLst xmlns:a="http://schemas.openxmlformats.org/drawingml/2006/main">
              <a:ext uri="{FF2B5EF4-FFF2-40B4-BE49-F238E27FC236}">
                <a16:creationId xmlns:a16="http://schemas.microsoft.com/office/drawing/2014/main" id="{E181F09B-AD18-4CAD-AD7D-3AAD8851DFDC}"/>
              </a:ext>
            </a:extLst>
          </p:cNvPr>
          <p:cNvSpPr>
            <a:spLocks xmlns:a="http://schemas.openxmlformats.org/drawingml/2006/main" noGrp="1"/>
          </p:cNvSpPr>
          <p:nvPr/>
        </p:nvSpPr>
        <p:spPr>
          <a:xfrm xmlns:a="http://schemas.openxmlformats.org/drawingml/2006/main">
            <a:off x="64770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Startup assumption</a:t>
            </a:r>
          </a:p>
        </p:txBody>
      </p:sp>
      <p:sp>
        <p:nvSpPr>
          <p:cNvPr id="17" name="">
            <a:extLst xmlns:a="http://schemas.openxmlformats.org/drawingml/2006/main">
              <a:ext uri="{FF2B5EF4-FFF2-40B4-BE49-F238E27FC236}">
                <a16:creationId xmlns:a16="http://schemas.microsoft.com/office/drawing/2014/main" id="{0FDCB721-C61A-449D-9859-BD90F0B50EFA}"/>
              </a:ext>
            </a:extLst>
          </p:cNvPr>
          <p:cNvSpPr>
            <a:spLocks xmlns:a="http://schemas.openxmlformats.org/drawingml/2006/main" noGrp="1"/>
          </p:cNvSpPr>
          <p:nvPr/>
        </p:nvSpPr>
        <p:spPr>
          <a:xfrm xmlns:a="http://schemas.openxmlformats.org/drawingml/2006/main">
            <a:off x="6477000" y="4991100"/>
            <a:ext cx="462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F4F7FB"/>
                </a:solidFill>
                <a:latin typeface="Aptos"/>
                <a:ea typeface="Aptos"/>
                <a:cs typeface="Aptos"/>
              </a:defRPr>
            </a:pPr>
            <a:r>
              <a:rPr sz="1350" b="0">
                <a:solidFill>
                  <a:srgbClr val="F4F7FB"/>
                </a:solidFill>
                <a:latin typeface="Aptos"/>
                <a:ea typeface="Aptos"/>
                <a:cs typeface="Aptos"/>
              </a:rPr>
              <a:t>The code starts with armsExtended = false. The physical arms must begin retracted.</a:t>
            </a:r>
          </a:p>
        </p:txBody>
      </p:sp>
      <p:sp>
        <p:nvSpPr>
          <p:cNvPr id="18" name="footer-left">
            <a:extLst xmlns:a="http://schemas.openxmlformats.org/drawingml/2006/main">
              <a:ext uri="{FF2B5EF4-FFF2-40B4-BE49-F238E27FC236}">
                <a16:creationId xmlns:a16="http://schemas.microsoft.com/office/drawing/2014/main" id="{816F9F98-B1A5-453A-8C60-9B090580AC6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9" name="footer-number">
            <a:extLst xmlns:a="http://schemas.openxmlformats.org/drawingml/2006/main">
              <a:ext uri="{FF2B5EF4-FFF2-40B4-BE49-F238E27FC236}">
                <a16:creationId xmlns:a16="http://schemas.microsoft.com/office/drawing/2014/main" id="{97552D68-DC7B-4359-ACDD-8488FF48909A}"/>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08</a:t>
            </a:r>
          </a:p>
        </p:txBody>
      </p:sp>
    </p:spTree>
    <p:extLst>
      <p:ext uri="{BB962C8B-B14F-4D97-AF65-F5344CB8AC3E}">
        <p14:creationId xmlns:p14="http://schemas.microsoft.com/office/powerpoint/2010/main" val="603091148"/>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B24DB374-6C07-4362-9FC7-2476C9E6CDE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0D681DA6-E408-4CCF-9B4A-AC37B4DF76B8}"/>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Software gives each hardware piece one owner and one control path</a:t>
            </a:r>
          </a:p>
        </p:txBody>
      </p:sp>
      <p:sp>
        <p:nvSpPr>
          <p:cNvPr id="3" name="slide-subtitle">
            <a:extLst xmlns:a="http://schemas.openxmlformats.org/drawingml/2006/main">
              <a:ext uri="{FF2B5EF4-FFF2-40B4-BE49-F238E27FC236}">
                <a16:creationId xmlns:a16="http://schemas.microsoft.com/office/drawing/2014/main" id="{BA2A3396-EB74-4B95-8B73-64E4A9BCCE0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RobotContainer creates subsystems and command instances, then connects controller inputs to commands.</a:t>
            </a:r>
          </a:p>
        </p:txBody>
      </p:sp>
      <p:sp>
        <p:nvSpPr>
          <p:cNvPr id="4" name="title-rule">
            <a:extLst xmlns:a="http://schemas.openxmlformats.org/drawingml/2006/main">
              <a:ext uri="{FF2B5EF4-FFF2-40B4-BE49-F238E27FC236}">
                <a16:creationId xmlns:a16="http://schemas.microsoft.com/office/drawing/2014/main" id="{E8000023-3791-46DE-83AA-B539182C6A6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ayer-0">
            <a:extLst xmlns:a="http://schemas.openxmlformats.org/drawingml/2006/main">
              <a:ext uri="{FF2B5EF4-FFF2-40B4-BE49-F238E27FC236}">
                <a16:creationId xmlns:a16="http://schemas.microsoft.com/office/drawing/2014/main" id="{66D249D3-2432-4ADF-86A6-01A36826B1FA}"/>
              </a:ext>
            </a:extLst>
          </p:cNvPr>
          <p:cNvSpPr>
            <a:spLocks xmlns:a="http://schemas.openxmlformats.org/drawingml/2006/main" noGrp="1"/>
          </p:cNvSpPr>
          <p:nvPr/>
        </p:nvSpPr>
        <p:spPr>
          <a:xfrm xmlns:a="http://schemas.openxmlformats.org/drawingml/2006/main">
            <a:off x="609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FFB64D"/>
            </a:solidFill>
            <a:prstDash val="solid"/>
          </a:ln>
        </p:spPr>
      </p:sp>
      <p:sp>
        <p:nvSpPr>
          <p:cNvPr id="6" name="layer-1">
            <a:extLst xmlns:a="http://schemas.openxmlformats.org/drawingml/2006/main">
              <a:ext uri="{FF2B5EF4-FFF2-40B4-BE49-F238E27FC236}">
                <a16:creationId xmlns:a16="http://schemas.microsoft.com/office/drawing/2014/main" id="{EFFDCADA-846E-497F-AB5F-7721B0537BB6}"/>
              </a:ext>
            </a:extLst>
          </p:cNvPr>
          <p:cNvSpPr>
            <a:spLocks xmlns:a="http://schemas.openxmlformats.org/drawingml/2006/main" noGrp="1"/>
          </p:cNvSpPr>
          <p:nvPr/>
        </p:nvSpPr>
        <p:spPr>
          <a:xfrm xmlns:a="http://schemas.openxmlformats.org/drawingml/2006/main">
            <a:off x="28003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7" name="layer-2">
            <a:extLst xmlns:a="http://schemas.openxmlformats.org/drawingml/2006/main">
              <a:ext uri="{FF2B5EF4-FFF2-40B4-BE49-F238E27FC236}">
                <a16:creationId xmlns:a16="http://schemas.microsoft.com/office/drawing/2014/main" id="{98B48D6F-3334-45BF-81FB-7E74E77254FB}"/>
              </a:ext>
            </a:extLst>
          </p:cNvPr>
          <p:cNvSpPr>
            <a:spLocks xmlns:a="http://schemas.openxmlformats.org/drawingml/2006/main" noGrp="1"/>
          </p:cNvSpPr>
          <p:nvPr/>
        </p:nvSpPr>
        <p:spPr>
          <a:xfrm xmlns:a="http://schemas.openxmlformats.org/drawingml/2006/main">
            <a:off x="49911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8" name="layer-3">
            <a:extLst xmlns:a="http://schemas.openxmlformats.org/drawingml/2006/main">
              <a:ext uri="{FF2B5EF4-FFF2-40B4-BE49-F238E27FC236}">
                <a16:creationId xmlns:a16="http://schemas.microsoft.com/office/drawing/2014/main" id="{45EB9CE4-6ACB-4E79-A545-B5506FBB2A75}"/>
              </a:ext>
            </a:extLst>
          </p:cNvPr>
          <p:cNvSpPr>
            <a:spLocks xmlns:a="http://schemas.openxmlformats.org/drawingml/2006/main" noGrp="1"/>
          </p:cNvSpPr>
          <p:nvPr/>
        </p:nvSpPr>
        <p:spPr>
          <a:xfrm xmlns:a="http://schemas.openxmlformats.org/drawingml/2006/main">
            <a:off x="71818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9" name="layer-4">
            <a:extLst xmlns:a="http://schemas.openxmlformats.org/drawingml/2006/main">
              <a:ext uri="{FF2B5EF4-FFF2-40B4-BE49-F238E27FC236}">
                <a16:creationId xmlns:a16="http://schemas.microsoft.com/office/drawing/2014/main" id="{E51159AA-54CD-44A8-A4E8-5F41B635DEEE}"/>
              </a:ext>
            </a:extLst>
          </p:cNvPr>
          <p:cNvSpPr>
            <a:spLocks xmlns:a="http://schemas.openxmlformats.org/drawingml/2006/main" noGrp="1"/>
          </p:cNvSpPr>
          <p:nvPr/>
        </p:nvSpPr>
        <p:spPr>
          <a:xfrm xmlns:a="http://schemas.openxmlformats.org/drawingml/2006/main">
            <a:off x="9372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62D48A"/>
            </a:solidFill>
            <a:prstDash val="solid"/>
          </a:ln>
        </p:spPr>
      </p:sp>
      <p:cxnSp>
        <p:nvCxnSpPr>
          <p:cNvPr id="198" name=""/>
          <p:cNvCxnSpPr>
            <a:stCxn xmlns:a="http://schemas.openxmlformats.org/drawingml/2006/main" id="5" idx="3"/>
            <a:endCxn xmlns:a="http://schemas.openxmlformats.org/drawingml/2006/main" id="6" idx="1"/>
          </p:cNvCxnSpPr>
          <p:nvPr/>
        </p:nvCxnSpPr>
        <p:spPr>
          <a:xfrm xmlns:a="http://schemas.openxmlformats.org/drawingml/2006/main">
            <a:off x="24955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99" name=""/>
          <p:cNvCxnSpPr>
            <a:stCxn xmlns:a="http://schemas.openxmlformats.org/drawingml/2006/main" id="6" idx="3"/>
            <a:endCxn xmlns:a="http://schemas.openxmlformats.org/drawingml/2006/main" id="7" idx="1"/>
          </p:cNvCxnSpPr>
          <p:nvPr/>
        </p:nvCxnSpPr>
        <p:spPr>
          <a:xfrm xmlns:a="http://schemas.openxmlformats.org/drawingml/2006/main">
            <a:off x="46863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0" name=""/>
          <p:cNvCxnSpPr>
            <a:stCxn xmlns:a="http://schemas.openxmlformats.org/drawingml/2006/main" id="7" idx="3"/>
            <a:endCxn xmlns:a="http://schemas.openxmlformats.org/drawingml/2006/main" id="8" idx="1"/>
          </p:cNvCxnSpPr>
          <p:nvPr/>
        </p:nvCxnSpPr>
        <p:spPr>
          <a:xfrm xmlns:a="http://schemas.openxmlformats.org/drawingml/2006/main">
            <a:off x="68770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1" name=""/>
          <p:cNvCxnSpPr>
            <a:stCxn xmlns:a="http://schemas.openxmlformats.org/drawingml/2006/main" id="8" idx="3"/>
            <a:endCxn xmlns:a="http://schemas.openxmlformats.org/drawingml/2006/main" id="9" idx="1"/>
          </p:cNvCxnSpPr>
          <p:nvPr/>
        </p:nvCxnSpPr>
        <p:spPr>
          <a:xfrm xmlns:a="http://schemas.openxmlformats.org/drawingml/2006/main">
            <a:off x="90678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4" name="">
            <a:extLst xmlns:a="http://schemas.openxmlformats.org/drawingml/2006/main">
              <a:ext uri="{FF2B5EF4-FFF2-40B4-BE49-F238E27FC236}">
                <a16:creationId xmlns:a16="http://schemas.microsoft.com/office/drawing/2014/main" id="{B120038E-8AB1-47DB-B65C-77446EEDC9D0}"/>
              </a:ext>
            </a:extLst>
          </p:cNvPr>
          <p:cNvSpPr>
            <a:spLocks xmlns:a="http://schemas.openxmlformats.org/drawingml/2006/main" noGrp="1"/>
          </p:cNvSpPr>
          <p:nvPr/>
        </p:nvSpPr>
        <p:spPr>
          <a:xfrm xmlns:a="http://schemas.openxmlformats.org/drawingml/2006/main">
            <a:off x="781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BC157FB7-8EEC-44F8-AA74-013E202FC44A}"/>
              </a:ext>
            </a:extLst>
          </p:cNvPr>
          <p:cNvSpPr>
            <a:spLocks xmlns:a="http://schemas.openxmlformats.org/drawingml/2006/main" noGrp="1"/>
          </p:cNvSpPr>
          <p:nvPr/>
        </p:nvSpPr>
        <p:spPr>
          <a:xfrm xmlns:a="http://schemas.openxmlformats.org/drawingml/2006/main">
            <a:off x="781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Controllers</a:t>
            </a:r>
          </a:p>
        </p:txBody>
      </p:sp>
      <p:sp>
        <p:nvSpPr>
          <p:cNvPr id="16" name="">
            <a:extLst xmlns:a="http://schemas.openxmlformats.org/drawingml/2006/main">
              <a:ext uri="{FF2B5EF4-FFF2-40B4-BE49-F238E27FC236}">
                <a16:creationId xmlns:a16="http://schemas.microsoft.com/office/drawing/2014/main" id="{F4C6C23D-D900-4B0D-9029-7293117D3121}"/>
              </a:ext>
            </a:extLst>
          </p:cNvPr>
          <p:cNvSpPr>
            <a:spLocks xmlns:a="http://schemas.openxmlformats.org/drawingml/2006/main" noGrp="1"/>
          </p:cNvSpPr>
          <p:nvPr/>
        </p:nvSpPr>
        <p:spPr>
          <a:xfrm xmlns:a="http://schemas.openxmlformats.org/drawingml/2006/main">
            <a:off x="781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Axes and buttons</a:t>
            </a:r>
          </a:p>
        </p:txBody>
      </p:sp>
      <p:sp>
        <p:nvSpPr>
          <p:cNvPr id="17" name="">
            <a:extLst xmlns:a="http://schemas.openxmlformats.org/drawingml/2006/main">
              <a:ext uri="{FF2B5EF4-FFF2-40B4-BE49-F238E27FC236}">
                <a16:creationId xmlns:a16="http://schemas.microsoft.com/office/drawing/2014/main" id="{EC74DCD4-DA49-4921-941E-FFEA5744CB96}"/>
              </a:ext>
            </a:extLst>
          </p:cNvPr>
          <p:cNvSpPr>
            <a:spLocks xmlns:a="http://schemas.openxmlformats.org/drawingml/2006/main" noGrp="1"/>
          </p:cNvSpPr>
          <p:nvPr/>
        </p:nvSpPr>
        <p:spPr>
          <a:xfrm xmlns:a="http://schemas.openxmlformats.org/drawingml/2006/main">
            <a:off x="29718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5BC79FAB-D810-48A1-9A84-31FE26106FE9}"/>
              </a:ext>
            </a:extLst>
          </p:cNvPr>
          <p:cNvSpPr>
            <a:spLocks xmlns:a="http://schemas.openxmlformats.org/drawingml/2006/main" noGrp="1"/>
          </p:cNvSpPr>
          <p:nvPr/>
        </p:nvSpPr>
        <p:spPr>
          <a:xfrm xmlns:a="http://schemas.openxmlformats.org/drawingml/2006/main">
            <a:off x="29718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RobotContainer</a:t>
            </a:r>
          </a:p>
        </p:txBody>
      </p:sp>
      <p:sp>
        <p:nvSpPr>
          <p:cNvPr id="19" name="">
            <a:extLst xmlns:a="http://schemas.openxmlformats.org/drawingml/2006/main">
              <a:ext uri="{FF2B5EF4-FFF2-40B4-BE49-F238E27FC236}">
                <a16:creationId xmlns:a16="http://schemas.microsoft.com/office/drawing/2014/main" id="{BEFB9313-30FA-4610-B987-C70A2F9B78E0}"/>
              </a:ext>
            </a:extLst>
          </p:cNvPr>
          <p:cNvSpPr>
            <a:spLocks xmlns:a="http://schemas.openxmlformats.org/drawingml/2006/main" noGrp="1"/>
          </p:cNvSpPr>
          <p:nvPr/>
        </p:nvSpPr>
        <p:spPr>
          <a:xfrm xmlns:a="http://schemas.openxmlformats.org/drawingml/2006/main">
            <a:off x="29718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Objects and bindings</a:t>
            </a:r>
          </a:p>
        </p:txBody>
      </p:sp>
      <p:sp>
        <p:nvSpPr>
          <p:cNvPr id="20" name="">
            <a:extLst xmlns:a="http://schemas.openxmlformats.org/drawingml/2006/main">
              <a:ext uri="{FF2B5EF4-FFF2-40B4-BE49-F238E27FC236}">
                <a16:creationId xmlns:a16="http://schemas.microsoft.com/office/drawing/2014/main" id="{C7AD9195-9F78-4EB3-9B0F-BD075E3D6099}"/>
              </a:ext>
            </a:extLst>
          </p:cNvPr>
          <p:cNvSpPr>
            <a:spLocks xmlns:a="http://schemas.openxmlformats.org/drawingml/2006/main" noGrp="1"/>
          </p:cNvSpPr>
          <p:nvPr/>
        </p:nvSpPr>
        <p:spPr>
          <a:xfrm xmlns:a="http://schemas.openxmlformats.org/drawingml/2006/main">
            <a:off x="51625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4CB70B2E-A2ED-46E9-BF73-B09F224A8EA1}"/>
              </a:ext>
            </a:extLst>
          </p:cNvPr>
          <p:cNvSpPr>
            <a:spLocks xmlns:a="http://schemas.openxmlformats.org/drawingml/2006/main" noGrp="1"/>
          </p:cNvSpPr>
          <p:nvPr/>
        </p:nvSpPr>
        <p:spPr>
          <a:xfrm xmlns:a="http://schemas.openxmlformats.org/drawingml/2006/main">
            <a:off x="51625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Commands</a:t>
            </a:r>
          </a:p>
        </p:txBody>
      </p:sp>
      <p:sp>
        <p:nvSpPr>
          <p:cNvPr id="22" name="">
            <a:extLst xmlns:a="http://schemas.openxmlformats.org/drawingml/2006/main">
              <a:ext uri="{FF2B5EF4-FFF2-40B4-BE49-F238E27FC236}">
                <a16:creationId xmlns:a16="http://schemas.microsoft.com/office/drawing/2014/main" id="{659D0D6A-F970-415C-9F27-EF2FC8AFEAD3}"/>
              </a:ext>
            </a:extLst>
          </p:cNvPr>
          <p:cNvSpPr>
            <a:spLocks xmlns:a="http://schemas.openxmlformats.org/drawingml/2006/main" noGrp="1"/>
          </p:cNvSpPr>
          <p:nvPr/>
        </p:nvSpPr>
        <p:spPr>
          <a:xfrm xmlns:a="http://schemas.openxmlformats.org/drawingml/2006/main">
            <a:off x="51625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Scheduled behavior</a:t>
            </a:r>
          </a:p>
        </p:txBody>
      </p:sp>
      <p:sp>
        <p:nvSpPr>
          <p:cNvPr id="23" name="">
            <a:extLst xmlns:a="http://schemas.openxmlformats.org/drawingml/2006/main">
              <a:ext uri="{FF2B5EF4-FFF2-40B4-BE49-F238E27FC236}">
                <a16:creationId xmlns:a16="http://schemas.microsoft.com/office/drawing/2014/main" id="{80A74869-8F3C-4BCF-9DB6-D83619BFBF64}"/>
              </a:ext>
            </a:extLst>
          </p:cNvPr>
          <p:cNvSpPr>
            <a:spLocks xmlns:a="http://schemas.openxmlformats.org/drawingml/2006/main" noGrp="1"/>
          </p:cNvSpPr>
          <p:nvPr/>
        </p:nvSpPr>
        <p:spPr>
          <a:xfrm xmlns:a="http://schemas.openxmlformats.org/drawingml/2006/main">
            <a:off x="73533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FEB0B8C-23EB-4A0E-9F48-2549F3793C4D}"/>
              </a:ext>
            </a:extLst>
          </p:cNvPr>
          <p:cNvSpPr>
            <a:spLocks xmlns:a="http://schemas.openxmlformats.org/drawingml/2006/main" noGrp="1"/>
          </p:cNvSpPr>
          <p:nvPr/>
        </p:nvSpPr>
        <p:spPr>
          <a:xfrm xmlns:a="http://schemas.openxmlformats.org/drawingml/2006/main">
            <a:off x="73533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Subsystems</a:t>
            </a:r>
          </a:p>
        </p:txBody>
      </p:sp>
      <p:sp>
        <p:nvSpPr>
          <p:cNvPr id="25" name="">
            <a:extLst xmlns:a="http://schemas.openxmlformats.org/drawingml/2006/main">
              <a:ext uri="{FF2B5EF4-FFF2-40B4-BE49-F238E27FC236}">
                <a16:creationId xmlns:a16="http://schemas.microsoft.com/office/drawing/2014/main" id="{CF1EBB5C-BBC4-4461-BB58-BF44A59F29AF}"/>
              </a:ext>
            </a:extLst>
          </p:cNvPr>
          <p:cNvSpPr>
            <a:spLocks xmlns:a="http://schemas.openxmlformats.org/drawingml/2006/main" noGrp="1"/>
          </p:cNvSpPr>
          <p:nvPr/>
        </p:nvSpPr>
        <p:spPr>
          <a:xfrm xmlns:a="http://schemas.openxmlformats.org/drawingml/2006/main">
            <a:off x="73533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Hardware ownership</a:t>
            </a:r>
          </a:p>
        </p:txBody>
      </p:sp>
      <p:sp>
        <p:nvSpPr>
          <p:cNvPr id="26" name="">
            <a:extLst xmlns:a="http://schemas.openxmlformats.org/drawingml/2006/main">
              <a:ext uri="{FF2B5EF4-FFF2-40B4-BE49-F238E27FC236}">
                <a16:creationId xmlns:a16="http://schemas.microsoft.com/office/drawing/2014/main" id="{8722F443-99A4-4283-9B8F-17961319463D}"/>
              </a:ext>
            </a:extLst>
          </p:cNvPr>
          <p:cNvSpPr>
            <a:spLocks xmlns:a="http://schemas.openxmlformats.org/drawingml/2006/main" noGrp="1"/>
          </p:cNvSpPr>
          <p:nvPr/>
        </p:nvSpPr>
        <p:spPr>
          <a:xfrm xmlns:a="http://schemas.openxmlformats.org/drawingml/2006/main">
            <a:off x="9544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1947573-9F9C-4F34-9595-20E60B40E304}"/>
              </a:ext>
            </a:extLst>
          </p:cNvPr>
          <p:cNvSpPr>
            <a:spLocks xmlns:a="http://schemas.openxmlformats.org/drawingml/2006/main" noGrp="1"/>
          </p:cNvSpPr>
          <p:nvPr/>
        </p:nvSpPr>
        <p:spPr>
          <a:xfrm xmlns:a="http://schemas.openxmlformats.org/drawingml/2006/main">
            <a:off x="9544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Device APIs</a:t>
            </a:r>
          </a:p>
        </p:txBody>
      </p:sp>
      <p:sp>
        <p:nvSpPr>
          <p:cNvPr id="28" name="">
            <a:extLst xmlns:a="http://schemas.openxmlformats.org/drawingml/2006/main">
              <a:ext uri="{FF2B5EF4-FFF2-40B4-BE49-F238E27FC236}">
                <a16:creationId xmlns:a16="http://schemas.microsoft.com/office/drawing/2014/main" id="{D92685E8-5456-4323-B881-200FA5E019A9}"/>
              </a:ext>
            </a:extLst>
          </p:cNvPr>
          <p:cNvSpPr>
            <a:spLocks xmlns:a="http://schemas.openxmlformats.org/drawingml/2006/main" noGrp="1"/>
          </p:cNvSpPr>
          <p:nvPr/>
        </p:nvSpPr>
        <p:spPr>
          <a:xfrm xmlns:a="http://schemas.openxmlformats.org/drawingml/2006/main">
            <a:off x="9544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Hardware device objects</a:t>
            </a:r>
          </a:p>
        </p:txBody>
      </p:sp>
      <p:sp>
        <p:nvSpPr>
          <p:cNvPr id="29" name="">
            <a:extLst xmlns:a="http://schemas.openxmlformats.org/drawingml/2006/main">
              <a:ext uri="{FF2B5EF4-FFF2-40B4-BE49-F238E27FC236}">
                <a16:creationId xmlns:a16="http://schemas.microsoft.com/office/drawing/2014/main" id="{6DEAAB91-8319-494B-808E-911D98777A0E}"/>
              </a:ext>
            </a:extLst>
          </p:cNvPr>
          <p:cNvSpPr>
            <a:spLocks xmlns:a="http://schemas.openxmlformats.org/drawingml/2006/main" noGrp="1"/>
          </p:cNvSpPr>
          <p:nvPr/>
        </p:nvSpPr>
        <p:spPr>
          <a:xfrm xmlns:a="http://schemas.openxmlformats.org/drawingml/2006/main">
            <a:off x="1333500" y="5086350"/>
            <a:ext cx="9525000" cy="590550"/>
          </a:xfrm>
          <a:prstGeom xmlns:a="http://schemas.openxmlformats.org/drawingml/2006/main" prst="roundRect">
            <a:avLst>
              <a:gd name="adj" fmla="val 16129"/>
            </a:avLst>
          </a:prstGeom>
          <a:solidFill xmlns:a="http://schemas.openxmlformats.org/drawingml/2006/main">
            <a:srgbClr val="162941"/>
          </a:solidFill>
          <a:ln xmlns:a="http://schemas.openxmlformats.org/drawingml/2006/main" w="9525">
            <a:solidFill>
              <a:srgbClr val="2D425B"/>
            </a:solidFill>
            <a:prstDash val="solid"/>
          </a:ln>
        </p:spPr>
      </p:sp>
      <p:sp>
        <p:nvSpPr>
          <p:cNvPr id="30" name="">
            <a:extLst xmlns:a="http://schemas.openxmlformats.org/drawingml/2006/main">
              <a:ext uri="{FF2B5EF4-FFF2-40B4-BE49-F238E27FC236}">
                <a16:creationId xmlns:a16="http://schemas.microsoft.com/office/drawing/2014/main" id="{3ED95920-A743-42BE-BF9A-1F14048D41AA}"/>
              </a:ext>
            </a:extLst>
          </p:cNvPr>
          <p:cNvSpPr>
            <a:spLocks xmlns:a="http://schemas.openxmlformats.org/drawingml/2006/main" noGrp="1"/>
          </p:cNvSpPr>
          <p:nvPr/>
        </p:nvSpPr>
        <p:spPr>
          <a:xfrm xmlns:a="http://schemas.openxmlformats.org/drawingml/2006/main">
            <a:off x="1581150" y="523875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CommandScheduler polls triggers, runs scheduled commands, and enforces subsystem requirements.</a:t>
            </a:r>
          </a:p>
        </p:txBody>
      </p:sp>
      <p:sp>
        <p:nvSpPr>
          <p:cNvPr id="31" name="footer-left">
            <a:extLst xmlns:a="http://schemas.openxmlformats.org/drawingml/2006/main">
              <a:ext uri="{FF2B5EF4-FFF2-40B4-BE49-F238E27FC236}">
                <a16:creationId xmlns:a16="http://schemas.microsoft.com/office/drawing/2014/main" id="{0D5B8A41-BA19-4B49-8803-F34C64557D2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2" name="footer-number">
            <a:extLst xmlns:a="http://schemas.openxmlformats.org/drawingml/2006/main">
              <a:ext uri="{FF2B5EF4-FFF2-40B4-BE49-F238E27FC236}">
                <a16:creationId xmlns:a16="http://schemas.microsoft.com/office/drawing/2014/main" id="{475FB84C-5A8B-406B-8587-77949935478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09</a:t>
            </a:r>
          </a:p>
        </p:txBody>
      </p:sp>
    </p:spTree>
    <p:extLst>
      <p:ext uri="{BB962C8B-B14F-4D97-AF65-F5344CB8AC3E}">
        <p14:creationId xmlns:p14="http://schemas.microsoft.com/office/powerpoint/2010/main" val="534196845"/>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98C6D8DB-FA3C-4E56-AAD5-5C237223C4A1}"/>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81C1F82E-5F59-4444-BF94-999C94854AA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RobotContainer creates subsystems, commands, and bindings</a:t>
            </a:r>
          </a:p>
        </p:txBody>
      </p:sp>
      <p:sp>
        <p:nvSpPr>
          <p:cNvPr id="3" name="slide-subtitle">
            <a:extLst xmlns:a="http://schemas.openxmlformats.org/drawingml/2006/main">
              <a:ext uri="{FF2B5EF4-FFF2-40B4-BE49-F238E27FC236}">
                <a16:creationId xmlns:a16="http://schemas.microsoft.com/office/drawing/2014/main" id="{ECE56417-A938-4757-B75C-33797ACB71BB}"/>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Subsystem constructors create hardware objects; RobotContainer then configures commands and controller bindings.</a:t>
            </a:r>
          </a:p>
        </p:txBody>
      </p:sp>
      <p:sp>
        <p:nvSpPr>
          <p:cNvPr id="4" name="title-rule">
            <a:extLst xmlns:a="http://schemas.openxmlformats.org/drawingml/2006/main">
              <a:ext uri="{FF2B5EF4-FFF2-40B4-BE49-F238E27FC236}">
                <a16:creationId xmlns:a16="http://schemas.microsoft.com/office/drawing/2014/main" id="{E87BEB88-6838-49B3-8546-093415058B15}"/>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tartup-code-panel">
            <a:extLst xmlns:a="http://schemas.openxmlformats.org/drawingml/2006/main">
              <a:ext uri="{FF2B5EF4-FFF2-40B4-BE49-F238E27FC236}">
                <a16:creationId xmlns:a16="http://schemas.microsoft.com/office/drawing/2014/main" id="{97488220-CE1C-4B8C-841F-51D996865F01}"/>
              </a:ext>
            </a:extLst>
          </p:cNvPr>
          <p:cNvSpPr>
            <a:spLocks xmlns:a="http://schemas.openxmlformats.org/drawingml/2006/main" noGrp="1"/>
          </p:cNvSpPr>
          <p:nvPr/>
        </p:nvSpPr>
        <p:spPr>
          <a:xfrm xmlns:a="http://schemas.openxmlformats.org/drawingml/2006/main">
            <a:off x="609600" y="1790700"/>
            <a:ext cx="6096000" cy="4343400"/>
          </a:xfrm>
          <a:prstGeom xmlns:a="http://schemas.openxmlformats.org/drawingml/2006/main" prst="roundRect">
            <a:avLst>
              <a:gd name="adj" fmla="val 2632"/>
            </a:avLst>
          </a:prstGeom>
          <a:solidFill xmlns:a="http://schemas.openxmlformats.org/drawingml/2006/main">
            <a:srgbClr val="0C1727"/>
          </a:solidFill>
          <a:ln xmlns:a="http://schemas.openxmlformats.org/drawingml/2006/main" w="9525">
            <a:solidFill>
              <a:srgbClr val="2D425B"/>
            </a:solidFill>
            <a:prstDash val="solid"/>
          </a:ln>
        </p:spPr>
      </p:sp>
      <p:sp>
        <p:nvSpPr>
          <p:cNvPr id="6" name="startup-code-accent">
            <a:extLst xmlns:a="http://schemas.openxmlformats.org/drawingml/2006/main">
              <a:ext uri="{FF2B5EF4-FFF2-40B4-BE49-F238E27FC236}">
                <a16:creationId xmlns:a16="http://schemas.microsoft.com/office/drawing/2014/main" id="{7AA02527-D4CF-48A7-BF64-2E35FAA7745E}"/>
              </a:ext>
            </a:extLst>
          </p:cNvPr>
          <p:cNvSpPr>
            <a:spLocks xmlns:a="http://schemas.openxmlformats.org/drawingml/2006/main" noGrp="1"/>
          </p:cNvSpPr>
          <p:nvPr/>
        </p:nvSpPr>
        <p:spPr>
          <a:xfrm xmlns:a="http://schemas.openxmlformats.org/drawingml/2006/main">
            <a:off x="609600" y="1790700"/>
            <a:ext cx="57150" cy="434340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7" name="startup-code-title">
            <a:extLst xmlns:a="http://schemas.openxmlformats.org/drawingml/2006/main">
              <a:ext uri="{FF2B5EF4-FFF2-40B4-BE49-F238E27FC236}">
                <a16:creationId xmlns:a16="http://schemas.microsoft.com/office/drawing/2014/main" id="{D8FB77EF-27CA-4269-9FA6-797B3D241351}"/>
              </a:ext>
            </a:extLst>
          </p:cNvPr>
          <p:cNvSpPr>
            <a:spLocks xmlns:a="http://schemas.openxmlformats.org/drawingml/2006/main" noGrp="1"/>
          </p:cNvSpPr>
          <p:nvPr/>
        </p:nvSpPr>
        <p:spPr>
          <a:xfrm xmlns:a="http://schemas.openxmlformats.org/drawingml/2006/main">
            <a:off x="838200" y="19240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62D48A"/>
                </a:solidFill>
                <a:latin typeface="Consolas"/>
                <a:ea typeface="Consolas"/>
                <a:cs typeface="Consolas"/>
              </a:defRPr>
            </a:pPr>
            <a:r>
              <a:rPr sz="1125" b="1">
                <a:solidFill>
                  <a:srgbClr val="62D48A"/>
                </a:solidFill>
                <a:latin typeface="Consolas"/>
                <a:ea typeface="Consolas"/>
                <a:cs typeface="Consolas"/>
              </a:rPr>
              <a:t>STARTUP PATH</a:t>
            </a:r>
          </a:p>
        </p:txBody>
      </p:sp>
      <p:sp>
        <p:nvSpPr>
          <p:cNvPr id="8" name="startup-code-text">
            <a:extLst xmlns:a="http://schemas.openxmlformats.org/drawingml/2006/main">
              <a:ext uri="{FF2B5EF4-FFF2-40B4-BE49-F238E27FC236}">
                <a16:creationId xmlns:a16="http://schemas.microsoft.com/office/drawing/2014/main" id="{D4D5D7BE-FF62-4011-8C15-20F2A20F2C24}"/>
              </a:ext>
            </a:extLst>
          </p:cNvPr>
          <p:cNvSpPr>
            <a:spLocks xmlns:a="http://schemas.openxmlformats.org/drawingml/2006/main" noGrp="1"/>
          </p:cNvSpPr>
          <p:nvPr/>
        </p:nvSpPr>
        <p:spPr>
          <a:xfrm xmlns:a="http://schemas.openxmlformats.org/drawingml/2006/main">
            <a:off x="838200" y="2247900"/>
            <a:ext cx="569595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public void robotInit()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robotContainer = new RobotContainer();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public RobotContainer()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driverController = new CommandXboxController(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Constants.Operator.DRIVER_CONTROLLER);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operatorController = new CommandXboxController(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Constants.Operator.OPERATOR_CONTROLLER);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driveSubsystem = new DriveSubsystem();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climberSubsystem = new ClimberSubsystem();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beltSubsystem = new BeltSubsystem();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rollerSubsystem = new RollerSubsystem();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CameraServer.startAutomaticCapture(0);</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configureDefaultCommands();</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configureBindings();</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A58D3E44-A434-4BEC-835F-21EF0F882D82}"/>
              </a:ext>
            </a:extLst>
          </p:cNvPr>
          <p:cNvSpPr>
            <a:spLocks xmlns:a="http://schemas.openxmlformats.org/drawingml/2006/main" noGrp="1"/>
          </p:cNvSpPr>
          <p:nvPr/>
        </p:nvSpPr>
        <p:spPr>
          <a:xfrm xmlns:a="http://schemas.openxmlformats.org/drawingml/2006/main">
            <a:off x="7219950" y="20383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4F7FB"/>
                </a:solidFill>
                <a:latin typeface="Aptos"/>
                <a:ea typeface="Aptos"/>
                <a:cs typeface="Aptos"/>
              </a:defRPr>
            </a:pPr>
            <a:r>
              <a:rPr sz="2025" b="1">
                <a:solidFill>
                  <a:srgbClr val="F4F7FB"/>
                </a:solidFill>
                <a:latin typeface="Aptos"/>
                <a:ea typeface="Aptos"/>
                <a:cs typeface="Aptos"/>
              </a:rPr>
              <a:t>What RobotContainer establishes</a:t>
            </a:r>
          </a:p>
        </p:txBody>
      </p:sp>
      <p:sp>
        <p:nvSpPr>
          <p:cNvPr id="10" name="bullets-dot-0">
            <a:extLst xmlns:a="http://schemas.openxmlformats.org/drawingml/2006/main">
              <a:ext uri="{FF2B5EF4-FFF2-40B4-BE49-F238E27FC236}">
                <a16:creationId xmlns:a16="http://schemas.microsoft.com/office/drawing/2014/main" id="{DF1B579D-7541-4A53-85A3-FE76240933E5}"/>
              </a:ext>
            </a:extLst>
          </p:cNvPr>
          <p:cNvSpPr>
            <a:spLocks xmlns:a="http://schemas.openxmlformats.org/drawingml/2006/main" noGrp="1"/>
          </p:cNvSpPr>
          <p:nvPr/>
        </p:nvSpPr>
        <p:spPr>
          <a:xfrm xmlns:a="http://schemas.openxmlformats.org/drawingml/2006/main">
            <a:off x="7239000" y="28289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1" name="bullets-0">
            <a:extLst xmlns:a="http://schemas.openxmlformats.org/drawingml/2006/main">
              <a:ext uri="{FF2B5EF4-FFF2-40B4-BE49-F238E27FC236}">
                <a16:creationId xmlns:a16="http://schemas.microsoft.com/office/drawing/2014/main" id="{493AEF60-9BAC-471B-9AB2-19BDD99971AC}"/>
              </a:ext>
            </a:extLst>
          </p:cNvPr>
          <p:cNvSpPr>
            <a:spLocks xmlns:a="http://schemas.openxmlformats.org/drawingml/2006/main" noGrp="1"/>
          </p:cNvSpPr>
          <p:nvPr/>
        </p:nvSpPr>
        <p:spPr>
          <a:xfrm xmlns:a="http://schemas.openxmlformats.org/drawingml/2006/main">
            <a:off x="7467600" y="27432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Each subsystem constructor creates and owns its device objects.</a:t>
            </a:r>
          </a:p>
        </p:txBody>
      </p:sp>
      <p:sp>
        <p:nvSpPr>
          <p:cNvPr id="12" name="bullets-dot-1">
            <a:extLst xmlns:a="http://schemas.openxmlformats.org/drawingml/2006/main">
              <a:ext uri="{FF2B5EF4-FFF2-40B4-BE49-F238E27FC236}">
                <a16:creationId xmlns:a16="http://schemas.microsoft.com/office/drawing/2014/main" id="{0CDC4D25-84A8-41AD-9BFB-3F400729F502}"/>
              </a:ext>
            </a:extLst>
          </p:cNvPr>
          <p:cNvSpPr>
            <a:spLocks xmlns:a="http://schemas.openxmlformats.org/drawingml/2006/main" noGrp="1"/>
          </p:cNvSpPr>
          <p:nvPr/>
        </p:nvSpPr>
        <p:spPr>
          <a:xfrm xmlns:a="http://schemas.openxmlformats.org/drawingml/2006/main">
            <a:off x="7239000" y="34766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3" name="bullets-1">
            <a:extLst xmlns:a="http://schemas.openxmlformats.org/drawingml/2006/main">
              <a:ext uri="{FF2B5EF4-FFF2-40B4-BE49-F238E27FC236}">
                <a16:creationId xmlns:a16="http://schemas.microsoft.com/office/drawing/2014/main" id="{C88A7CBF-A562-4116-B733-A39FE8D70020}"/>
              </a:ext>
            </a:extLst>
          </p:cNvPr>
          <p:cNvSpPr>
            <a:spLocks xmlns:a="http://schemas.openxmlformats.org/drawingml/2006/main" noGrp="1"/>
          </p:cNvSpPr>
          <p:nvPr/>
        </p:nvSpPr>
        <p:spPr>
          <a:xfrm xmlns:a="http://schemas.openxmlformats.org/drawingml/2006/main">
            <a:off x="7467600" y="33909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The drive command is installed as the default command.</a:t>
            </a:r>
          </a:p>
        </p:txBody>
      </p:sp>
      <p:sp>
        <p:nvSpPr>
          <p:cNvPr id="14" name="bullets-dot-2">
            <a:extLst xmlns:a="http://schemas.openxmlformats.org/drawingml/2006/main">
              <a:ext uri="{FF2B5EF4-FFF2-40B4-BE49-F238E27FC236}">
                <a16:creationId xmlns:a16="http://schemas.microsoft.com/office/drawing/2014/main" id="{306980A9-2F16-4A39-BBC7-B5E76E11AC19}"/>
              </a:ext>
            </a:extLst>
          </p:cNvPr>
          <p:cNvSpPr>
            <a:spLocks xmlns:a="http://schemas.openxmlformats.org/drawingml/2006/main" noGrp="1"/>
          </p:cNvSpPr>
          <p:nvPr/>
        </p:nvSpPr>
        <p:spPr>
          <a:xfrm xmlns:a="http://schemas.openxmlformats.org/drawingml/2006/main">
            <a:off x="7239000" y="41243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5" name="bullets-2">
            <a:extLst xmlns:a="http://schemas.openxmlformats.org/drawingml/2006/main">
              <a:ext uri="{FF2B5EF4-FFF2-40B4-BE49-F238E27FC236}">
                <a16:creationId xmlns:a16="http://schemas.microsoft.com/office/drawing/2014/main" id="{E3AD8519-D25F-444D-B799-D6FB5D653265}"/>
              </a:ext>
            </a:extLst>
          </p:cNvPr>
          <p:cNvSpPr>
            <a:spLocks xmlns:a="http://schemas.openxmlformats.org/drawingml/2006/main" noGrp="1"/>
          </p:cNvSpPr>
          <p:nvPr/>
        </p:nvSpPr>
        <p:spPr>
          <a:xfrm xmlns:a="http://schemas.openxmlformats.org/drawingml/2006/main">
            <a:off x="7467600" y="40386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Bindings create command instances and pass subsystem references.</a:t>
            </a:r>
          </a:p>
        </p:txBody>
      </p:sp>
      <p:sp>
        <p:nvSpPr>
          <p:cNvPr id="16" name="bullets-dot-3">
            <a:extLst xmlns:a="http://schemas.openxmlformats.org/drawingml/2006/main">
              <a:ext uri="{FF2B5EF4-FFF2-40B4-BE49-F238E27FC236}">
                <a16:creationId xmlns:a16="http://schemas.microsoft.com/office/drawing/2014/main" id="{3DEBDA4E-BE39-4184-AFF4-783C61C61111}"/>
              </a:ext>
            </a:extLst>
          </p:cNvPr>
          <p:cNvSpPr>
            <a:spLocks xmlns:a="http://schemas.openxmlformats.org/drawingml/2006/main" noGrp="1"/>
          </p:cNvSpPr>
          <p:nvPr/>
        </p:nvSpPr>
        <p:spPr>
          <a:xfrm xmlns:a="http://schemas.openxmlformats.org/drawingml/2006/main">
            <a:off x="7239000" y="47720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7" name="bullets-3">
            <a:extLst xmlns:a="http://schemas.openxmlformats.org/drawingml/2006/main">
              <a:ext uri="{FF2B5EF4-FFF2-40B4-BE49-F238E27FC236}">
                <a16:creationId xmlns:a16="http://schemas.microsoft.com/office/drawing/2014/main" id="{EDB4BF54-5826-420F-B931-33F33628AD2C}"/>
              </a:ext>
            </a:extLst>
          </p:cNvPr>
          <p:cNvSpPr>
            <a:spLocks xmlns:a="http://schemas.openxmlformats.org/drawingml/2006/main" noGrp="1"/>
          </p:cNvSpPr>
          <p:nvPr/>
        </p:nvSpPr>
        <p:spPr>
          <a:xfrm xmlns:a="http://schemas.openxmlformats.org/drawingml/2006/main">
            <a:off x="7467600" y="46863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Hardware-specific construction stays inside each subsystem.</a:t>
            </a:r>
          </a:p>
        </p:txBody>
      </p:sp>
      <p:sp>
        <p:nvSpPr>
          <p:cNvPr id="18" name="footer-left">
            <a:extLst xmlns:a="http://schemas.openxmlformats.org/drawingml/2006/main">
              <a:ext uri="{FF2B5EF4-FFF2-40B4-BE49-F238E27FC236}">
                <a16:creationId xmlns:a16="http://schemas.microsoft.com/office/drawing/2014/main" id="{765919B9-3FDA-4EC5-8A38-08BDFEE0F2F0}"/>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9" name="footer-number">
            <a:extLst xmlns:a="http://schemas.openxmlformats.org/drawingml/2006/main">
              <a:ext uri="{FF2B5EF4-FFF2-40B4-BE49-F238E27FC236}">
                <a16:creationId xmlns:a16="http://schemas.microsoft.com/office/drawing/2014/main" id="{0BC99321-7EB7-4FA0-91F5-11D056986317}"/>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10</a:t>
            </a:r>
          </a:p>
        </p:txBody>
      </p:sp>
    </p:spTree>
    <p:extLst>
      <p:ext uri="{BB962C8B-B14F-4D97-AF65-F5344CB8AC3E}">
        <p14:creationId xmlns:p14="http://schemas.microsoft.com/office/powerpoint/2010/main" val="1859469705"/>
      </p:ext>
    </p:extLst>
  </p:cSld>
</p:sld>
</file>

<file path=ppt/slides/slide1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B24DB374-6C07-4362-9FC7-2476C9E6CDE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0D681DA6-E408-4CCF-9B4A-AC37B4DF76B8}"/>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RobotContainer creates instances of the command classes we write</a:t>
            </a:r>
          </a:p>
        </p:txBody>
      </p:sp>
      <p:sp>
        <p:nvSpPr>
          <p:cNvPr id="3" name="slide-subtitle">
            <a:extLst xmlns:a="http://schemas.openxmlformats.org/drawingml/2006/main">
              <a:ext uri="{FF2B5EF4-FFF2-40B4-BE49-F238E27FC236}">
                <a16:creationId xmlns:a16="http://schemas.microsoft.com/office/drawing/2014/main" id="{BA2A3396-EB74-4B95-8B73-64E4A9BCCE0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Each command instance receives the subsystem object it needs to perform one specific task.</a:t>
            </a:r>
          </a:p>
        </p:txBody>
      </p:sp>
      <p:sp>
        <p:nvSpPr>
          <p:cNvPr id="4" name="title-rule">
            <a:extLst xmlns:a="http://schemas.openxmlformats.org/drawingml/2006/main">
              <a:ext uri="{FF2B5EF4-FFF2-40B4-BE49-F238E27FC236}">
                <a16:creationId xmlns:a16="http://schemas.microsoft.com/office/drawing/2014/main" id="{E8000023-3791-46DE-83AA-B539182C6A6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ayer-0">
            <a:extLst xmlns:a="http://schemas.openxmlformats.org/drawingml/2006/main">
              <a:ext uri="{FF2B5EF4-FFF2-40B4-BE49-F238E27FC236}">
                <a16:creationId xmlns:a16="http://schemas.microsoft.com/office/drawing/2014/main" id="{66D249D3-2432-4ADF-86A6-01A36826B1FA}"/>
              </a:ext>
            </a:extLst>
          </p:cNvPr>
          <p:cNvSpPr>
            <a:spLocks xmlns:a="http://schemas.openxmlformats.org/drawingml/2006/main" noGrp="1"/>
          </p:cNvSpPr>
          <p:nvPr/>
        </p:nvSpPr>
        <p:spPr>
          <a:xfrm xmlns:a="http://schemas.openxmlformats.org/drawingml/2006/main">
            <a:off x="609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FFB64D"/>
            </a:solidFill>
            <a:prstDash val="solid"/>
          </a:ln>
        </p:spPr>
      </p:sp>
      <p:sp>
        <p:nvSpPr>
          <p:cNvPr id="6" name="layer-1">
            <a:extLst xmlns:a="http://schemas.openxmlformats.org/drawingml/2006/main">
              <a:ext uri="{FF2B5EF4-FFF2-40B4-BE49-F238E27FC236}">
                <a16:creationId xmlns:a16="http://schemas.microsoft.com/office/drawing/2014/main" id="{EFFDCADA-846E-497F-AB5F-7721B0537BB6}"/>
              </a:ext>
            </a:extLst>
          </p:cNvPr>
          <p:cNvSpPr>
            <a:spLocks xmlns:a="http://schemas.openxmlformats.org/drawingml/2006/main" noGrp="1"/>
          </p:cNvSpPr>
          <p:nvPr/>
        </p:nvSpPr>
        <p:spPr>
          <a:xfrm xmlns:a="http://schemas.openxmlformats.org/drawingml/2006/main">
            <a:off x="28003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7" name="layer-2">
            <a:extLst xmlns:a="http://schemas.openxmlformats.org/drawingml/2006/main">
              <a:ext uri="{FF2B5EF4-FFF2-40B4-BE49-F238E27FC236}">
                <a16:creationId xmlns:a16="http://schemas.microsoft.com/office/drawing/2014/main" id="{98B48D6F-3334-45BF-81FB-7E74E77254FB}"/>
              </a:ext>
            </a:extLst>
          </p:cNvPr>
          <p:cNvSpPr>
            <a:spLocks xmlns:a="http://schemas.openxmlformats.org/drawingml/2006/main" noGrp="1"/>
          </p:cNvSpPr>
          <p:nvPr/>
        </p:nvSpPr>
        <p:spPr>
          <a:xfrm xmlns:a="http://schemas.openxmlformats.org/drawingml/2006/main">
            <a:off x="49911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8" name="layer-3">
            <a:extLst xmlns:a="http://schemas.openxmlformats.org/drawingml/2006/main">
              <a:ext uri="{FF2B5EF4-FFF2-40B4-BE49-F238E27FC236}">
                <a16:creationId xmlns:a16="http://schemas.microsoft.com/office/drawing/2014/main" id="{45EB9CE4-6ACB-4E79-A545-B5506FBB2A75}"/>
              </a:ext>
            </a:extLst>
          </p:cNvPr>
          <p:cNvSpPr>
            <a:spLocks xmlns:a="http://schemas.openxmlformats.org/drawingml/2006/main" noGrp="1"/>
          </p:cNvSpPr>
          <p:nvPr/>
        </p:nvSpPr>
        <p:spPr>
          <a:xfrm xmlns:a="http://schemas.openxmlformats.org/drawingml/2006/main">
            <a:off x="71818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9" name="layer-4">
            <a:extLst xmlns:a="http://schemas.openxmlformats.org/drawingml/2006/main">
              <a:ext uri="{FF2B5EF4-FFF2-40B4-BE49-F238E27FC236}">
                <a16:creationId xmlns:a16="http://schemas.microsoft.com/office/drawing/2014/main" id="{E51159AA-54CD-44A8-A4E8-5F41B635DEEE}"/>
              </a:ext>
            </a:extLst>
          </p:cNvPr>
          <p:cNvSpPr>
            <a:spLocks xmlns:a="http://schemas.openxmlformats.org/drawingml/2006/main" noGrp="1"/>
          </p:cNvSpPr>
          <p:nvPr/>
        </p:nvSpPr>
        <p:spPr>
          <a:xfrm xmlns:a="http://schemas.openxmlformats.org/drawingml/2006/main">
            <a:off x="9372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62D48A"/>
            </a:solidFill>
            <a:prstDash val="solid"/>
          </a:ln>
        </p:spPr>
      </p:sp>
      <p:cxnSp>
        <p:nvCxnSpPr>
          <p:cNvPr id="198" name=""/>
          <p:cNvCxnSpPr>
            <a:stCxn xmlns:a="http://schemas.openxmlformats.org/drawingml/2006/main" id="5" idx="3"/>
            <a:endCxn xmlns:a="http://schemas.openxmlformats.org/drawingml/2006/main" id="6" idx="1"/>
          </p:cNvCxnSpPr>
          <p:nvPr/>
        </p:nvCxnSpPr>
        <p:spPr>
          <a:xfrm xmlns:a="http://schemas.openxmlformats.org/drawingml/2006/main">
            <a:off x="24955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99" name=""/>
          <p:cNvCxnSpPr>
            <a:stCxn xmlns:a="http://schemas.openxmlformats.org/drawingml/2006/main" id="6" idx="3"/>
            <a:endCxn xmlns:a="http://schemas.openxmlformats.org/drawingml/2006/main" id="7" idx="1"/>
          </p:cNvCxnSpPr>
          <p:nvPr/>
        </p:nvCxnSpPr>
        <p:spPr>
          <a:xfrm xmlns:a="http://schemas.openxmlformats.org/drawingml/2006/main">
            <a:off x="46863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0" name=""/>
          <p:cNvCxnSpPr>
            <a:stCxn xmlns:a="http://schemas.openxmlformats.org/drawingml/2006/main" id="7" idx="3"/>
            <a:endCxn xmlns:a="http://schemas.openxmlformats.org/drawingml/2006/main" id="8" idx="1"/>
          </p:cNvCxnSpPr>
          <p:nvPr/>
        </p:nvCxnSpPr>
        <p:spPr>
          <a:xfrm xmlns:a="http://schemas.openxmlformats.org/drawingml/2006/main">
            <a:off x="68770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1" name=""/>
          <p:cNvCxnSpPr>
            <a:stCxn xmlns:a="http://schemas.openxmlformats.org/drawingml/2006/main" id="8" idx="3"/>
            <a:endCxn xmlns:a="http://schemas.openxmlformats.org/drawingml/2006/main" id="9" idx="1"/>
          </p:cNvCxnSpPr>
          <p:nvPr/>
        </p:nvCxnSpPr>
        <p:spPr>
          <a:xfrm xmlns:a="http://schemas.openxmlformats.org/drawingml/2006/main">
            <a:off x="90678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4" name="">
            <a:extLst xmlns:a="http://schemas.openxmlformats.org/drawingml/2006/main">
              <a:ext uri="{FF2B5EF4-FFF2-40B4-BE49-F238E27FC236}">
                <a16:creationId xmlns:a16="http://schemas.microsoft.com/office/drawing/2014/main" id="{B120038E-8AB1-47DB-B65C-77446EEDC9D0}"/>
              </a:ext>
            </a:extLst>
          </p:cNvPr>
          <p:cNvSpPr>
            <a:spLocks xmlns:a="http://schemas.openxmlformats.org/drawingml/2006/main" noGrp="1"/>
          </p:cNvSpPr>
          <p:nvPr/>
        </p:nvSpPr>
        <p:spPr>
          <a:xfrm xmlns:a="http://schemas.openxmlformats.org/drawingml/2006/main">
            <a:off x="781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BC157FB7-8EEC-44F8-AA74-013E202FC44A}"/>
              </a:ext>
            </a:extLst>
          </p:cNvPr>
          <p:cNvSpPr>
            <a:spLocks xmlns:a="http://schemas.openxmlformats.org/drawingml/2006/main" noGrp="1"/>
          </p:cNvSpPr>
          <p:nvPr/>
        </p:nvSpPr>
        <p:spPr>
          <a:xfrm xmlns:a="http://schemas.openxmlformats.org/drawingml/2006/main">
            <a:off x="781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 class</a:t>
            </a:r>
          </a:p>
        </p:txBody>
      </p:sp>
      <p:sp>
        <p:nvSpPr>
          <p:cNvPr id="16" name="">
            <a:extLst xmlns:a="http://schemas.openxmlformats.org/drawingml/2006/main">
              <a:ext uri="{FF2B5EF4-FFF2-40B4-BE49-F238E27FC236}">
                <a16:creationId xmlns:a16="http://schemas.microsoft.com/office/drawing/2014/main" id="{F4C6C23D-D900-4B0D-9029-7293117D3121}"/>
              </a:ext>
            </a:extLst>
          </p:cNvPr>
          <p:cNvSpPr>
            <a:spLocks xmlns:a="http://schemas.openxmlformats.org/drawingml/2006/main" noGrp="1"/>
          </p:cNvSpPr>
          <p:nvPr/>
        </p:nvSpPr>
        <p:spPr>
          <a:xfrm xmlns:a="http://schemas.openxmlformats.org/drawingml/2006/main">
            <a:off x="781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Written for one task</a:t>
            </a:r>
          </a:p>
        </p:txBody>
      </p:sp>
      <p:sp>
        <p:nvSpPr>
          <p:cNvPr id="17" name="">
            <a:extLst xmlns:a="http://schemas.openxmlformats.org/drawingml/2006/main">
              <a:ext uri="{FF2B5EF4-FFF2-40B4-BE49-F238E27FC236}">
                <a16:creationId xmlns:a16="http://schemas.microsoft.com/office/drawing/2014/main" id="{EC74DCD4-DA49-4921-941E-FFEA5744CB96}"/>
              </a:ext>
            </a:extLst>
          </p:cNvPr>
          <p:cNvSpPr>
            <a:spLocks xmlns:a="http://schemas.openxmlformats.org/drawingml/2006/main" noGrp="1"/>
          </p:cNvSpPr>
          <p:nvPr/>
        </p:nvSpPr>
        <p:spPr>
          <a:xfrm xmlns:a="http://schemas.openxmlformats.org/drawingml/2006/main">
            <a:off x="29718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5BC79FAB-D810-48A1-9A84-31FE26106FE9}"/>
              </a:ext>
            </a:extLst>
          </p:cNvPr>
          <p:cNvSpPr>
            <a:spLocks xmlns:a="http://schemas.openxmlformats.org/drawingml/2006/main" noGrp="1"/>
          </p:cNvSpPr>
          <p:nvPr/>
        </p:nvSpPr>
        <p:spPr>
          <a:xfrm xmlns:a="http://schemas.openxmlformats.org/drawingml/2006/main">
            <a:off x="29718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RobotContainer</a:t>
            </a:r>
          </a:p>
        </p:txBody>
      </p:sp>
      <p:sp>
        <p:nvSpPr>
          <p:cNvPr id="19" name="">
            <a:extLst xmlns:a="http://schemas.openxmlformats.org/drawingml/2006/main">
              <a:ext uri="{FF2B5EF4-FFF2-40B4-BE49-F238E27FC236}">
                <a16:creationId xmlns:a16="http://schemas.microsoft.com/office/drawing/2014/main" id="{BEFB9313-30FA-4610-B987-C70A2F9B78E0}"/>
              </a:ext>
            </a:extLst>
          </p:cNvPr>
          <p:cNvSpPr>
            <a:spLocks xmlns:a="http://schemas.openxmlformats.org/drawingml/2006/main" noGrp="1"/>
          </p:cNvSpPr>
          <p:nvPr/>
        </p:nvSpPr>
        <p:spPr>
          <a:xfrm xmlns:a="http://schemas.openxmlformats.org/drawingml/2006/main">
            <a:off x="29718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Creates an instance</a:t>
            </a:r>
          </a:p>
        </p:txBody>
      </p:sp>
      <p:sp>
        <p:nvSpPr>
          <p:cNvPr id="20" name="">
            <a:extLst xmlns:a="http://schemas.openxmlformats.org/drawingml/2006/main">
              <a:ext uri="{FF2B5EF4-FFF2-40B4-BE49-F238E27FC236}">
                <a16:creationId xmlns:a16="http://schemas.microsoft.com/office/drawing/2014/main" id="{C7AD9195-9F78-4EB3-9B0F-BD075E3D6099}"/>
              </a:ext>
            </a:extLst>
          </p:cNvPr>
          <p:cNvSpPr>
            <a:spLocks xmlns:a="http://schemas.openxmlformats.org/drawingml/2006/main" noGrp="1"/>
          </p:cNvSpPr>
          <p:nvPr/>
        </p:nvSpPr>
        <p:spPr>
          <a:xfrm xmlns:a="http://schemas.openxmlformats.org/drawingml/2006/main">
            <a:off x="51625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4CB70B2E-A2ED-46E9-BF73-B09F224A8EA1}"/>
              </a:ext>
            </a:extLst>
          </p:cNvPr>
          <p:cNvSpPr>
            <a:spLocks xmlns:a="http://schemas.openxmlformats.org/drawingml/2006/main" noGrp="1"/>
          </p:cNvSpPr>
          <p:nvPr/>
        </p:nvSpPr>
        <p:spPr>
          <a:xfrm xmlns:a="http://schemas.openxmlformats.org/drawingml/2006/main">
            <a:off x="51625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 reference</a:t>
            </a:r>
          </a:p>
        </p:txBody>
      </p:sp>
      <p:sp>
        <p:nvSpPr>
          <p:cNvPr id="22" name="">
            <a:extLst xmlns:a="http://schemas.openxmlformats.org/drawingml/2006/main">
              <a:ext uri="{FF2B5EF4-FFF2-40B4-BE49-F238E27FC236}">
                <a16:creationId xmlns:a16="http://schemas.microsoft.com/office/drawing/2014/main" id="{659D0D6A-F970-415C-9F27-EF2FC8AFEAD3}"/>
              </a:ext>
            </a:extLst>
          </p:cNvPr>
          <p:cNvSpPr>
            <a:spLocks xmlns:a="http://schemas.openxmlformats.org/drawingml/2006/main" noGrp="1"/>
          </p:cNvSpPr>
          <p:nvPr/>
        </p:nvSpPr>
        <p:spPr>
          <a:xfrm xmlns:a="http://schemas.openxmlformats.org/drawingml/2006/main">
            <a:off x="51625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Passed to constructor</a:t>
            </a:r>
          </a:p>
        </p:txBody>
      </p:sp>
      <p:sp>
        <p:nvSpPr>
          <p:cNvPr id="23" name="">
            <a:extLst xmlns:a="http://schemas.openxmlformats.org/drawingml/2006/main">
              <a:ext uri="{FF2B5EF4-FFF2-40B4-BE49-F238E27FC236}">
                <a16:creationId xmlns:a16="http://schemas.microsoft.com/office/drawing/2014/main" id="{80A74869-8F3C-4BCF-9DB6-D83619BFBF64}"/>
              </a:ext>
            </a:extLst>
          </p:cNvPr>
          <p:cNvSpPr>
            <a:spLocks xmlns:a="http://schemas.openxmlformats.org/drawingml/2006/main" noGrp="1"/>
          </p:cNvSpPr>
          <p:nvPr/>
        </p:nvSpPr>
        <p:spPr>
          <a:xfrm xmlns:a="http://schemas.openxmlformats.org/drawingml/2006/main">
            <a:off x="73533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FEB0B8C-23EB-4A0E-9F48-2549F3793C4D}"/>
              </a:ext>
            </a:extLst>
          </p:cNvPr>
          <p:cNvSpPr>
            <a:spLocks xmlns:a="http://schemas.openxmlformats.org/drawingml/2006/main" noGrp="1"/>
          </p:cNvSpPr>
          <p:nvPr/>
        </p:nvSpPr>
        <p:spPr>
          <a:xfrm xmlns:a="http://schemas.openxmlformats.org/drawingml/2006/main">
            <a:off x="73533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Binding or default</a:t>
            </a:r>
          </a:p>
        </p:txBody>
      </p:sp>
      <p:sp>
        <p:nvSpPr>
          <p:cNvPr id="25" name="">
            <a:extLst xmlns:a="http://schemas.openxmlformats.org/drawingml/2006/main">
              <a:ext uri="{FF2B5EF4-FFF2-40B4-BE49-F238E27FC236}">
                <a16:creationId xmlns:a16="http://schemas.microsoft.com/office/drawing/2014/main" id="{CF1EBB5C-BBC4-4461-BB58-BF44A59F29AF}"/>
              </a:ext>
            </a:extLst>
          </p:cNvPr>
          <p:cNvSpPr>
            <a:spLocks xmlns:a="http://schemas.openxmlformats.org/drawingml/2006/main" noGrp="1"/>
          </p:cNvSpPr>
          <p:nvPr/>
        </p:nvSpPr>
        <p:spPr>
          <a:xfrm xmlns:a="http://schemas.openxmlformats.org/drawingml/2006/main">
            <a:off x="73533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Determines when it runs</a:t>
            </a:r>
          </a:p>
        </p:txBody>
      </p:sp>
      <p:sp>
        <p:nvSpPr>
          <p:cNvPr id="26" name="">
            <a:extLst xmlns:a="http://schemas.openxmlformats.org/drawingml/2006/main">
              <a:ext uri="{FF2B5EF4-FFF2-40B4-BE49-F238E27FC236}">
                <a16:creationId xmlns:a16="http://schemas.microsoft.com/office/drawing/2014/main" id="{8722F443-99A4-4283-9B8F-17961319463D}"/>
              </a:ext>
            </a:extLst>
          </p:cNvPr>
          <p:cNvSpPr>
            <a:spLocks xmlns:a="http://schemas.openxmlformats.org/drawingml/2006/main" noGrp="1"/>
          </p:cNvSpPr>
          <p:nvPr/>
        </p:nvSpPr>
        <p:spPr>
          <a:xfrm xmlns:a="http://schemas.openxmlformats.org/drawingml/2006/main">
            <a:off x="9544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1947573-9F9C-4F34-9595-20E60B40E304}"/>
              </a:ext>
            </a:extLst>
          </p:cNvPr>
          <p:cNvSpPr>
            <a:spLocks xmlns:a="http://schemas.openxmlformats.org/drawingml/2006/main" noGrp="1"/>
          </p:cNvSpPr>
          <p:nvPr/>
        </p:nvSpPr>
        <p:spPr>
          <a:xfrm xmlns:a="http://schemas.openxmlformats.org/drawingml/2006/main">
            <a:off x="9544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
Scheduler</a:t>
            </a:r>
          </a:p>
        </p:txBody>
      </p:sp>
      <p:sp>
        <p:nvSpPr>
          <p:cNvPr id="28" name="">
            <a:extLst xmlns:a="http://schemas.openxmlformats.org/drawingml/2006/main">
              <a:ext uri="{FF2B5EF4-FFF2-40B4-BE49-F238E27FC236}">
                <a16:creationId xmlns:a16="http://schemas.microsoft.com/office/drawing/2014/main" id="{D92685E8-5456-4323-B881-200FA5E019A9}"/>
              </a:ext>
            </a:extLst>
          </p:cNvPr>
          <p:cNvSpPr>
            <a:spLocks xmlns:a="http://schemas.openxmlformats.org/drawingml/2006/main" noGrp="1"/>
          </p:cNvSpPr>
          <p:nvPr/>
        </p:nvSpPr>
        <p:spPr>
          <a:xfrm xmlns:a="http://schemas.openxmlformats.org/drawingml/2006/main">
            <a:off x="9544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Runs its lifecycle</a:t>
            </a:r>
          </a:p>
        </p:txBody>
      </p:sp>
      <p:sp>
        <p:nvSpPr>
          <p:cNvPr id="29" name="">
            <a:extLst xmlns:a="http://schemas.openxmlformats.org/drawingml/2006/main">
              <a:ext uri="{FF2B5EF4-FFF2-40B4-BE49-F238E27FC236}">
                <a16:creationId xmlns:a16="http://schemas.microsoft.com/office/drawing/2014/main" id="{6DEAAB91-8319-494B-808E-911D98777A0E}"/>
              </a:ext>
            </a:extLst>
          </p:cNvPr>
          <p:cNvSpPr>
            <a:spLocks xmlns:a="http://schemas.openxmlformats.org/drawingml/2006/main" noGrp="1"/>
          </p:cNvSpPr>
          <p:nvPr/>
        </p:nvSpPr>
        <p:spPr>
          <a:xfrm xmlns:a="http://schemas.openxmlformats.org/drawingml/2006/main">
            <a:off x="1333500" y="5086350"/>
            <a:ext cx="9525000" cy="590550"/>
          </a:xfrm>
          <a:prstGeom xmlns:a="http://schemas.openxmlformats.org/drawingml/2006/main" prst="roundRect">
            <a:avLst>
              <a:gd name="adj" fmla="val 16129"/>
            </a:avLst>
          </a:prstGeom>
          <a:solidFill xmlns:a="http://schemas.openxmlformats.org/drawingml/2006/main">
            <a:srgbClr val="162941"/>
          </a:solidFill>
          <a:ln xmlns:a="http://schemas.openxmlformats.org/drawingml/2006/main" w="9525">
            <a:solidFill>
              <a:srgbClr val="2D425B"/>
            </a:solidFill>
            <a:prstDash val="solid"/>
          </a:ln>
        </p:spPr>
      </p:sp>
      <p:sp>
        <p:nvSpPr>
          <p:cNvPr id="30" name="">
            <a:extLst xmlns:a="http://schemas.openxmlformats.org/drawingml/2006/main">
              <a:ext uri="{FF2B5EF4-FFF2-40B4-BE49-F238E27FC236}">
                <a16:creationId xmlns:a16="http://schemas.microsoft.com/office/drawing/2014/main" id="{3ED95920-A743-42BE-BF9A-1F14048D41AA}"/>
              </a:ext>
            </a:extLst>
          </p:cNvPr>
          <p:cNvSpPr>
            <a:spLocks xmlns:a="http://schemas.openxmlformats.org/drawingml/2006/main" noGrp="1"/>
          </p:cNvSpPr>
          <p:nvPr/>
        </p:nvSpPr>
        <p:spPr>
          <a:xfrm xmlns:a="http://schemas.openxmlformats.org/drawingml/2006/main">
            <a:off x="1581150" y="523875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The command calls subsystem methods; the subsystem controls its device objects.</a:t>
            </a:r>
          </a:p>
        </p:txBody>
      </p:sp>
      <p:sp>
        <p:nvSpPr>
          <p:cNvPr id="31" name="footer-left">
            <a:extLst xmlns:a="http://schemas.openxmlformats.org/drawingml/2006/main">
              <a:ext uri="{FF2B5EF4-FFF2-40B4-BE49-F238E27FC236}">
                <a16:creationId xmlns:a16="http://schemas.microsoft.com/office/drawing/2014/main" id="{0D5B8A41-BA19-4B49-8803-F34C64557D2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2" name="footer-number">
            <a:extLst xmlns:a="http://schemas.openxmlformats.org/drawingml/2006/main">
              <a:ext uri="{FF2B5EF4-FFF2-40B4-BE49-F238E27FC236}">
                <a16:creationId xmlns:a16="http://schemas.microsoft.com/office/drawing/2014/main" id="{475FB84C-5A8B-406B-8587-77949935478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11</a:t>
            </a:r>
          </a:p>
        </p:txBody>
      </p:sp>
    </p:spTree>
    <p:extLst>
      <p:ext uri="{BB962C8B-B14F-4D97-AF65-F5344CB8AC3E}">
        <p14:creationId xmlns:p14="http://schemas.microsoft.com/office/powerpoint/2010/main" val="534196845"/>
      </p:ext>
    </p:extLst>
  </p:cSld>
</p:sld>
</file>

<file path=ppt/slides/slide1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42B54514-A799-4817-B075-E7ED1588F6F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96051818-DD80-4FD5-8D68-D53D698BF115}"/>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Trigger bindings identify which command each input schedules</a:t>
            </a:r>
          </a:p>
        </p:txBody>
      </p:sp>
      <p:sp>
        <p:nvSpPr>
          <p:cNvPr id="3" name="slide-subtitle">
            <a:extLst xmlns:a="http://schemas.openxmlformats.org/drawingml/2006/main">
              <a:ext uri="{FF2B5EF4-FFF2-40B4-BE49-F238E27FC236}">
                <a16:creationId xmlns:a16="http://schemas.microsoft.com/office/drawing/2014/main" id="{75EF3E47-731F-488A-A095-45449514D014}"/>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new BeltInCommand(beltSubsystem) creates the instance; whileTrue binds it to operator button A.</a:t>
            </a:r>
          </a:p>
        </p:txBody>
      </p:sp>
      <p:sp>
        <p:nvSpPr>
          <p:cNvPr id="4" name="title-rule">
            <a:extLst xmlns:a="http://schemas.openxmlformats.org/drawingml/2006/main">
              <a:ext uri="{FF2B5EF4-FFF2-40B4-BE49-F238E27FC236}">
                <a16:creationId xmlns:a16="http://schemas.microsoft.com/office/drawing/2014/main" id="{FADF2E6C-6A6A-4FD5-8710-35D3BA08CD07}"/>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bindings-code-panel">
            <a:extLst xmlns:a="http://schemas.openxmlformats.org/drawingml/2006/main">
              <a:ext uri="{FF2B5EF4-FFF2-40B4-BE49-F238E27FC236}">
                <a16:creationId xmlns:a16="http://schemas.microsoft.com/office/drawing/2014/main" id="{607E770A-F445-4C41-BC92-7F4BBF424411}"/>
              </a:ext>
            </a:extLst>
          </p:cNvPr>
          <p:cNvSpPr>
            <a:spLocks xmlns:a="http://schemas.openxmlformats.org/drawingml/2006/main" noGrp="1"/>
          </p:cNvSpPr>
          <p:nvPr/>
        </p:nvSpPr>
        <p:spPr>
          <a:xfrm xmlns:a="http://schemas.openxmlformats.org/drawingml/2006/main">
            <a:off x="609600" y="1752600"/>
            <a:ext cx="7543800" cy="4457700"/>
          </a:xfrm>
          <a:prstGeom xmlns:a="http://schemas.openxmlformats.org/drawingml/2006/main" prst="roundRect">
            <a:avLst>
              <a:gd name="adj" fmla="val 2564"/>
            </a:avLst>
          </a:prstGeom>
          <a:solidFill xmlns:a="http://schemas.openxmlformats.org/drawingml/2006/main">
            <a:srgbClr val="0C1727"/>
          </a:solidFill>
          <a:ln xmlns:a="http://schemas.openxmlformats.org/drawingml/2006/main" w="9525">
            <a:solidFill>
              <a:srgbClr val="2D425B"/>
            </a:solidFill>
            <a:prstDash val="solid"/>
          </a:ln>
        </p:spPr>
      </p:sp>
      <p:sp>
        <p:nvSpPr>
          <p:cNvPr id="6" name="bindings-code-accent">
            <a:extLst xmlns:a="http://schemas.openxmlformats.org/drawingml/2006/main">
              <a:ext uri="{FF2B5EF4-FFF2-40B4-BE49-F238E27FC236}">
                <a16:creationId xmlns:a16="http://schemas.microsoft.com/office/drawing/2014/main" id="{297170B0-4D88-4702-81A2-10E07A8A28EF}"/>
              </a:ext>
            </a:extLst>
          </p:cNvPr>
          <p:cNvSpPr>
            <a:spLocks xmlns:a="http://schemas.openxmlformats.org/drawingml/2006/main" noGrp="1"/>
          </p:cNvSpPr>
          <p:nvPr/>
        </p:nvSpPr>
        <p:spPr>
          <a:xfrm xmlns:a="http://schemas.openxmlformats.org/drawingml/2006/main">
            <a:off x="609600" y="1752600"/>
            <a:ext cx="57150" cy="4457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bindings-code-title">
            <a:extLst xmlns:a="http://schemas.openxmlformats.org/drawingml/2006/main">
              <a:ext uri="{FF2B5EF4-FFF2-40B4-BE49-F238E27FC236}">
                <a16:creationId xmlns:a16="http://schemas.microsoft.com/office/drawing/2014/main" id="{588A010C-5B8B-4B1F-87BD-37E10AB407D1}"/>
              </a:ext>
            </a:extLst>
          </p:cNvPr>
          <p:cNvSpPr>
            <a:spLocks xmlns:a="http://schemas.openxmlformats.org/drawingml/2006/main" noGrp="1"/>
          </p:cNvSpPr>
          <p:nvPr/>
        </p:nvSpPr>
        <p:spPr>
          <a:xfrm xmlns:a="http://schemas.openxmlformats.org/drawingml/2006/main">
            <a:off x="838200" y="18859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RobotContainer.configureBindings()</a:t>
            </a:r>
          </a:p>
        </p:txBody>
      </p:sp>
      <p:sp>
        <p:nvSpPr>
          <p:cNvPr id="8" name="bindings-code-text">
            <a:extLst xmlns:a="http://schemas.openxmlformats.org/drawingml/2006/main">
              <a:ext uri="{FF2B5EF4-FFF2-40B4-BE49-F238E27FC236}">
                <a16:creationId xmlns:a16="http://schemas.microsoft.com/office/drawing/2014/main" id="{EF00A080-A30C-4173-B0D1-7DD336748616}"/>
              </a:ext>
            </a:extLst>
          </p:cNvPr>
          <p:cNvSpPr>
            <a:spLocks xmlns:a="http://schemas.openxmlformats.org/drawingml/2006/main" noGrp="1"/>
          </p:cNvSpPr>
          <p:nvPr/>
        </p:nvSpPr>
        <p:spPr>
          <a:xfrm xmlns:a="http://schemas.openxmlformats.org/drawingml/2006/main">
            <a:off x="838200" y="2209800"/>
            <a:ext cx="7143750" cy="3867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operatorController.y()</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.onTrue(new ToggleClimberArmsCommand(climberSubsystem));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operatorController.a()</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BeltInCommand(beltSubsystem));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operatorController.b()</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BeltOutCommand(beltSubsystem));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operatorController.x()</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RollerCommand(rollerSubsystem));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driverController.rightBumper()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SlowDriveCommand(driveSpeedMode));</a:t>
            </a:r>
          </a:p>
        </p:txBody>
      </p:sp>
      <p:sp>
        <p:nvSpPr>
          <p:cNvPr id="9" name="">
            <a:extLst xmlns:a="http://schemas.openxmlformats.org/drawingml/2006/main">
              <a:ext uri="{FF2B5EF4-FFF2-40B4-BE49-F238E27FC236}">
                <a16:creationId xmlns:a16="http://schemas.microsoft.com/office/drawing/2014/main" id="{02ED68B0-6AED-4F27-AFD8-07D5D189AE41}"/>
              </a:ext>
            </a:extLst>
          </p:cNvPr>
          <p:cNvSpPr>
            <a:spLocks xmlns:a="http://schemas.openxmlformats.org/drawingml/2006/main" noGrp="1"/>
          </p:cNvSpPr>
          <p:nvPr/>
        </p:nvSpPr>
        <p:spPr>
          <a:xfrm xmlns:a="http://schemas.openxmlformats.org/drawingml/2006/main">
            <a:off x="8629650" y="2000250"/>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4F7FB"/>
                </a:solidFill>
                <a:latin typeface="Aptos"/>
                <a:ea typeface="Aptos"/>
                <a:cs typeface="Aptos"/>
              </a:defRPr>
            </a:pPr>
            <a:r>
              <a:rPr sz="1950" b="1">
                <a:solidFill>
                  <a:srgbClr val="F4F7FB"/>
                </a:solidFill>
                <a:latin typeface="Aptos"/>
                <a:ea typeface="Aptos"/>
                <a:cs typeface="Aptos"/>
              </a:rPr>
              <a:t>Read a binding as a sentence</a:t>
            </a:r>
          </a:p>
        </p:txBody>
      </p:sp>
      <p:sp>
        <p:nvSpPr>
          <p:cNvPr id="10" name="bullets-dot-0">
            <a:extLst xmlns:a="http://schemas.openxmlformats.org/drawingml/2006/main">
              <a:ext uri="{FF2B5EF4-FFF2-40B4-BE49-F238E27FC236}">
                <a16:creationId xmlns:a16="http://schemas.microsoft.com/office/drawing/2014/main" id="{31F340F6-C4AD-48C5-A73D-D3A45FA33AC1}"/>
              </a:ext>
            </a:extLst>
          </p:cNvPr>
          <p:cNvSpPr>
            <a:spLocks xmlns:a="http://schemas.openxmlformats.org/drawingml/2006/main" noGrp="1"/>
          </p:cNvSpPr>
          <p:nvPr/>
        </p:nvSpPr>
        <p:spPr>
          <a:xfrm xmlns:a="http://schemas.openxmlformats.org/drawingml/2006/main">
            <a:off x="8667750" y="30575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1" name="bullets-0">
            <a:extLst xmlns:a="http://schemas.openxmlformats.org/drawingml/2006/main">
              <a:ext uri="{FF2B5EF4-FFF2-40B4-BE49-F238E27FC236}">
                <a16:creationId xmlns:a16="http://schemas.microsoft.com/office/drawing/2014/main" id="{A8F1F9BF-1E87-44E5-8D18-2040E499AEF2}"/>
              </a:ext>
            </a:extLst>
          </p:cNvPr>
          <p:cNvSpPr>
            <a:spLocks xmlns:a="http://schemas.openxmlformats.org/drawingml/2006/main" noGrp="1"/>
          </p:cNvSpPr>
          <p:nvPr/>
        </p:nvSpPr>
        <p:spPr>
          <a:xfrm xmlns:a="http://schemas.openxmlformats.org/drawingml/2006/main">
            <a:off x="8896350" y="29718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controller?</a:t>
            </a:r>
          </a:p>
        </p:txBody>
      </p:sp>
      <p:sp>
        <p:nvSpPr>
          <p:cNvPr id="12" name="bullets-dot-1">
            <a:extLst xmlns:a="http://schemas.openxmlformats.org/drawingml/2006/main">
              <a:ext uri="{FF2B5EF4-FFF2-40B4-BE49-F238E27FC236}">
                <a16:creationId xmlns:a16="http://schemas.microsoft.com/office/drawing/2014/main" id="{C8434011-AD61-43AB-9F99-05A7E2BE4B51}"/>
              </a:ext>
            </a:extLst>
          </p:cNvPr>
          <p:cNvSpPr>
            <a:spLocks xmlns:a="http://schemas.openxmlformats.org/drawingml/2006/main" noGrp="1"/>
          </p:cNvSpPr>
          <p:nvPr/>
        </p:nvSpPr>
        <p:spPr>
          <a:xfrm xmlns:a="http://schemas.openxmlformats.org/drawingml/2006/main">
            <a:off x="8667750" y="35909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3" name="bullets-1">
            <a:extLst xmlns:a="http://schemas.openxmlformats.org/drawingml/2006/main">
              <a:ext uri="{FF2B5EF4-FFF2-40B4-BE49-F238E27FC236}">
                <a16:creationId xmlns:a16="http://schemas.microsoft.com/office/drawing/2014/main" id="{3AC8DECD-3536-49AF-860E-585DE1541A88}"/>
              </a:ext>
            </a:extLst>
          </p:cNvPr>
          <p:cNvSpPr>
            <a:spLocks xmlns:a="http://schemas.openxmlformats.org/drawingml/2006/main" noGrp="1"/>
          </p:cNvSpPr>
          <p:nvPr/>
        </p:nvSpPr>
        <p:spPr>
          <a:xfrm xmlns:a="http://schemas.openxmlformats.org/drawingml/2006/main">
            <a:off x="8896350" y="35052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button?</a:t>
            </a:r>
          </a:p>
        </p:txBody>
      </p:sp>
      <p:sp>
        <p:nvSpPr>
          <p:cNvPr id="14" name="bullets-dot-2">
            <a:extLst xmlns:a="http://schemas.openxmlformats.org/drawingml/2006/main">
              <a:ext uri="{FF2B5EF4-FFF2-40B4-BE49-F238E27FC236}">
                <a16:creationId xmlns:a16="http://schemas.microsoft.com/office/drawing/2014/main" id="{F153759E-68D7-4B8A-82A3-1AA531976C5C}"/>
              </a:ext>
            </a:extLst>
          </p:cNvPr>
          <p:cNvSpPr>
            <a:spLocks xmlns:a="http://schemas.openxmlformats.org/drawingml/2006/main" noGrp="1"/>
          </p:cNvSpPr>
          <p:nvPr/>
        </p:nvSpPr>
        <p:spPr>
          <a:xfrm xmlns:a="http://schemas.openxmlformats.org/drawingml/2006/main">
            <a:off x="8667750" y="41243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5" name="bullets-2">
            <a:extLst xmlns:a="http://schemas.openxmlformats.org/drawingml/2006/main">
              <a:ext uri="{FF2B5EF4-FFF2-40B4-BE49-F238E27FC236}">
                <a16:creationId xmlns:a16="http://schemas.microsoft.com/office/drawing/2014/main" id="{12573C50-FA7F-4223-8714-297BDFD90DB5}"/>
              </a:ext>
            </a:extLst>
          </p:cNvPr>
          <p:cNvSpPr>
            <a:spLocks xmlns:a="http://schemas.openxmlformats.org/drawingml/2006/main" noGrp="1"/>
          </p:cNvSpPr>
          <p:nvPr/>
        </p:nvSpPr>
        <p:spPr>
          <a:xfrm xmlns:a="http://schemas.openxmlformats.org/drawingml/2006/main">
            <a:off x="8896350" y="40386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Trigger binding method?</a:t>
            </a:r>
          </a:p>
        </p:txBody>
      </p:sp>
      <p:sp>
        <p:nvSpPr>
          <p:cNvPr id="16" name="bullets-dot-3">
            <a:extLst xmlns:a="http://schemas.openxmlformats.org/drawingml/2006/main">
              <a:ext uri="{FF2B5EF4-FFF2-40B4-BE49-F238E27FC236}">
                <a16:creationId xmlns:a16="http://schemas.microsoft.com/office/drawing/2014/main" id="{AF5647DA-E1E1-4BA4-A335-54DB13E21689}"/>
              </a:ext>
            </a:extLst>
          </p:cNvPr>
          <p:cNvSpPr>
            <a:spLocks xmlns:a="http://schemas.openxmlformats.org/drawingml/2006/main" noGrp="1"/>
          </p:cNvSpPr>
          <p:nvPr/>
        </p:nvSpPr>
        <p:spPr>
          <a:xfrm xmlns:a="http://schemas.openxmlformats.org/drawingml/2006/main">
            <a:off x="8667750" y="46577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7" name="bullets-3">
            <a:extLst xmlns:a="http://schemas.openxmlformats.org/drawingml/2006/main">
              <a:ext uri="{FF2B5EF4-FFF2-40B4-BE49-F238E27FC236}">
                <a16:creationId xmlns:a16="http://schemas.microsoft.com/office/drawing/2014/main" id="{FCFE8678-7B5A-44B6-BF3D-3F1B3E8A991D}"/>
              </a:ext>
            </a:extLst>
          </p:cNvPr>
          <p:cNvSpPr>
            <a:spLocks xmlns:a="http://schemas.openxmlformats.org/drawingml/2006/main" noGrp="1"/>
          </p:cNvSpPr>
          <p:nvPr/>
        </p:nvSpPr>
        <p:spPr>
          <a:xfrm xmlns:a="http://schemas.openxmlformats.org/drawingml/2006/main">
            <a:off x="8896350" y="45720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command?</a:t>
            </a:r>
          </a:p>
        </p:txBody>
      </p:sp>
      <p:sp>
        <p:nvSpPr>
          <p:cNvPr id="18" name="bullets-dot-4">
            <a:extLst xmlns:a="http://schemas.openxmlformats.org/drawingml/2006/main">
              <a:ext uri="{FF2B5EF4-FFF2-40B4-BE49-F238E27FC236}">
                <a16:creationId xmlns:a16="http://schemas.microsoft.com/office/drawing/2014/main" id="{E7F7AFD8-85B4-4674-ACFF-441ACF7B77B8}"/>
              </a:ext>
            </a:extLst>
          </p:cNvPr>
          <p:cNvSpPr>
            <a:spLocks xmlns:a="http://schemas.openxmlformats.org/drawingml/2006/main" noGrp="1"/>
          </p:cNvSpPr>
          <p:nvPr/>
        </p:nvSpPr>
        <p:spPr>
          <a:xfrm xmlns:a="http://schemas.openxmlformats.org/drawingml/2006/main">
            <a:off x="8667750" y="51911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9" name="bullets-4">
            <a:extLst xmlns:a="http://schemas.openxmlformats.org/drawingml/2006/main">
              <a:ext uri="{FF2B5EF4-FFF2-40B4-BE49-F238E27FC236}">
                <a16:creationId xmlns:a16="http://schemas.microsoft.com/office/drawing/2014/main" id="{EB914C49-B3DF-4726-A19D-02251033BD84}"/>
              </a:ext>
            </a:extLst>
          </p:cNvPr>
          <p:cNvSpPr>
            <a:spLocks xmlns:a="http://schemas.openxmlformats.org/drawingml/2006/main" noGrp="1"/>
          </p:cNvSpPr>
          <p:nvPr/>
        </p:nvSpPr>
        <p:spPr>
          <a:xfrm xmlns:a="http://schemas.openxmlformats.org/drawingml/2006/main">
            <a:off x="8896350" y="51054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subsystem does it require?</a:t>
            </a:r>
          </a:p>
        </p:txBody>
      </p:sp>
      <p:sp>
        <p:nvSpPr>
          <p:cNvPr id="20" name="footer-left">
            <a:extLst xmlns:a="http://schemas.openxmlformats.org/drawingml/2006/main">
              <a:ext uri="{FF2B5EF4-FFF2-40B4-BE49-F238E27FC236}">
                <a16:creationId xmlns:a16="http://schemas.microsoft.com/office/drawing/2014/main" id="{8490A991-5C70-46F3-8694-6B238E0CB560}"/>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1" name="footer-number">
            <a:extLst xmlns:a="http://schemas.openxmlformats.org/drawingml/2006/main">
              <a:ext uri="{FF2B5EF4-FFF2-40B4-BE49-F238E27FC236}">
                <a16:creationId xmlns:a16="http://schemas.microsoft.com/office/drawing/2014/main" id="{509CA46F-78FB-4B67-B062-AB9DFB4855F5}"/>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12</a:t>
            </a:r>
          </a:p>
        </p:txBody>
      </p:sp>
    </p:spTree>
    <p:extLst>
      <p:ext uri="{BB962C8B-B14F-4D97-AF65-F5344CB8AC3E}">
        <p14:creationId xmlns:p14="http://schemas.microsoft.com/office/powerpoint/2010/main" val="2022859271"/>
      </p:ext>
    </p:extLst>
  </p:cSld>
</p:sld>
</file>

<file path=ppt/slides/slide1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6B6CA672-3E18-400E-8C44-275ADD1E1357}"/>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167B59BF-3F15-4996-B3B0-CBA25E290483}"/>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CommandScheduler moves each request through the control path</a:t>
            </a:r>
          </a:p>
        </p:txBody>
      </p:sp>
      <p:sp>
        <p:nvSpPr>
          <p:cNvPr id="3" name="slide-subtitle">
            <a:extLst xmlns:a="http://schemas.openxmlformats.org/drawingml/2006/main">
              <a:ext uri="{FF2B5EF4-FFF2-40B4-BE49-F238E27FC236}">
                <a16:creationId xmlns:a16="http://schemas.microsoft.com/office/drawing/2014/main" id="{22441B6C-72B5-4AAF-85C4-1AFACC533E38}"/>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robotPeriodic() calls CommandScheduler.run() every 20 ms, about 50 times per second.</a:t>
            </a:r>
          </a:p>
        </p:txBody>
      </p:sp>
      <p:sp>
        <p:nvSpPr>
          <p:cNvPr id="4" name="title-rule">
            <a:extLst xmlns:a="http://schemas.openxmlformats.org/drawingml/2006/main">
              <a:ext uri="{FF2B5EF4-FFF2-40B4-BE49-F238E27FC236}">
                <a16:creationId xmlns:a16="http://schemas.microsoft.com/office/drawing/2014/main" id="{60636830-9B53-4B1B-857D-BC9EDA2D8042}"/>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cheduler-code-panel">
            <a:extLst xmlns:a="http://schemas.openxmlformats.org/drawingml/2006/main">
              <a:ext uri="{FF2B5EF4-FFF2-40B4-BE49-F238E27FC236}">
                <a16:creationId xmlns:a16="http://schemas.microsoft.com/office/drawing/2014/main" id="{8C4FF6E5-0EE2-497A-93E8-687E7C60B72F}"/>
              </a:ext>
            </a:extLst>
          </p:cNvPr>
          <p:cNvSpPr>
            <a:spLocks xmlns:a="http://schemas.openxmlformats.org/drawingml/2006/main" noGrp="1"/>
          </p:cNvSpPr>
          <p:nvPr/>
        </p:nvSpPr>
        <p:spPr>
          <a:xfrm xmlns:a="http://schemas.openxmlformats.org/drawingml/2006/main">
            <a:off x="609600" y="2000250"/>
            <a:ext cx="4381500" cy="1905000"/>
          </a:xfrm>
          <a:prstGeom xmlns:a="http://schemas.openxmlformats.org/drawingml/2006/main" prst="roundRect">
            <a:avLst>
              <a:gd name="adj" fmla="val 6000"/>
            </a:avLst>
          </a:prstGeom>
          <a:solidFill xmlns:a="http://schemas.openxmlformats.org/drawingml/2006/main">
            <a:srgbClr val="0C1727"/>
          </a:solidFill>
          <a:ln xmlns:a="http://schemas.openxmlformats.org/drawingml/2006/main" w="9525">
            <a:solidFill>
              <a:srgbClr val="2D425B"/>
            </a:solidFill>
            <a:prstDash val="solid"/>
          </a:ln>
        </p:spPr>
      </p:sp>
      <p:sp>
        <p:nvSpPr>
          <p:cNvPr id="6" name="scheduler-code-accent">
            <a:extLst xmlns:a="http://schemas.openxmlformats.org/drawingml/2006/main">
              <a:ext uri="{FF2B5EF4-FFF2-40B4-BE49-F238E27FC236}">
                <a16:creationId xmlns:a16="http://schemas.microsoft.com/office/drawing/2014/main" id="{A9C63144-90C0-42D9-9500-63B788D0287C}"/>
              </a:ext>
            </a:extLst>
          </p:cNvPr>
          <p:cNvSpPr>
            <a:spLocks xmlns:a="http://schemas.openxmlformats.org/drawingml/2006/main" noGrp="1"/>
          </p:cNvSpPr>
          <p:nvPr/>
        </p:nvSpPr>
        <p:spPr>
          <a:xfrm xmlns:a="http://schemas.openxmlformats.org/drawingml/2006/main">
            <a:off x="609600" y="2000250"/>
            <a:ext cx="57150" cy="190500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7" name="scheduler-code-title">
            <a:extLst xmlns:a="http://schemas.openxmlformats.org/drawingml/2006/main">
              <a:ext uri="{FF2B5EF4-FFF2-40B4-BE49-F238E27FC236}">
                <a16:creationId xmlns:a16="http://schemas.microsoft.com/office/drawing/2014/main" id="{2AE696D0-D50D-42DF-AFCB-0BB2BFF2B2F6}"/>
              </a:ext>
            </a:extLst>
          </p:cNvPr>
          <p:cNvSpPr>
            <a:spLocks xmlns:a="http://schemas.openxmlformats.org/drawingml/2006/main" noGrp="1"/>
          </p:cNvSpPr>
          <p:nvPr/>
        </p:nvSpPr>
        <p:spPr>
          <a:xfrm xmlns:a="http://schemas.openxmlformats.org/drawingml/2006/main">
            <a:off x="838200" y="2133600"/>
            <a:ext cx="398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62D48A"/>
                </a:solidFill>
                <a:latin typeface="Consolas"/>
                <a:ea typeface="Consolas"/>
                <a:cs typeface="Consolas"/>
              </a:defRPr>
            </a:pPr>
            <a:r>
              <a:rPr sz="1125" b="1">
                <a:solidFill>
                  <a:srgbClr val="62D48A"/>
                </a:solidFill>
                <a:latin typeface="Consolas"/>
                <a:ea typeface="Consolas"/>
                <a:cs typeface="Consolas"/>
              </a:rPr>
              <a:t>Robot.java</a:t>
            </a:r>
          </a:p>
        </p:txBody>
      </p:sp>
      <p:sp>
        <p:nvSpPr>
          <p:cNvPr id="8" name="scheduler-code-text">
            <a:extLst xmlns:a="http://schemas.openxmlformats.org/drawingml/2006/main">
              <a:ext uri="{FF2B5EF4-FFF2-40B4-BE49-F238E27FC236}">
                <a16:creationId xmlns:a16="http://schemas.microsoft.com/office/drawing/2014/main" id="{F7DE9472-004B-486E-9934-20C495447602}"/>
              </a:ext>
            </a:extLst>
          </p:cNvPr>
          <p:cNvSpPr>
            <a:spLocks xmlns:a="http://schemas.openxmlformats.org/drawingml/2006/main" noGrp="1"/>
          </p:cNvSpPr>
          <p:nvPr/>
        </p:nvSpPr>
        <p:spPr>
          <a:xfrm xmlns:a="http://schemas.openxmlformats.org/drawingml/2006/main">
            <a:off x="838200" y="2457450"/>
            <a:ext cx="39814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@Override</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public void robotPeriodic() {</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    CommandScheduler.getInstance().run();</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DA3C8115-3A77-4D0A-BF48-4B952F1A839C}"/>
              </a:ext>
            </a:extLst>
          </p:cNvPr>
          <p:cNvSpPr>
            <a:spLocks xmlns:a="http://schemas.openxmlformats.org/drawingml/2006/main" noGrp="1"/>
          </p:cNvSpPr>
          <p:nvPr/>
        </p:nvSpPr>
        <p:spPr>
          <a:xfrm xmlns:a="http://schemas.openxmlformats.org/drawingml/2006/main">
            <a:off x="5314950" y="19812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5F8032AA-B71D-4511-B332-06B596F605BA}"/>
              </a:ext>
            </a:extLst>
          </p:cNvPr>
          <p:cNvSpPr>
            <a:spLocks xmlns:a="http://schemas.openxmlformats.org/drawingml/2006/main" noGrp="1"/>
          </p:cNvSpPr>
          <p:nvPr/>
        </p:nvSpPr>
        <p:spPr>
          <a:xfrm xmlns:a="http://schemas.openxmlformats.org/drawingml/2006/main">
            <a:off x="5829300" y="18859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Run subsystem periodic methods</a:t>
            </a:r>
          </a:p>
        </p:txBody>
      </p:sp>
      <p:sp>
        <p:nvSpPr>
          <p:cNvPr id="11" name="">
            <a:extLst xmlns:a="http://schemas.openxmlformats.org/drawingml/2006/main">
              <a:ext uri="{FF2B5EF4-FFF2-40B4-BE49-F238E27FC236}">
                <a16:creationId xmlns:a16="http://schemas.microsoft.com/office/drawing/2014/main" id="{E0F63DBC-AAF8-4B1C-9E94-18046FBCB85D}"/>
              </a:ext>
            </a:extLst>
          </p:cNvPr>
          <p:cNvSpPr>
            <a:spLocks xmlns:a="http://schemas.openxmlformats.org/drawingml/2006/main" noGrp="1"/>
          </p:cNvSpPr>
          <p:nvPr/>
        </p:nvSpPr>
        <p:spPr>
          <a:xfrm xmlns:a="http://schemas.openxmlformats.org/drawingml/2006/main">
            <a:off x="8401050" y="19812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D1FA9CD3-24E9-4D27-B8F2-1F1ECEB1BA31}"/>
              </a:ext>
            </a:extLst>
          </p:cNvPr>
          <p:cNvSpPr>
            <a:spLocks xmlns:a="http://schemas.openxmlformats.org/drawingml/2006/main" noGrp="1"/>
          </p:cNvSpPr>
          <p:nvPr/>
        </p:nvSpPr>
        <p:spPr>
          <a:xfrm xmlns:a="http://schemas.openxmlformats.org/drawingml/2006/main">
            <a:off x="8915400" y="18859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Poll Trigger bindings; schedule or cancel commands</a:t>
            </a:r>
          </a:p>
        </p:txBody>
      </p:sp>
      <p:sp>
        <p:nvSpPr>
          <p:cNvPr id="13" name="">
            <a:extLst xmlns:a="http://schemas.openxmlformats.org/drawingml/2006/main">
              <a:ext uri="{FF2B5EF4-FFF2-40B4-BE49-F238E27FC236}">
                <a16:creationId xmlns:a16="http://schemas.microsoft.com/office/drawing/2014/main" id="{E089D4E6-5B0F-4C97-8437-CC488EDC656E}"/>
              </a:ext>
            </a:extLst>
          </p:cNvPr>
          <p:cNvSpPr>
            <a:spLocks xmlns:a="http://schemas.openxmlformats.org/drawingml/2006/main" noGrp="1"/>
          </p:cNvSpPr>
          <p:nvPr/>
        </p:nvSpPr>
        <p:spPr>
          <a:xfrm xmlns:a="http://schemas.openxmlformats.org/drawingml/2006/main">
            <a:off x="5314950" y="3257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53178100-FB58-4A8D-B823-29D68C3B78A0}"/>
              </a:ext>
            </a:extLst>
          </p:cNvPr>
          <p:cNvSpPr>
            <a:spLocks xmlns:a="http://schemas.openxmlformats.org/drawingml/2006/main" noGrp="1"/>
          </p:cNvSpPr>
          <p:nvPr/>
        </p:nvSpPr>
        <p:spPr>
          <a:xfrm xmlns:a="http://schemas.openxmlformats.org/drawingml/2006/main">
            <a:off x="5829300" y="31623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Execute scheduled commands</a:t>
            </a:r>
          </a:p>
        </p:txBody>
      </p:sp>
      <p:sp>
        <p:nvSpPr>
          <p:cNvPr id="15" name="">
            <a:extLst xmlns:a="http://schemas.openxmlformats.org/drawingml/2006/main">
              <a:ext uri="{FF2B5EF4-FFF2-40B4-BE49-F238E27FC236}">
                <a16:creationId xmlns:a16="http://schemas.microsoft.com/office/drawing/2014/main" id="{FEC17761-05C2-4D3E-B4AD-8EF0EB2834A6}"/>
              </a:ext>
            </a:extLst>
          </p:cNvPr>
          <p:cNvSpPr>
            <a:spLocks xmlns:a="http://schemas.openxmlformats.org/drawingml/2006/main" noGrp="1"/>
          </p:cNvSpPr>
          <p:nvPr/>
        </p:nvSpPr>
        <p:spPr>
          <a:xfrm xmlns:a="http://schemas.openxmlformats.org/drawingml/2006/main">
            <a:off x="8401050" y="3257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42C6FF"/>
                </a:solidFill>
                <a:latin typeface="Aptos"/>
                <a:ea typeface="Aptos"/>
                <a:cs typeface="Aptos"/>
              </a:defRPr>
            </a:pPr>
            <a:r>
              <a:rPr sz="1575" b="1">
                <a:solidFill>
                  <a:srgbClr val="42C6FF"/>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E8DDFB60-4A7F-4B44-A725-A8F2A4C5A9B9}"/>
              </a:ext>
            </a:extLst>
          </p:cNvPr>
          <p:cNvSpPr>
            <a:spLocks xmlns:a="http://schemas.openxmlformats.org/drawingml/2006/main" noGrp="1"/>
          </p:cNvSpPr>
          <p:nvPr/>
        </p:nvSpPr>
        <p:spPr>
          <a:xfrm xmlns:a="http://schemas.openxmlformats.org/drawingml/2006/main">
            <a:off x="8915400" y="31623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Check completion and call end(...)</a:t>
            </a:r>
          </a:p>
        </p:txBody>
      </p:sp>
      <p:sp>
        <p:nvSpPr>
          <p:cNvPr id="17" name="">
            <a:extLst xmlns:a="http://schemas.openxmlformats.org/drawingml/2006/main">
              <a:ext uri="{FF2B5EF4-FFF2-40B4-BE49-F238E27FC236}">
                <a16:creationId xmlns:a16="http://schemas.microsoft.com/office/drawing/2014/main" id="{D4925BDD-CEF4-45AF-808D-FA681ACF5FF6}"/>
              </a:ext>
            </a:extLst>
          </p:cNvPr>
          <p:cNvSpPr>
            <a:spLocks xmlns:a="http://schemas.openxmlformats.org/drawingml/2006/main" noGrp="1"/>
          </p:cNvSpPr>
          <p:nvPr/>
        </p:nvSpPr>
        <p:spPr>
          <a:xfrm xmlns:a="http://schemas.openxmlformats.org/drawingml/2006/main">
            <a:off x="6858000" y="4533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5</a:t>
            </a:r>
          </a:p>
        </p:txBody>
      </p:sp>
      <p:sp>
        <p:nvSpPr>
          <p:cNvPr id="18" name="">
            <a:extLst xmlns:a="http://schemas.openxmlformats.org/drawingml/2006/main">
              <a:ext uri="{FF2B5EF4-FFF2-40B4-BE49-F238E27FC236}">
                <a16:creationId xmlns:a16="http://schemas.microsoft.com/office/drawing/2014/main" id="{8378EBEA-C83F-4BEE-A4A9-FC3BE70572CB}"/>
              </a:ext>
            </a:extLst>
          </p:cNvPr>
          <p:cNvSpPr>
            <a:spLocks xmlns:a="http://schemas.openxmlformats.org/drawingml/2006/main" noGrp="1"/>
          </p:cNvSpPr>
          <p:nvPr/>
        </p:nvSpPr>
        <p:spPr>
          <a:xfrm xmlns:a="http://schemas.openxmlformats.org/drawingml/2006/main">
            <a:off x="7372350" y="44386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Schedule default commands</a:t>
            </a:r>
          </a:p>
        </p:txBody>
      </p:sp>
      <p:sp>
        <p:nvSpPr>
          <p:cNvPr id="21" name="">
            <a:extLst xmlns:a="http://schemas.openxmlformats.org/drawingml/2006/main">
              <a:ext uri="{FF2B5EF4-FFF2-40B4-BE49-F238E27FC236}">
                <a16:creationId xmlns:a16="http://schemas.microsoft.com/office/drawing/2014/main" id="{D891B893-B570-487F-B426-6C8D0F7F482E}"/>
              </a:ext>
            </a:extLst>
          </p:cNvPr>
          <p:cNvSpPr>
            <a:spLocks xmlns:a="http://schemas.openxmlformats.org/drawingml/2006/main" noGrp="1"/>
          </p:cNvSpPr>
          <p:nvPr/>
        </p:nvSpPr>
        <p:spPr>
          <a:xfrm xmlns:a="http://schemas.openxmlformats.org/drawingml/2006/main">
            <a:off x="609600" y="5238750"/>
            <a:ext cx="10972800" cy="666750"/>
          </a:xfrm>
          <a:prstGeom xmlns:a="http://schemas.openxmlformats.org/drawingml/2006/main" prst="roundRect">
            <a:avLst>
              <a:gd name="adj" fmla="val 17143"/>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A51C5E99-E644-4EF2-A4FA-0AFCC0DBEF2A}"/>
              </a:ext>
            </a:extLst>
          </p:cNvPr>
          <p:cNvSpPr>
            <a:spLocks xmlns:a="http://schemas.openxmlformats.org/drawingml/2006/main" noGrp="1"/>
          </p:cNvSpPr>
          <p:nvPr/>
        </p:nvSpPr>
        <p:spPr>
          <a:xfrm xmlns:a="http://schemas.openxmlformats.org/drawingml/2006/main">
            <a:off x="876300" y="5429250"/>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Commands must return promptly so CommandScheduler.run() can finish each iteration.</a:t>
            </a:r>
          </a:p>
        </p:txBody>
      </p:sp>
      <p:sp>
        <p:nvSpPr>
          <p:cNvPr id="23" name="footer-left">
            <a:extLst xmlns:a="http://schemas.openxmlformats.org/drawingml/2006/main">
              <a:ext uri="{FF2B5EF4-FFF2-40B4-BE49-F238E27FC236}">
                <a16:creationId xmlns:a16="http://schemas.microsoft.com/office/drawing/2014/main" id="{E5C17B1F-140B-4DD7-ACF8-21EF376B60D2}"/>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7D28AF44-E9D4-4434-A61E-3E10AAFEBA28}"/>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13</a:t>
            </a:r>
          </a:p>
        </p:txBody>
      </p:sp>
    </p:spTree>
    <p:extLst>
      <p:ext uri="{BB962C8B-B14F-4D97-AF65-F5344CB8AC3E}">
        <p14:creationId xmlns:p14="http://schemas.microsoft.com/office/powerpoint/2010/main" val="432493009"/>
      </p:ext>
    </p:extLst>
  </p:cSld>
</p:sld>
</file>

<file path=ppt/slides/slide1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0" name="section-label">
            <a:extLst xmlns:a="http://schemas.openxmlformats.org/drawingml/2006/main">
              <a:ext uri="{FF2B5EF4-FFF2-40B4-BE49-F238E27FC236}">
                <a16:creationId xmlns:a16="http://schemas.microsoft.com/office/drawing/2014/main" id="{E0BE5B55-5AD8-4040-B6D4-9FCF0B1C95D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7E9F8DC2-C8AD-44CE-9CF1-126E1070C553}"/>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command lifecycle controls setup, repeated work, and shutdown</a:t>
            </a:r>
          </a:p>
        </p:txBody>
      </p:sp>
      <p:sp>
        <p:nvSpPr>
          <p:cNvPr id="3" name="slide-subtitle">
            <a:extLst xmlns:a="http://schemas.openxmlformats.org/drawingml/2006/main">
              <a:ext uri="{FF2B5EF4-FFF2-40B4-BE49-F238E27FC236}">
                <a16:creationId xmlns:a16="http://schemas.microsoft.com/office/drawing/2014/main" id="{838113A1-37AC-491B-9236-0C26A63AA2EC}"/>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lifecycle separates setup, repeated work, completion, and cleanup.</a:t>
            </a:r>
          </a:p>
        </p:txBody>
      </p:sp>
      <p:sp>
        <p:nvSpPr>
          <p:cNvPr id="4" name="title-rule">
            <a:extLst xmlns:a="http://schemas.openxmlformats.org/drawingml/2006/main">
              <a:ext uri="{FF2B5EF4-FFF2-40B4-BE49-F238E27FC236}">
                <a16:creationId xmlns:a16="http://schemas.microsoft.com/office/drawing/2014/main" id="{5588F431-AE58-4BD7-A253-2CB74589402D}"/>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ifecycle-0">
            <a:extLst xmlns:a="http://schemas.openxmlformats.org/drawingml/2006/main">
              <a:ext uri="{FF2B5EF4-FFF2-40B4-BE49-F238E27FC236}">
                <a16:creationId xmlns:a16="http://schemas.microsoft.com/office/drawing/2014/main" id="{DB41D1DC-0214-4F94-93F9-579489386E92}"/>
              </a:ext>
            </a:extLst>
          </p:cNvPr>
          <p:cNvSpPr>
            <a:spLocks xmlns:a="http://schemas.openxmlformats.org/drawingml/2006/main" noGrp="1"/>
          </p:cNvSpPr>
          <p:nvPr/>
        </p:nvSpPr>
        <p:spPr>
          <a:xfrm xmlns:a="http://schemas.openxmlformats.org/drawingml/2006/main">
            <a:off x="819150" y="18097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FFB64D"/>
            </a:solidFill>
            <a:prstDash val="solid"/>
          </a:ln>
        </p:spPr>
      </p:sp>
      <p:sp>
        <p:nvSpPr>
          <p:cNvPr id="6" name="">
            <a:extLst xmlns:a="http://schemas.openxmlformats.org/drawingml/2006/main">
              <a:ext uri="{FF2B5EF4-FFF2-40B4-BE49-F238E27FC236}">
                <a16:creationId xmlns:a16="http://schemas.microsoft.com/office/drawing/2014/main" id="{7488CA02-4DEE-43B7-A844-536C449F8229}"/>
              </a:ext>
            </a:extLst>
          </p:cNvPr>
          <p:cNvSpPr>
            <a:spLocks xmlns:a="http://schemas.openxmlformats.org/drawingml/2006/main" noGrp="1"/>
          </p:cNvSpPr>
          <p:nvPr/>
        </p:nvSpPr>
        <p:spPr>
          <a:xfrm xmlns:a="http://schemas.openxmlformats.org/drawingml/2006/main">
            <a:off x="1047750" y="19716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B64D"/>
                </a:solidFill>
                <a:latin typeface="Consolas"/>
                <a:ea typeface="Consolas"/>
                <a:cs typeface="Consolas"/>
              </a:defRPr>
            </a:pPr>
            <a:r>
              <a:rPr sz="1800" b="1">
                <a:solidFill>
                  <a:srgbClr val="FFB64D"/>
                </a:solidFill>
                <a:latin typeface="Consolas"/>
                <a:ea typeface="Consolas"/>
                <a:cs typeface="Consolas"/>
              </a:rPr>
              <a:t>initialize()</a:t>
            </a:r>
          </a:p>
        </p:txBody>
      </p:sp>
      <p:sp>
        <p:nvSpPr>
          <p:cNvPr id="7" name="">
            <a:extLst xmlns:a="http://schemas.openxmlformats.org/drawingml/2006/main">
              <a:ext uri="{FF2B5EF4-FFF2-40B4-BE49-F238E27FC236}">
                <a16:creationId xmlns:a16="http://schemas.microsoft.com/office/drawing/2014/main" id="{A7730BBC-4DDE-47D0-B149-CECF687986D8}"/>
              </a:ext>
            </a:extLst>
          </p:cNvPr>
          <p:cNvSpPr>
            <a:spLocks xmlns:a="http://schemas.openxmlformats.org/drawingml/2006/main" noGrp="1"/>
          </p:cNvSpPr>
          <p:nvPr/>
        </p:nvSpPr>
        <p:spPr>
          <a:xfrm xmlns:a="http://schemas.openxmlformats.org/drawingml/2006/main">
            <a:off x="4629150" y="19812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when scheduled</a:t>
            </a:r>
          </a:p>
        </p:txBody>
      </p:sp>
      <p:sp>
        <p:nvSpPr>
          <p:cNvPr id="8" name="">
            <a:extLst xmlns:a="http://schemas.openxmlformats.org/drawingml/2006/main">
              <a:ext uri="{FF2B5EF4-FFF2-40B4-BE49-F238E27FC236}">
                <a16:creationId xmlns:a16="http://schemas.microsoft.com/office/drawing/2014/main" id="{6C30DAC0-8885-45C0-9BE1-1C9ED84691D4}"/>
              </a:ext>
            </a:extLst>
          </p:cNvPr>
          <p:cNvSpPr>
            <a:spLocks xmlns:a="http://schemas.openxmlformats.org/drawingml/2006/main" noGrp="1"/>
          </p:cNvSpPr>
          <p:nvPr/>
        </p:nvSpPr>
        <p:spPr>
          <a:xfrm xmlns:a="http://schemas.openxmlformats.org/drawingml/2006/main">
            <a:off x="2266950" y="24955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9" name="lifecycle-1">
            <a:extLst xmlns:a="http://schemas.openxmlformats.org/drawingml/2006/main">
              <a:ext uri="{FF2B5EF4-FFF2-40B4-BE49-F238E27FC236}">
                <a16:creationId xmlns:a16="http://schemas.microsoft.com/office/drawing/2014/main" id="{1C22FF74-69FE-4513-85E4-E7C20132D9EF}"/>
              </a:ext>
            </a:extLst>
          </p:cNvPr>
          <p:cNvSpPr>
            <a:spLocks xmlns:a="http://schemas.openxmlformats.org/drawingml/2006/main" noGrp="1"/>
          </p:cNvSpPr>
          <p:nvPr/>
        </p:nvSpPr>
        <p:spPr>
          <a:xfrm xmlns:a="http://schemas.openxmlformats.org/drawingml/2006/main">
            <a:off x="819150" y="27622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42C6FF"/>
            </a:solidFill>
            <a:prstDash val="solid"/>
          </a:ln>
        </p:spPr>
      </p:sp>
      <p:sp>
        <p:nvSpPr>
          <p:cNvPr id="10" name="">
            <a:extLst xmlns:a="http://schemas.openxmlformats.org/drawingml/2006/main">
              <a:ext uri="{FF2B5EF4-FFF2-40B4-BE49-F238E27FC236}">
                <a16:creationId xmlns:a16="http://schemas.microsoft.com/office/drawing/2014/main" id="{E321B98C-311D-4049-A710-85CEAD4B728C}"/>
              </a:ext>
            </a:extLst>
          </p:cNvPr>
          <p:cNvSpPr>
            <a:spLocks xmlns:a="http://schemas.openxmlformats.org/drawingml/2006/main" noGrp="1"/>
          </p:cNvSpPr>
          <p:nvPr/>
        </p:nvSpPr>
        <p:spPr>
          <a:xfrm xmlns:a="http://schemas.openxmlformats.org/drawingml/2006/main">
            <a:off x="1047750" y="29241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Consolas"/>
                <a:ea typeface="Consolas"/>
                <a:cs typeface="Consolas"/>
              </a:defRPr>
            </a:pPr>
            <a:r>
              <a:rPr sz="1800" b="1">
                <a:solidFill>
                  <a:srgbClr val="42C6FF"/>
                </a:solidFill>
                <a:latin typeface="Consolas"/>
                <a:ea typeface="Consolas"/>
                <a:cs typeface="Consolas"/>
              </a:rPr>
              <a:t>execute()</a:t>
            </a:r>
          </a:p>
        </p:txBody>
      </p:sp>
      <p:sp>
        <p:nvSpPr>
          <p:cNvPr id="11" name="">
            <a:extLst xmlns:a="http://schemas.openxmlformats.org/drawingml/2006/main">
              <a:ext uri="{FF2B5EF4-FFF2-40B4-BE49-F238E27FC236}">
                <a16:creationId xmlns:a16="http://schemas.microsoft.com/office/drawing/2014/main" id="{9A6CE4A3-0929-4E48-BEC0-906EC9D74CD8}"/>
              </a:ext>
            </a:extLst>
          </p:cNvPr>
          <p:cNvSpPr>
            <a:spLocks xmlns:a="http://schemas.openxmlformats.org/drawingml/2006/main" noGrp="1"/>
          </p:cNvSpPr>
          <p:nvPr/>
        </p:nvSpPr>
        <p:spPr>
          <a:xfrm xmlns:a="http://schemas.openxmlformats.org/drawingml/2006/main">
            <a:off x="4629150" y="29337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per scheduler iteration</a:t>
            </a:r>
          </a:p>
        </p:txBody>
      </p:sp>
      <p:sp>
        <p:nvSpPr>
          <p:cNvPr id="12" name="">
            <a:extLst xmlns:a="http://schemas.openxmlformats.org/drawingml/2006/main">
              <a:ext uri="{FF2B5EF4-FFF2-40B4-BE49-F238E27FC236}">
                <a16:creationId xmlns:a16="http://schemas.microsoft.com/office/drawing/2014/main" id="{0B4A14AE-E845-497C-B095-3035D10005BB}"/>
              </a:ext>
            </a:extLst>
          </p:cNvPr>
          <p:cNvSpPr>
            <a:spLocks xmlns:a="http://schemas.openxmlformats.org/drawingml/2006/main" noGrp="1"/>
          </p:cNvSpPr>
          <p:nvPr/>
        </p:nvSpPr>
        <p:spPr>
          <a:xfrm xmlns:a="http://schemas.openxmlformats.org/drawingml/2006/main">
            <a:off x="2266950" y="34480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3" name="lifecycle-2">
            <a:extLst xmlns:a="http://schemas.openxmlformats.org/drawingml/2006/main">
              <a:ext uri="{FF2B5EF4-FFF2-40B4-BE49-F238E27FC236}">
                <a16:creationId xmlns:a16="http://schemas.microsoft.com/office/drawing/2014/main" id="{BAE93C62-2D62-435F-946F-B2ACA9EDAF20}"/>
              </a:ext>
            </a:extLst>
          </p:cNvPr>
          <p:cNvSpPr>
            <a:spLocks xmlns:a="http://schemas.openxmlformats.org/drawingml/2006/main" noGrp="1"/>
          </p:cNvSpPr>
          <p:nvPr/>
        </p:nvSpPr>
        <p:spPr>
          <a:xfrm xmlns:a="http://schemas.openxmlformats.org/drawingml/2006/main">
            <a:off x="819150" y="37147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42C6FF"/>
            </a:solidFill>
            <a:prstDash val="solid"/>
          </a:ln>
        </p:spPr>
      </p:sp>
      <p:sp>
        <p:nvSpPr>
          <p:cNvPr id="14" name="">
            <a:extLst xmlns:a="http://schemas.openxmlformats.org/drawingml/2006/main">
              <a:ext uri="{FF2B5EF4-FFF2-40B4-BE49-F238E27FC236}">
                <a16:creationId xmlns:a16="http://schemas.microsoft.com/office/drawing/2014/main" id="{60E3A5A1-6E43-46FF-A40A-E3132EFD48A0}"/>
              </a:ext>
            </a:extLst>
          </p:cNvPr>
          <p:cNvSpPr>
            <a:spLocks xmlns:a="http://schemas.openxmlformats.org/drawingml/2006/main" noGrp="1"/>
          </p:cNvSpPr>
          <p:nvPr/>
        </p:nvSpPr>
        <p:spPr>
          <a:xfrm xmlns:a="http://schemas.openxmlformats.org/drawingml/2006/main">
            <a:off x="1047750" y="38766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Consolas"/>
                <a:ea typeface="Consolas"/>
                <a:cs typeface="Consolas"/>
              </a:defRPr>
            </a:pPr>
            <a:r>
              <a:rPr sz="1800" b="1">
                <a:solidFill>
                  <a:srgbClr val="42C6FF"/>
                </a:solidFill>
                <a:latin typeface="Consolas"/>
                <a:ea typeface="Consolas"/>
                <a:cs typeface="Consolas"/>
              </a:rPr>
              <a:t>isFinished()</a:t>
            </a:r>
          </a:p>
        </p:txBody>
      </p:sp>
      <p:sp>
        <p:nvSpPr>
          <p:cNvPr id="15" name="">
            <a:extLst xmlns:a="http://schemas.openxmlformats.org/drawingml/2006/main">
              <a:ext uri="{FF2B5EF4-FFF2-40B4-BE49-F238E27FC236}">
                <a16:creationId xmlns:a16="http://schemas.microsoft.com/office/drawing/2014/main" id="{50983D53-A06F-4C29-9CA7-776926052656}"/>
              </a:ext>
            </a:extLst>
          </p:cNvPr>
          <p:cNvSpPr>
            <a:spLocks xmlns:a="http://schemas.openxmlformats.org/drawingml/2006/main" noGrp="1"/>
          </p:cNvSpPr>
          <p:nvPr/>
        </p:nvSpPr>
        <p:spPr>
          <a:xfrm xmlns:a="http://schemas.openxmlformats.org/drawingml/2006/main">
            <a:off x="4629150" y="38862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Checked after execution</a:t>
            </a:r>
          </a:p>
        </p:txBody>
      </p:sp>
      <p:sp>
        <p:nvSpPr>
          <p:cNvPr id="16" name="">
            <a:extLst xmlns:a="http://schemas.openxmlformats.org/drawingml/2006/main">
              <a:ext uri="{FF2B5EF4-FFF2-40B4-BE49-F238E27FC236}">
                <a16:creationId xmlns:a16="http://schemas.microsoft.com/office/drawing/2014/main" id="{A904A347-69BB-4B6B-91C9-6F78B5AD57AB}"/>
              </a:ext>
            </a:extLst>
          </p:cNvPr>
          <p:cNvSpPr>
            <a:spLocks xmlns:a="http://schemas.openxmlformats.org/drawingml/2006/main" noGrp="1"/>
          </p:cNvSpPr>
          <p:nvPr/>
        </p:nvSpPr>
        <p:spPr>
          <a:xfrm xmlns:a="http://schemas.openxmlformats.org/drawingml/2006/main">
            <a:off x="2266950" y="44005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7" name="lifecycle-3">
            <a:extLst xmlns:a="http://schemas.openxmlformats.org/drawingml/2006/main">
              <a:ext uri="{FF2B5EF4-FFF2-40B4-BE49-F238E27FC236}">
                <a16:creationId xmlns:a16="http://schemas.microsoft.com/office/drawing/2014/main" id="{0476A1ED-E625-414C-BACF-4F4C2CC83ABB}"/>
              </a:ext>
            </a:extLst>
          </p:cNvPr>
          <p:cNvSpPr>
            <a:spLocks xmlns:a="http://schemas.openxmlformats.org/drawingml/2006/main" noGrp="1"/>
          </p:cNvSpPr>
          <p:nvPr/>
        </p:nvSpPr>
        <p:spPr>
          <a:xfrm xmlns:a="http://schemas.openxmlformats.org/drawingml/2006/main">
            <a:off x="819150" y="46672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62D48A"/>
            </a:solidFill>
            <a:prstDash val="solid"/>
          </a:ln>
        </p:spPr>
      </p:sp>
      <p:sp>
        <p:nvSpPr>
          <p:cNvPr id="18" name="">
            <a:extLst xmlns:a="http://schemas.openxmlformats.org/drawingml/2006/main">
              <a:ext uri="{FF2B5EF4-FFF2-40B4-BE49-F238E27FC236}">
                <a16:creationId xmlns:a16="http://schemas.microsoft.com/office/drawing/2014/main" id="{00644EC6-5ACA-401C-9EEB-2A80AD44F2EA}"/>
              </a:ext>
            </a:extLst>
          </p:cNvPr>
          <p:cNvSpPr>
            <a:spLocks xmlns:a="http://schemas.openxmlformats.org/drawingml/2006/main" noGrp="1"/>
          </p:cNvSpPr>
          <p:nvPr/>
        </p:nvSpPr>
        <p:spPr>
          <a:xfrm xmlns:a="http://schemas.openxmlformats.org/drawingml/2006/main">
            <a:off x="1047750" y="48291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62D48A"/>
                </a:solidFill>
                <a:latin typeface="Consolas"/>
                <a:ea typeface="Consolas"/>
                <a:cs typeface="Consolas"/>
              </a:defRPr>
            </a:pPr>
            <a:r>
              <a:rPr sz="1800" b="1">
                <a:solidFill>
                  <a:srgbClr val="62D48A"/>
                </a:solidFill>
                <a:latin typeface="Consolas"/>
                <a:ea typeface="Consolas"/>
                <a:cs typeface="Consolas"/>
              </a:rPr>
              <a:t>end(interrupted)</a:t>
            </a:r>
          </a:p>
        </p:txBody>
      </p:sp>
      <p:sp>
        <p:nvSpPr>
          <p:cNvPr id="19" name="">
            <a:extLst xmlns:a="http://schemas.openxmlformats.org/drawingml/2006/main">
              <a:ext uri="{FF2B5EF4-FFF2-40B4-BE49-F238E27FC236}">
                <a16:creationId xmlns:a16="http://schemas.microsoft.com/office/drawing/2014/main" id="{1A19021E-FE0E-41AF-BF22-6FD2FBF13D12}"/>
              </a:ext>
            </a:extLst>
          </p:cNvPr>
          <p:cNvSpPr>
            <a:spLocks xmlns:a="http://schemas.openxmlformats.org/drawingml/2006/main" noGrp="1"/>
          </p:cNvSpPr>
          <p:nvPr/>
        </p:nvSpPr>
        <p:spPr>
          <a:xfrm xmlns:a="http://schemas.openxmlformats.org/drawingml/2006/main">
            <a:off x="4629150" y="48387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on finish or cancellation</a:t>
            </a:r>
          </a:p>
        </p:txBody>
      </p:sp>
      <p:sp>
        <p:nvSpPr>
          <p:cNvPr id="20" name="">
            <a:extLst xmlns:a="http://schemas.openxmlformats.org/drawingml/2006/main">
              <a:ext uri="{FF2B5EF4-FFF2-40B4-BE49-F238E27FC236}">
                <a16:creationId xmlns:a16="http://schemas.microsoft.com/office/drawing/2014/main" id="{D843787C-381C-4F45-9F44-3FEE97FE9CEA}"/>
              </a:ext>
            </a:extLst>
          </p:cNvPr>
          <p:cNvSpPr>
            <a:spLocks xmlns:a="http://schemas.openxmlformats.org/drawingml/2006/main" noGrp="1"/>
          </p:cNvSpPr>
          <p:nvPr/>
        </p:nvSpPr>
        <p:spPr>
          <a:xfrm xmlns:a="http://schemas.openxmlformats.org/drawingml/2006/main">
            <a:off x="8267700" y="2667000"/>
            <a:ext cx="2838450" cy="895350"/>
          </a:xfrm>
          <a:prstGeom xmlns:a="http://schemas.openxmlformats.org/drawingml/2006/main" prst="roundRect">
            <a:avLst>
              <a:gd name="adj" fmla="val 10638"/>
            </a:avLst>
          </a:prstGeom>
          <a:solidFill xmlns:a="http://schemas.openxmlformats.org/drawingml/2006/main">
            <a:srgbClr val="162941"/>
          </a:solidFill>
          <a:ln xmlns:a="http://schemas.openxmlformats.org/drawingml/2006/main" w="9525">
            <a:solidFill>
              <a:srgbClr val="42C6FF"/>
            </a:solidFill>
            <a:prstDash val="solid"/>
          </a:ln>
        </p:spPr>
      </p:sp>
      <p:sp>
        <p:nvSpPr>
          <p:cNvPr id="21" name="">
            <a:extLst xmlns:a="http://schemas.openxmlformats.org/drawingml/2006/main">
              <a:ext uri="{FF2B5EF4-FFF2-40B4-BE49-F238E27FC236}">
                <a16:creationId xmlns:a16="http://schemas.microsoft.com/office/drawing/2014/main" id="{2B7EBBAF-37E0-4710-B732-F4AAF43FA373}"/>
              </a:ext>
            </a:extLst>
          </p:cNvPr>
          <p:cNvSpPr>
            <a:spLocks xmlns:a="http://schemas.openxmlformats.org/drawingml/2006/main" noGrp="1"/>
          </p:cNvSpPr>
          <p:nvPr/>
        </p:nvSpPr>
        <p:spPr>
          <a:xfrm xmlns:a="http://schemas.openxmlformats.org/drawingml/2006/main">
            <a:off x="8477250" y="28384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false</a:t>
            </a:r>
          </a:p>
        </p:txBody>
      </p:sp>
      <p:sp>
        <p:nvSpPr>
          <p:cNvPr id="22" name="">
            <a:extLst xmlns:a="http://schemas.openxmlformats.org/drawingml/2006/main">
              <a:ext uri="{FF2B5EF4-FFF2-40B4-BE49-F238E27FC236}">
                <a16:creationId xmlns:a16="http://schemas.microsoft.com/office/drawing/2014/main" id="{18DC01D7-4477-4941-9B40-668BF4219069}"/>
              </a:ext>
            </a:extLst>
          </p:cNvPr>
          <p:cNvSpPr>
            <a:spLocks xmlns:a="http://schemas.openxmlformats.org/drawingml/2006/main" noGrp="1"/>
          </p:cNvSpPr>
          <p:nvPr/>
        </p:nvSpPr>
        <p:spPr>
          <a:xfrm xmlns:a="http://schemas.openxmlformats.org/drawingml/2006/main">
            <a:off x="8477250" y="3143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Remain scheduled; execute again.</a:t>
            </a:r>
          </a:p>
        </p:txBody>
      </p:sp>
      <p:sp>
        <p:nvSpPr>
          <p:cNvPr id="23" name="">
            <a:extLst xmlns:a="http://schemas.openxmlformats.org/drawingml/2006/main">
              <a:ext uri="{FF2B5EF4-FFF2-40B4-BE49-F238E27FC236}">
                <a16:creationId xmlns:a16="http://schemas.microsoft.com/office/drawing/2014/main" id="{BFED0CFB-8E50-450B-97B6-790536303FF2}"/>
              </a:ext>
            </a:extLst>
          </p:cNvPr>
          <p:cNvSpPr>
            <a:spLocks xmlns:a="http://schemas.openxmlformats.org/drawingml/2006/main" noGrp="1"/>
          </p:cNvSpPr>
          <p:nvPr/>
        </p:nvSpPr>
        <p:spPr>
          <a:xfrm xmlns:a="http://schemas.openxmlformats.org/drawingml/2006/main">
            <a:off x="8267700" y="3848100"/>
            <a:ext cx="2838450" cy="895350"/>
          </a:xfrm>
          <a:prstGeom xmlns:a="http://schemas.openxmlformats.org/drawingml/2006/main" prst="roundRect">
            <a:avLst>
              <a:gd name="adj" fmla="val 10638"/>
            </a:avLst>
          </a:prstGeom>
          <a:solidFill xmlns:a="http://schemas.openxmlformats.org/drawingml/2006/main">
            <a:srgbClr val="162941"/>
          </a:solidFill>
          <a:ln xmlns:a="http://schemas.openxmlformats.org/drawingml/2006/main" w="9525">
            <a:solidFill>
              <a:srgbClr val="62D48A"/>
            </a:solidFill>
            <a:prstDash val="solid"/>
          </a:ln>
        </p:spPr>
      </p:sp>
      <p:sp>
        <p:nvSpPr>
          <p:cNvPr id="24" name="">
            <a:extLst xmlns:a="http://schemas.openxmlformats.org/drawingml/2006/main">
              <a:ext uri="{FF2B5EF4-FFF2-40B4-BE49-F238E27FC236}">
                <a16:creationId xmlns:a16="http://schemas.microsoft.com/office/drawing/2014/main" id="{91326972-E41E-4280-AC95-4F701435A67E}"/>
              </a:ext>
            </a:extLst>
          </p:cNvPr>
          <p:cNvSpPr>
            <a:spLocks xmlns:a="http://schemas.openxmlformats.org/drawingml/2006/main" noGrp="1"/>
          </p:cNvSpPr>
          <p:nvPr/>
        </p:nvSpPr>
        <p:spPr>
          <a:xfrm xmlns:a="http://schemas.openxmlformats.org/drawingml/2006/main">
            <a:off x="8477250" y="40195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62D48A"/>
                </a:solidFill>
                <a:latin typeface="Aptos"/>
                <a:ea typeface="Aptos"/>
                <a:cs typeface="Aptos"/>
              </a:defRPr>
            </a:pPr>
            <a:r>
              <a:rPr sz="1350" b="1">
                <a:solidFill>
                  <a:srgbClr val="62D48A"/>
                </a:solidFill>
                <a:latin typeface="Aptos"/>
                <a:ea typeface="Aptos"/>
                <a:cs typeface="Aptos"/>
              </a:rPr>
              <a:t>finished or canceled</a:t>
            </a:r>
          </a:p>
        </p:txBody>
      </p:sp>
      <p:sp>
        <p:nvSpPr>
          <p:cNvPr id="25" name="">
            <a:extLst xmlns:a="http://schemas.openxmlformats.org/drawingml/2006/main">
              <a:ext uri="{FF2B5EF4-FFF2-40B4-BE49-F238E27FC236}">
                <a16:creationId xmlns:a16="http://schemas.microsoft.com/office/drawing/2014/main" id="{165AAF75-A61C-4AE4-9568-7868E63E95D7}"/>
              </a:ext>
            </a:extLst>
          </p:cNvPr>
          <p:cNvSpPr>
            <a:spLocks xmlns:a="http://schemas.openxmlformats.org/drawingml/2006/main" noGrp="1"/>
          </p:cNvSpPr>
          <p:nvPr/>
        </p:nvSpPr>
        <p:spPr>
          <a:xfrm xmlns:a="http://schemas.openxmlformats.org/drawingml/2006/main">
            <a:off x="8477250" y="4324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Call end(false) or end(true).</a:t>
            </a:r>
          </a:p>
        </p:txBody>
      </p:sp>
      <p:sp>
        <p:nvSpPr>
          <p:cNvPr id="26" name="">
            <a:extLst xmlns:a="http://schemas.openxmlformats.org/drawingml/2006/main">
              <a:ext uri="{FF2B5EF4-FFF2-40B4-BE49-F238E27FC236}">
                <a16:creationId xmlns:a16="http://schemas.microsoft.com/office/drawing/2014/main" id="{3A5DA5CD-99F7-4546-9824-C829B126A026}"/>
              </a:ext>
            </a:extLst>
          </p:cNvPr>
          <p:cNvSpPr>
            <a:spLocks xmlns:a="http://schemas.openxmlformats.org/drawingml/2006/main" noGrp="1"/>
          </p:cNvSpPr>
          <p:nvPr/>
        </p:nvSpPr>
        <p:spPr>
          <a:xfrm xmlns:a="http://schemas.openxmlformats.org/drawingml/2006/main">
            <a:off x="7505700" y="5219700"/>
            <a:ext cx="3600450" cy="628650"/>
          </a:xfrm>
          <a:prstGeom xmlns:a="http://schemas.openxmlformats.org/drawingml/2006/main" prst="roundRect">
            <a:avLst>
              <a:gd name="adj" fmla="val 15152"/>
            </a:avLst>
          </a:prstGeom>
          <a:solidFill xmlns:a="http://schemas.openxmlformats.org/drawingml/2006/main">
            <a:srgbClr val="162941"/>
          </a:solidFill>
          <a:ln xmlns:a="http://schemas.openxmlformats.org/drawingml/2006/main" w="9525">
            <a:solidFill>
              <a:srgbClr val="FFB64D"/>
            </a:solidFill>
            <a:prstDash val="solid"/>
          </a:ln>
        </p:spPr>
      </p:sp>
      <p:sp>
        <p:nvSpPr>
          <p:cNvPr id="27" name="">
            <a:extLst xmlns:a="http://schemas.openxmlformats.org/drawingml/2006/main">
              <a:ext uri="{FF2B5EF4-FFF2-40B4-BE49-F238E27FC236}">
                <a16:creationId xmlns:a16="http://schemas.microsoft.com/office/drawing/2014/main" id="{2D3057AE-0150-437F-A304-7860774E70E4}"/>
              </a:ext>
            </a:extLst>
          </p:cNvPr>
          <p:cNvSpPr>
            <a:spLocks xmlns:a="http://schemas.openxmlformats.org/drawingml/2006/main" noGrp="1"/>
          </p:cNvSpPr>
          <p:nvPr/>
        </p:nvSpPr>
        <p:spPr>
          <a:xfrm xmlns:a="http://schemas.openxmlformats.org/drawingml/2006/main">
            <a:off x="7715250" y="5391150"/>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FFB64D"/>
                </a:solidFill>
                <a:latin typeface="Aptos"/>
                <a:ea typeface="Aptos"/>
                <a:cs typeface="Aptos"/>
              </a:defRPr>
            </a:pPr>
            <a:r>
              <a:rPr sz="1350" b="1">
                <a:solidFill>
                  <a:srgbClr val="FFB64D"/>
                </a:solidFill>
                <a:latin typeface="Aptos"/>
                <a:ea typeface="Aptos"/>
                <a:cs typeface="Aptos"/>
              </a:rPr>
              <a:t>A loop that never returns blocks CommandScheduler.</a:t>
            </a:r>
          </a:p>
        </p:txBody>
      </p:sp>
      <p:sp>
        <p:nvSpPr>
          <p:cNvPr id="28" name="footer-left">
            <a:extLst xmlns:a="http://schemas.openxmlformats.org/drawingml/2006/main">
              <a:ext uri="{FF2B5EF4-FFF2-40B4-BE49-F238E27FC236}">
                <a16:creationId xmlns:a16="http://schemas.microsoft.com/office/drawing/2014/main" id="{819CDDE7-E0F7-4665-BBB7-E0EF0A2C69FF}"/>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9" name="footer-number">
            <a:extLst xmlns:a="http://schemas.openxmlformats.org/drawingml/2006/main">
              <a:ext uri="{FF2B5EF4-FFF2-40B4-BE49-F238E27FC236}">
                <a16:creationId xmlns:a16="http://schemas.microsoft.com/office/drawing/2014/main" id="{B4561E7E-4C35-47EB-8397-FF5883805305}"/>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14</a:t>
            </a:r>
          </a:p>
        </p:txBody>
      </p:sp>
    </p:spTree>
    <p:extLst>
      <p:ext uri="{BB962C8B-B14F-4D97-AF65-F5344CB8AC3E}">
        <p14:creationId xmlns:p14="http://schemas.microsoft.com/office/powerpoint/2010/main" val="1941820936"/>
      </p:ext>
    </p:extLst>
  </p:cSld>
</p:sld>
</file>

<file path=ppt/slides/slide1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C328C5C8-4509-4B7A-9B7A-60015F9D3B8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671FB856-49F8-4288-ABCD-559EC9BA3B9F}"/>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Requirements keep two commands from owning one mechanism</a:t>
            </a:r>
          </a:p>
        </p:txBody>
      </p:sp>
      <p:sp>
        <p:nvSpPr>
          <p:cNvPr id="3" name="slide-subtitle">
            <a:extLst xmlns:a="http://schemas.openxmlformats.org/drawingml/2006/main">
              <a:ext uri="{FF2B5EF4-FFF2-40B4-BE49-F238E27FC236}">
                <a16:creationId xmlns:a16="http://schemas.microsoft.com/office/drawing/2014/main" id="{3FBBB983-BCE5-420B-8C58-AC3283907CCD}"/>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Commands requiring different subsystems may run concurrently.</a:t>
            </a:r>
          </a:p>
        </p:txBody>
      </p:sp>
      <p:sp>
        <p:nvSpPr>
          <p:cNvPr id="4" name="title-rule">
            <a:extLst xmlns:a="http://schemas.openxmlformats.org/drawingml/2006/main">
              <a:ext uri="{FF2B5EF4-FFF2-40B4-BE49-F238E27FC236}">
                <a16:creationId xmlns:a16="http://schemas.microsoft.com/office/drawing/2014/main" id="{27B3D766-6A9E-4297-8D2A-76AC0CD13B6C}"/>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requirements-table-cell-0-0">
            <a:extLst xmlns:a="http://schemas.openxmlformats.org/drawingml/2006/main">
              <a:ext uri="{FF2B5EF4-FFF2-40B4-BE49-F238E27FC236}">
                <a16:creationId xmlns:a16="http://schemas.microsoft.com/office/drawing/2014/main" id="{7D7CCBCB-5C40-4C88-94F3-C84CFC0A1393}"/>
              </a:ext>
            </a:extLst>
          </p:cNvPr>
          <p:cNvSpPr>
            <a:spLocks xmlns:a="http://schemas.openxmlformats.org/drawingml/2006/main" noGrp="1"/>
          </p:cNvSpPr>
          <p:nvPr/>
        </p:nvSpPr>
        <p:spPr>
          <a:xfrm xmlns:a="http://schemas.openxmlformats.org/drawingml/2006/main">
            <a:off x="609600" y="1847850"/>
            <a:ext cx="2857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requirements-table-text-0-0">
            <a:extLst xmlns:a="http://schemas.openxmlformats.org/drawingml/2006/main">
              <a:ext uri="{FF2B5EF4-FFF2-40B4-BE49-F238E27FC236}">
                <a16:creationId xmlns:a16="http://schemas.microsoft.com/office/drawing/2014/main" id="{DB4E4978-FB94-4BC3-BEFE-473402C595C9}"/>
              </a:ext>
            </a:extLst>
          </p:cNvPr>
          <p:cNvSpPr>
            <a:spLocks xmlns:a="http://schemas.openxmlformats.org/drawingml/2006/main" noGrp="1"/>
          </p:cNvSpPr>
          <p:nvPr/>
        </p:nvSpPr>
        <p:spPr>
          <a:xfrm xmlns:a="http://schemas.openxmlformats.org/drawingml/2006/main">
            <a:off x="723900" y="19240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Subsystem</a:t>
            </a:r>
          </a:p>
        </p:txBody>
      </p:sp>
      <p:sp>
        <p:nvSpPr>
          <p:cNvPr id="7" name="requirements-table-cell-0-1">
            <a:extLst xmlns:a="http://schemas.openxmlformats.org/drawingml/2006/main">
              <a:ext uri="{FF2B5EF4-FFF2-40B4-BE49-F238E27FC236}">
                <a16:creationId xmlns:a16="http://schemas.microsoft.com/office/drawing/2014/main" id="{4EA9EBB5-F1B5-40CA-898E-D25FF898E230}"/>
              </a:ext>
            </a:extLst>
          </p:cNvPr>
          <p:cNvSpPr>
            <a:spLocks xmlns:a="http://schemas.openxmlformats.org/drawingml/2006/main" noGrp="1"/>
          </p:cNvSpPr>
          <p:nvPr/>
        </p:nvSpPr>
        <p:spPr>
          <a:xfrm xmlns:a="http://schemas.openxmlformats.org/drawingml/2006/main">
            <a:off x="3467100" y="1847850"/>
            <a:ext cx="3238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requirements-table-text-0-1">
            <a:extLst xmlns:a="http://schemas.openxmlformats.org/drawingml/2006/main">
              <a:ext uri="{FF2B5EF4-FFF2-40B4-BE49-F238E27FC236}">
                <a16:creationId xmlns:a16="http://schemas.microsoft.com/office/drawing/2014/main" id="{6AC12618-FEFB-4FF7-95D1-2025AB4B7789}"/>
              </a:ext>
            </a:extLst>
          </p:cNvPr>
          <p:cNvSpPr>
            <a:spLocks xmlns:a="http://schemas.openxmlformats.org/drawingml/2006/main" noGrp="1"/>
          </p:cNvSpPr>
          <p:nvPr/>
        </p:nvSpPr>
        <p:spPr>
          <a:xfrm xmlns:a="http://schemas.openxmlformats.org/drawingml/2006/main">
            <a:off x="3581400" y="1924050"/>
            <a:ext cx="3009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Commands that require it</a:t>
            </a:r>
          </a:p>
        </p:txBody>
      </p:sp>
      <p:sp>
        <p:nvSpPr>
          <p:cNvPr id="9" name="requirements-table-cell-0-2">
            <a:extLst xmlns:a="http://schemas.openxmlformats.org/drawingml/2006/main">
              <a:ext uri="{FF2B5EF4-FFF2-40B4-BE49-F238E27FC236}">
                <a16:creationId xmlns:a16="http://schemas.microsoft.com/office/drawing/2014/main" id="{A9D30643-F72A-4B7C-891F-BE3A37FBCC6D}"/>
              </a:ext>
            </a:extLst>
          </p:cNvPr>
          <p:cNvSpPr>
            <a:spLocks xmlns:a="http://schemas.openxmlformats.org/drawingml/2006/main" noGrp="1"/>
          </p:cNvSpPr>
          <p:nvPr/>
        </p:nvSpPr>
        <p:spPr>
          <a:xfrm xmlns:a="http://schemas.openxmlformats.org/drawingml/2006/main">
            <a:off x="6705600" y="1847850"/>
            <a:ext cx="48768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requirements-table-text-0-2">
            <a:extLst xmlns:a="http://schemas.openxmlformats.org/drawingml/2006/main">
              <a:ext uri="{FF2B5EF4-FFF2-40B4-BE49-F238E27FC236}">
                <a16:creationId xmlns:a16="http://schemas.microsoft.com/office/drawing/2014/main" id="{BA584B76-C1F6-423A-9E89-0C8D3457DD3B}"/>
              </a:ext>
            </a:extLst>
          </p:cNvPr>
          <p:cNvSpPr>
            <a:spLocks xmlns:a="http://schemas.openxmlformats.org/drawingml/2006/main" noGrp="1"/>
          </p:cNvSpPr>
          <p:nvPr/>
        </p:nvSpPr>
        <p:spPr>
          <a:xfrm xmlns:a="http://schemas.openxmlformats.org/drawingml/2006/main">
            <a:off x="6819900" y="192405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Scheduler result</a:t>
            </a:r>
          </a:p>
        </p:txBody>
      </p:sp>
      <p:sp>
        <p:nvSpPr>
          <p:cNvPr id="11" name="requirements-table-cell-1-0">
            <a:extLst xmlns:a="http://schemas.openxmlformats.org/drawingml/2006/main">
              <a:ext uri="{FF2B5EF4-FFF2-40B4-BE49-F238E27FC236}">
                <a16:creationId xmlns:a16="http://schemas.microsoft.com/office/drawing/2014/main" id="{C31A64CF-A83F-4230-9358-54A9920ECFF3}"/>
              </a:ext>
            </a:extLst>
          </p:cNvPr>
          <p:cNvSpPr>
            <a:spLocks xmlns:a="http://schemas.openxmlformats.org/drawingml/2006/main" noGrp="1"/>
          </p:cNvSpPr>
          <p:nvPr/>
        </p:nvSpPr>
        <p:spPr>
          <a:xfrm xmlns:a="http://schemas.openxmlformats.org/drawingml/2006/main">
            <a:off x="609600" y="2381250"/>
            <a:ext cx="2857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2" name="requirements-table-text-1-0">
            <a:extLst xmlns:a="http://schemas.openxmlformats.org/drawingml/2006/main">
              <a:ext uri="{FF2B5EF4-FFF2-40B4-BE49-F238E27FC236}">
                <a16:creationId xmlns:a16="http://schemas.microsoft.com/office/drawing/2014/main" id="{F6894ED5-A61D-433D-8732-EDA0D6CEF05A}"/>
              </a:ext>
            </a:extLst>
          </p:cNvPr>
          <p:cNvSpPr>
            <a:spLocks xmlns:a="http://schemas.openxmlformats.org/drawingml/2006/main" noGrp="1"/>
          </p:cNvSpPr>
          <p:nvPr/>
        </p:nvSpPr>
        <p:spPr>
          <a:xfrm xmlns:a="http://schemas.openxmlformats.org/drawingml/2006/main">
            <a:off x="723900" y="245745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DriveSubsystem</a:t>
            </a:r>
          </a:p>
        </p:txBody>
      </p:sp>
      <p:sp>
        <p:nvSpPr>
          <p:cNvPr id="13" name="requirements-table-cell-1-1">
            <a:extLst xmlns:a="http://schemas.openxmlformats.org/drawingml/2006/main">
              <a:ext uri="{FF2B5EF4-FFF2-40B4-BE49-F238E27FC236}">
                <a16:creationId xmlns:a16="http://schemas.microsoft.com/office/drawing/2014/main" id="{53309AED-5C53-4C88-9A43-20E10BFF5D21}"/>
              </a:ext>
            </a:extLst>
          </p:cNvPr>
          <p:cNvSpPr>
            <a:spLocks xmlns:a="http://schemas.openxmlformats.org/drawingml/2006/main" noGrp="1"/>
          </p:cNvSpPr>
          <p:nvPr/>
        </p:nvSpPr>
        <p:spPr>
          <a:xfrm xmlns:a="http://schemas.openxmlformats.org/drawingml/2006/main">
            <a:off x="3467100" y="2381250"/>
            <a:ext cx="3238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requirements-table-text-1-1">
            <a:extLst xmlns:a="http://schemas.openxmlformats.org/drawingml/2006/main">
              <a:ext uri="{FF2B5EF4-FFF2-40B4-BE49-F238E27FC236}">
                <a16:creationId xmlns:a16="http://schemas.microsoft.com/office/drawing/2014/main" id="{7BF42DD1-B4A7-4CBB-B97B-B79B884EFDFD}"/>
              </a:ext>
            </a:extLst>
          </p:cNvPr>
          <p:cNvSpPr>
            <a:spLocks xmlns:a="http://schemas.openxmlformats.org/drawingml/2006/main" noGrp="1"/>
          </p:cNvSpPr>
          <p:nvPr/>
        </p:nvSpPr>
        <p:spPr>
          <a:xfrm xmlns:a="http://schemas.openxmlformats.org/drawingml/2006/main">
            <a:off x="3581400" y="24574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DriveTeleopCommand</a:t>
            </a:r>
          </a:p>
        </p:txBody>
      </p:sp>
      <p:sp>
        <p:nvSpPr>
          <p:cNvPr id="15" name="requirements-table-cell-1-2">
            <a:extLst xmlns:a="http://schemas.openxmlformats.org/drawingml/2006/main">
              <a:ext uri="{FF2B5EF4-FFF2-40B4-BE49-F238E27FC236}">
                <a16:creationId xmlns:a16="http://schemas.microsoft.com/office/drawing/2014/main" id="{F9293554-3C9C-4259-822D-FA7E33E1A016}"/>
              </a:ext>
            </a:extLst>
          </p:cNvPr>
          <p:cNvSpPr>
            <a:spLocks xmlns:a="http://schemas.openxmlformats.org/drawingml/2006/main" noGrp="1"/>
          </p:cNvSpPr>
          <p:nvPr/>
        </p:nvSpPr>
        <p:spPr>
          <a:xfrm xmlns:a="http://schemas.openxmlformats.org/drawingml/2006/main">
            <a:off x="6705600" y="2381250"/>
            <a:ext cx="48768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requirements-table-text-1-2">
            <a:extLst xmlns:a="http://schemas.openxmlformats.org/drawingml/2006/main">
              <a:ext uri="{FF2B5EF4-FFF2-40B4-BE49-F238E27FC236}">
                <a16:creationId xmlns:a16="http://schemas.microsoft.com/office/drawing/2014/main" id="{BA100EBF-21CA-465A-B161-B46752FD3B72}"/>
              </a:ext>
            </a:extLst>
          </p:cNvPr>
          <p:cNvSpPr>
            <a:spLocks xmlns:a="http://schemas.openxmlformats.org/drawingml/2006/main" noGrp="1"/>
          </p:cNvSpPr>
          <p:nvPr/>
        </p:nvSpPr>
        <p:spPr>
          <a:xfrm xmlns:a="http://schemas.openxmlformats.org/drawingml/2006/main">
            <a:off x="6819900" y="245745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Scheduled by default when DriveSubsystem is available</a:t>
            </a:r>
          </a:p>
        </p:txBody>
      </p:sp>
      <p:sp>
        <p:nvSpPr>
          <p:cNvPr id="17" name="requirements-table-cell-2-0">
            <a:extLst xmlns:a="http://schemas.openxmlformats.org/drawingml/2006/main">
              <a:ext uri="{FF2B5EF4-FFF2-40B4-BE49-F238E27FC236}">
                <a16:creationId xmlns:a16="http://schemas.microsoft.com/office/drawing/2014/main" id="{362945F9-A213-450B-AF63-902279B4BC5A}"/>
              </a:ext>
            </a:extLst>
          </p:cNvPr>
          <p:cNvSpPr>
            <a:spLocks xmlns:a="http://schemas.openxmlformats.org/drawingml/2006/main" noGrp="1"/>
          </p:cNvSpPr>
          <p:nvPr/>
        </p:nvSpPr>
        <p:spPr>
          <a:xfrm xmlns:a="http://schemas.openxmlformats.org/drawingml/2006/main">
            <a:off x="609600" y="3124200"/>
            <a:ext cx="2857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18" name="requirements-table-text-2-0">
            <a:extLst xmlns:a="http://schemas.openxmlformats.org/drawingml/2006/main">
              <a:ext uri="{FF2B5EF4-FFF2-40B4-BE49-F238E27FC236}">
                <a16:creationId xmlns:a16="http://schemas.microsoft.com/office/drawing/2014/main" id="{D7688C8C-F8A3-4EC2-90DE-24BD400935CB}"/>
              </a:ext>
            </a:extLst>
          </p:cNvPr>
          <p:cNvSpPr>
            <a:spLocks xmlns:a="http://schemas.openxmlformats.org/drawingml/2006/main" noGrp="1"/>
          </p:cNvSpPr>
          <p:nvPr/>
        </p:nvSpPr>
        <p:spPr>
          <a:xfrm xmlns:a="http://schemas.openxmlformats.org/drawingml/2006/main">
            <a:off x="723900" y="32004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BeltSubsystem</a:t>
            </a:r>
          </a:p>
        </p:txBody>
      </p:sp>
      <p:sp>
        <p:nvSpPr>
          <p:cNvPr id="19" name="requirements-table-cell-2-1">
            <a:extLst xmlns:a="http://schemas.openxmlformats.org/drawingml/2006/main">
              <a:ext uri="{FF2B5EF4-FFF2-40B4-BE49-F238E27FC236}">
                <a16:creationId xmlns:a16="http://schemas.microsoft.com/office/drawing/2014/main" id="{9C48E87F-9112-4649-8127-76480365FCF2}"/>
              </a:ext>
            </a:extLst>
          </p:cNvPr>
          <p:cNvSpPr>
            <a:spLocks xmlns:a="http://schemas.openxmlformats.org/drawingml/2006/main" noGrp="1"/>
          </p:cNvSpPr>
          <p:nvPr/>
        </p:nvSpPr>
        <p:spPr>
          <a:xfrm xmlns:a="http://schemas.openxmlformats.org/drawingml/2006/main">
            <a:off x="3467100" y="3124200"/>
            <a:ext cx="3238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0" name="requirements-table-text-2-1">
            <a:extLst xmlns:a="http://schemas.openxmlformats.org/drawingml/2006/main">
              <a:ext uri="{FF2B5EF4-FFF2-40B4-BE49-F238E27FC236}">
                <a16:creationId xmlns:a16="http://schemas.microsoft.com/office/drawing/2014/main" id="{049F3DCD-13B7-4FB9-8345-4AF28B319242}"/>
              </a:ext>
            </a:extLst>
          </p:cNvPr>
          <p:cNvSpPr>
            <a:spLocks xmlns:a="http://schemas.openxmlformats.org/drawingml/2006/main" noGrp="1"/>
          </p:cNvSpPr>
          <p:nvPr/>
        </p:nvSpPr>
        <p:spPr>
          <a:xfrm xmlns:a="http://schemas.openxmlformats.org/drawingml/2006/main">
            <a:off x="3581400" y="32004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BeltInCommand, BeltOutCommand</a:t>
            </a:r>
          </a:p>
        </p:txBody>
      </p:sp>
      <p:sp>
        <p:nvSpPr>
          <p:cNvPr id="21" name="requirements-table-cell-2-2">
            <a:extLst xmlns:a="http://schemas.openxmlformats.org/drawingml/2006/main">
              <a:ext uri="{FF2B5EF4-FFF2-40B4-BE49-F238E27FC236}">
                <a16:creationId xmlns:a16="http://schemas.microsoft.com/office/drawing/2014/main" id="{5AE81665-81D9-410D-9F15-4F4AC55524D1}"/>
              </a:ext>
            </a:extLst>
          </p:cNvPr>
          <p:cNvSpPr>
            <a:spLocks xmlns:a="http://schemas.openxmlformats.org/drawingml/2006/main" noGrp="1"/>
          </p:cNvSpPr>
          <p:nvPr/>
        </p:nvSpPr>
        <p:spPr>
          <a:xfrm xmlns:a="http://schemas.openxmlformats.org/drawingml/2006/main">
            <a:off x="6705600" y="3124200"/>
            <a:ext cx="48768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requirements-table-text-2-2">
            <a:extLst xmlns:a="http://schemas.openxmlformats.org/drawingml/2006/main">
              <a:ext uri="{FF2B5EF4-FFF2-40B4-BE49-F238E27FC236}">
                <a16:creationId xmlns:a16="http://schemas.microsoft.com/office/drawing/2014/main" id="{8F05F6F4-6762-4398-A258-5556C56EBCC6}"/>
              </a:ext>
            </a:extLst>
          </p:cNvPr>
          <p:cNvSpPr>
            <a:spLocks xmlns:a="http://schemas.openxmlformats.org/drawingml/2006/main" noGrp="1"/>
          </p:cNvSpPr>
          <p:nvPr/>
        </p:nvSpPr>
        <p:spPr>
          <a:xfrm xmlns:a="http://schemas.openxmlformats.org/drawingml/2006/main">
            <a:off x="6819900" y="320040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Only one command requiring BeltSubsystem can be scheduled</a:t>
            </a:r>
          </a:p>
        </p:txBody>
      </p:sp>
      <p:sp>
        <p:nvSpPr>
          <p:cNvPr id="23" name="requirements-table-cell-3-0">
            <a:extLst xmlns:a="http://schemas.openxmlformats.org/drawingml/2006/main">
              <a:ext uri="{FF2B5EF4-FFF2-40B4-BE49-F238E27FC236}">
                <a16:creationId xmlns:a16="http://schemas.microsoft.com/office/drawing/2014/main" id="{4879FB25-CFC7-4D16-BC3B-77DD60958180}"/>
              </a:ext>
            </a:extLst>
          </p:cNvPr>
          <p:cNvSpPr>
            <a:spLocks xmlns:a="http://schemas.openxmlformats.org/drawingml/2006/main" noGrp="1"/>
          </p:cNvSpPr>
          <p:nvPr/>
        </p:nvSpPr>
        <p:spPr>
          <a:xfrm xmlns:a="http://schemas.openxmlformats.org/drawingml/2006/main">
            <a:off x="609600" y="3867150"/>
            <a:ext cx="2857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4" name="requirements-table-text-3-0">
            <a:extLst xmlns:a="http://schemas.openxmlformats.org/drawingml/2006/main">
              <a:ext uri="{FF2B5EF4-FFF2-40B4-BE49-F238E27FC236}">
                <a16:creationId xmlns:a16="http://schemas.microsoft.com/office/drawing/2014/main" id="{D1B64BD8-5760-4867-A239-67D637586A4B}"/>
              </a:ext>
            </a:extLst>
          </p:cNvPr>
          <p:cNvSpPr>
            <a:spLocks xmlns:a="http://schemas.openxmlformats.org/drawingml/2006/main" noGrp="1"/>
          </p:cNvSpPr>
          <p:nvPr/>
        </p:nvSpPr>
        <p:spPr>
          <a:xfrm xmlns:a="http://schemas.openxmlformats.org/drawingml/2006/main">
            <a:off x="723900" y="394335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RollerSubsystem</a:t>
            </a:r>
          </a:p>
        </p:txBody>
      </p:sp>
      <p:sp>
        <p:nvSpPr>
          <p:cNvPr id="25" name="requirements-table-cell-3-1">
            <a:extLst xmlns:a="http://schemas.openxmlformats.org/drawingml/2006/main">
              <a:ext uri="{FF2B5EF4-FFF2-40B4-BE49-F238E27FC236}">
                <a16:creationId xmlns:a16="http://schemas.microsoft.com/office/drawing/2014/main" id="{C1C25BDF-8EED-4DF9-8EBB-C74EE4870499}"/>
              </a:ext>
            </a:extLst>
          </p:cNvPr>
          <p:cNvSpPr>
            <a:spLocks xmlns:a="http://schemas.openxmlformats.org/drawingml/2006/main" noGrp="1"/>
          </p:cNvSpPr>
          <p:nvPr/>
        </p:nvSpPr>
        <p:spPr>
          <a:xfrm xmlns:a="http://schemas.openxmlformats.org/drawingml/2006/main">
            <a:off x="3467100" y="3867150"/>
            <a:ext cx="3238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6" name="requirements-table-text-3-1">
            <a:extLst xmlns:a="http://schemas.openxmlformats.org/drawingml/2006/main">
              <a:ext uri="{FF2B5EF4-FFF2-40B4-BE49-F238E27FC236}">
                <a16:creationId xmlns:a16="http://schemas.microsoft.com/office/drawing/2014/main" id="{BA80EA7E-6497-42A5-810F-39FBCCD6E19F}"/>
              </a:ext>
            </a:extLst>
          </p:cNvPr>
          <p:cNvSpPr>
            <a:spLocks xmlns:a="http://schemas.openxmlformats.org/drawingml/2006/main" noGrp="1"/>
          </p:cNvSpPr>
          <p:nvPr/>
        </p:nvSpPr>
        <p:spPr>
          <a:xfrm xmlns:a="http://schemas.openxmlformats.org/drawingml/2006/main">
            <a:off x="3581400" y="39433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RollerCommand</a:t>
            </a:r>
          </a:p>
        </p:txBody>
      </p:sp>
      <p:sp>
        <p:nvSpPr>
          <p:cNvPr id="27" name="requirements-table-cell-3-2">
            <a:extLst xmlns:a="http://schemas.openxmlformats.org/drawingml/2006/main">
              <a:ext uri="{FF2B5EF4-FFF2-40B4-BE49-F238E27FC236}">
                <a16:creationId xmlns:a16="http://schemas.microsoft.com/office/drawing/2014/main" id="{3D9AA109-5617-4566-AC62-183FEF4616E5}"/>
              </a:ext>
            </a:extLst>
          </p:cNvPr>
          <p:cNvSpPr>
            <a:spLocks xmlns:a="http://schemas.openxmlformats.org/drawingml/2006/main" noGrp="1"/>
          </p:cNvSpPr>
          <p:nvPr/>
        </p:nvSpPr>
        <p:spPr>
          <a:xfrm xmlns:a="http://schemas.openxmlformats.org/drawingml/2006/main">
            <a:off x="6705600" y="3867150"/>
            <a:ext cx="48768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8" name="requirements-table-text-3-2">
            <a:extLst xmlns:a="http://schemas.openxmlformats.org/drawingml/2006/main">
              <a:ext uri="{FF2B5EF4-FFF2-40B4-BE49-F238E27FC236}">
                <a16:creationId xmlns:a16="http://schemas.microsoft.com/office/drawing/2014/main" id="{3850F517-AAF6-43B5-B62A-914254060F3D}"/>
              </a:ext>
            </a:extLst>
          </p:cNvPr>
          <p:cNvSpPr>
            <a:spLocks xmlns:a="http://schemas.openxmlformats.org/drawingml/2006/main" noGrp="1"/>
          </p:cNvSpPr>
          <p:nvPr/>
        </p:nvSpPr>
        <p:spPr>
          <a:xfrm xmlns:a="http://schemas.openxmlformats.org/drawingml/2006/main">
            <a:off x="6819900" y="394335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Can run concurrently with belt commands</a:t>
            </a:r>
          </a:p>
        </p:txBody>
      </p:sp>
      <p:sp>
        <p:nvSpPr>
          <p:cNvPr id="29" name="requirements-table-cell-4-0">
            <a:extLst xmlns:a="http://schemas.openxmlformats.org/drawingml/2006/main">
              <a:ext uri="{FF2B5EF4-FFF2-40B4-BE49-F238E27FC236}">
                <a16:creationId xmlns:a16="http://schemas.microsoft.com/office/drawing/2014/main" id="{7A4F42D8-CFBF-40DA-B330-CBB9FB3C4555}"/>
              </a:ext>
            </a:extLst>
          </p:cNvPr>
          <p:cNvSpPr>
            <a:spLocks xmlns:a="http://schemas.openxmlformats.org/drawingml/2006/main" noGrp="1"/>
          </p:cNvSpPr>
          <p:nvPr/>
        </p:nvSpPr>
        <p:spPr>
          <a:xfrm xmlns:a="http://schemas.openxmlformats.org/drawingml/2006/main">
            <a:off x="609600" y="4610100"/>
            <a:ext cx="2857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0" name="requirements-table-text-4-0">
            <a:extLst xmlns:a="http://schemas.openxmlformats.org/drawingml/2006/main">
              <a:ext uri="{FF2B5EF4-FFF2-40B4-BE49-F238E27FC236}">
                <a16:creationId xmlns:a16="http://schemas.microsoft.com/office/drawing/2014/main" id="{499182B3-3D22-4FC7-ABB9-067058BA47B9}"/>
              </a:ext>
            </a:extLst>
          </p:cNvPr>
          <p:cNvSpPr>
            <a:spLocks xmlns:a="http://schemas.openxmlformats.org/drawingml/2006/main" noGrp="1"/>
          </p:cNvSpPr>
          <p:nvPr/>
        </p:nvSpPr>
        <p:spPr>
          <a:xfrm xmlns:a="http://schemas.openxmlformats.org/drawingml/2006/main">
            <a:off x="723900" y="46863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ClimberSubsystem</a:t>
            </a:r>
          </a:p>
        </p:txBody>
      </p:sp>
      <p:sp>
        <p:nvSpPr>
          <p:cNvPr id="31" name="requirements-table-cell-4-1">
            <a:extLst xmlns:a="http://schemas.openxmlformats.org/drawingml/2006/main">
              <a:ext uri="{FF2B5EF4-FFF2-40B4-BE49-F238E27FC236}">
                <a16:creationId xmlns:a16="http://schemas.microsoft.com/office/drawing/2014/main" id="{6BFC1AC2-1FE0-4124-A4CA-D0060052BC65}"/>
              </a:ext>
            </a:extLst>
          </p:cNvPr>
          <p:cNvSpPr>
            <a:spLocks xmlns:a="http://schemas.openxmlformats.org/drawingml/2006/main" noGrp="1"/>
          </p:cNvSpPr>
          <p:nvPr/>
        </p:nvSpPr>
        <p:spPr>
          <a:xfrm xmlns:a="http://schemas.openxmlformats.org/drawingml/2006/main">
            <a:off x="3467100" y="4610100"/>
            <a:ext cx="3238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2" name="requirements-table-text-4-1">
            <a:extLst xmlns:a="http://schemas.openxmlformats.org/drawingml/2006/main">
              <a:ext uri="{FF2B5EF4-FFF2-40B4-BE49-F238E27FC236}">
                <a16:creationId xmlns:a16="http://schemas.microsoft.com/office/drawing/2014/main" id="{C8391D65-7295-4108-8EA9-A281EF39A841}"/>
              </a:ext>
            </a:extLst>
          </p:cNvPr>
          <p:cNvSpPr>
            <a:spLocks xmlns:a="http://schemas.openxmlformats.org/drawingml/2006/main" noGrp="1"/>
          </p:cNvSpPr>
          <p:nvPr/>
        </p:nvSpPr>
        <p:spPr>
          <a:xfrm xmlns:a="http://schemas.openxmlformats.org/drawingml/2006/main">
            <a:off x="3581400" y="46863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ToggleClimberArmsCommand</a:t>
            </a:r>
          </a:p>
        </p:txBody>
      </p:sp>
      <p:sp>
        <p:nvSpPr>
          <p:cNvPr id="33" name="requirements-table-cell-4-2">
            <a:extLst xmlns:a="http://schemas.openxmlformats.org/drawingml/2006/main">
              <a:ext uri="{FF2B5EF4-FFF2-40B4-BE49-F238E27FC236}">
                <a16:creationId xmlns:a16="http://schemas.microsoft.com/office/drawing/2014/main" id="{2E4F7549-00D3-4EEF-9DCF-D74479596F37}"/>
              </a:ext>
            </a:extLst>
          </p:cNvPr>
          <p:cNvSpPr>
            <a:spLocks xmlns:a="http://schemas.openxmlformats.org/drawingml/2006/main" noGrp="1"/>
          </p:cNvSpPr>
          <p:nvPr/>
        </p:nvSpPr>
        <p:spPr>
          <a:xfrm xmlns:a="http://schemas.openxmlformats.org/drawingml/2006/main">
            <a:off x="6705600" y="4610100"/>
            <a:ext cx="48768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4" name="requirements-table-text-4-2">
            <a:extLst xmlns:a="http://schemas.openxmlformats.org/drawingml/2006/main">
              <a:ext uri="{FF2B5EF4-FFF2-40B4-BE49-F238E27FC236}">
                <a16:creationId xmlns:a16="http://schemas.microsoft.com/office/drawing/2014/main" id="{386782FC-3FC9-4E22-9A9F-4B4388F353AE}"/>
              </a:ext>
            </a:extLst>
          </p:cNvPr>
          <p:cNvSpPr>
            <a:spLocks xmlns:a="http://schemas.openxmlformats.org/drawingml/2006/main" noGrp="1"/>
          </p:cNvSpPr>
          <p:nvPr/>
        </p:nvSpPr>
        <p:spPr>
          <a:xfrm xmlns:a="http://schemas.openxmlformats.org/drawingml/2006/main">
            <a:off x="6819900" y="468630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No other command requiring ClimberSubsystem can run concurrently</a:t>
            </a:r>
          </a:p>
        </p:txBody>
      </p:sp>
      <p:sp>
        <p:nvSpPr>
          <p:cNvPr id="35" name="">
            <a:extLst xmlns:a="http://schemas.openxmlformats.org/drawingml/2006/main">
              <a:ext uri="{FF2B5EF4-FFF2-40B4-BE49-F238E27FC236}">
                <a16:creationId xmlns:a16="http://schemas.microsoft.com/office/drawing/2014/main" id="{B7694FD3-362D-4274-8054-1E8E0598DEE3}"/>
              </a:ext>
            </a:extLst>
          </p:cNvPr>
          <p:cNvSpPr>
            <a:spLocks xmlns:a="http://schemas.openxmlformats.org/drawingml/2006/main" noGrp="1"/>
          </p:cNvSpPr>
          <p:nvPr/>
        </p:nvSpPr>
        <p:spPr>
          <a:xfrm xmlns:a="http://schemas.openxmlformats.org/drawingml/2006/main">
            <a:off x="609600" y="5257800"/>
            <a:ext cx="10972800" cy="666750"/>
          </a:xfrm>
          <a:prstGeom xmlns:a="http://schemas.openxmlformats.org/drawingml/2006/main" prst="roundRect">
            <a:avLst>
              <a:gd name="adj" fmla="val 17143"/>
            </a:avLst>
          </a:prstGeom>
          <a:solidFill xmlns:a="http://schemas.openxmlformats.org/drawingml/2006/main">
            <a:srgbClr val="162941"/>
          </a:solidFill>
          <a:ln xmlns:a="http://schemas.openxmlformats.org/drawingml/2006/main" w="9525">
            <a:solidFill>
              <a:srgbClr val="2D425B"/>
            </a:solidFill>
            <a:prstDash val="solid"/>
          </a:ln>
        </p:spPr>
      </p:sp>
      <p:sp>
        <p:nvSpPr>
          <p:cNvPr id="36" name="">
            <a:extLst xmlns:a="http://schemas.openxmlformats.org/drawingml/2006/main">
              <a:ext uri="{FF2B5EF4-FFF2-40B4-BE49-F238E27FC236}">
                <a16:creationId xmlns:a16="http://schemas.microsoft.com/office/drawing/2014/main" id="{90E8BB89-1014-46D1-A397-6A3971BB2B0C}"/>
              </a:ext>
            </a:extLst>
          </p:cNvPr>
          <p:cNvSpPr>
            <a:spLocks xmlns:a="http://schemas.openxmlformats.org/drawingml/2006/main" noGrp="1"/>
          </p:cNvSpPr>
          <p:nvPr/>
        </p:nvSpPr>
        <p:spPr>
          <a:xfrm xmlns:a="http://schemas.openxmlformats.org/drawingml/2006/main">
            <a:off x="876300" y="541020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addRequirements(subsystem) adds a subsystem requirement. A field reference does not add that requirement.</a:t>
            </a:r>
          </a:p>
        </p:txBody>
      </p:sp>
      <p:sp>
        <p:nvSpPr>
          <p:cNvPr id="37" name="footer-left">
            <a:extLst xmlns:a="http://schemas.openxmlformats.org/drawingml/2006/main">
              <a:ext uri="{FF2B5EF4-FFF2-40B4-BE49-F238E27FC236}">
                <a16:creationId xmlns:a16="http://schemas.microsoft.com/office/drawing/2014/main" id="{0F6987EA-5E8D-42BC-B7C0-B0E823771589}"/>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15DE3CE8-E4F5-477A-B604-9063EC618A8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15</a:t>
            </a:r>
          </a:p>
        </p:txBody>
      </p:sp>
    </p:spTree>
    <p:extLst>
      <p:ext uri="{BB962C8B-B14F-4D97-AF65-F5344CB8AC3E}">
        <p14:creationId xmlns:p14="http://schemas.microsoft.com/office/powerpoint/2010/main" val="1654206737"/>
      </p:ext>
    </p:extLst>
  </p:cSld>
</p:sld>
</file>

<file path=ppt/slides/slide1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F4E8EAE9-13C5-4B74-8136-7FAECFB00053}"/>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EF78FB1B-F911-435C-ABF8-8FCC994E4DA6}"/>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Driver stick input reaches the drivetrain through six steps</a:t>
            </a:r>
          </a:p>
        </p:txBody>
      </p:sp>
      <p:sp>
        <p:nvSpPr>
          <p:cNvPr id="3" name="slide-subtitle">
            <a:extLst xmlns:a="http://schemas.openxmlformats.org/drawingml/2006/main">
              <a:ext uri="{FF2B5EF4-FFF2-40B4-BE49-F238E27FC236}">
                <a16:creationId xmlns:a16="http://schemas.microsoft.com/office/drawing/2014/main" id="{0E68879B-17A3-4D45-A2BE-700E7A711499}"/>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DriveSubsystem already owns the motor-controller objects selected by their hardware IDs.</a:t>
            </a:r>
          </a:p>
        </p:txBody>
      </p:sp>
      <p:sp>
        <p:nvSpPr>
          <p:cNvPr id="4" name="title-rule">
            <a:extLst xmlns:a="http://schemas.openxmlformats.org/drawingml/2006/main">
              <a:ext uri="{FF2B5EF4-FFF2-40B4-BE49-F238E27FC236}">
                <a16:creationId xmlns:a16="http://schemas.microsoft.com/office/drawing/2014/main" id="{B417F015-FF77-4362-B02C-5E5FAD220904}"/>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ignal-0">
            <a:extLst xmlns:a="http://schemas.openxmlformats.org/drawingml/2006/main">
              <a:ext uri="{FF2B5EF4-FFF2-40B4-BE49-F238E27FC236}">
                <a16:creationId xmlns:a16="http://schemas.microsoft.com/office/drawing/2014/main" id="{E90E4718-EC8D-4FDA-9927-83753EECC56E}"/>
              </a:ext>
            </a:extLst>
          </p:cNvPr>
          <p:cNvSpPr>
            <a:spLocks xmlns:a="http://schemas.openxmlformats.org/drawingml/2006/main" noGrp="1"/>
          </p:cNvSpPr>
          <p:nvPr/>
        </p:nvSpPr>
        <p:spPr>
          <a:xfrm xmlns:a="http://schemas.openxmlformats.org/drawingml/2006/main">
            <a:off x="609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FFB64D"/>
            </a:solidFill>
            <a:prstDash val="solid"/>
          </a:ln>
        </p:spPr>
      </p:sp>
      <p:sp>
        <p:nvSpPr>
          <p:cNvPr id="6" name="signal-1">
            <a:extLst xmlns:a="http://schemas.openxmlformats.org/drawingml/2006/main">
              <a:ext uri="{FF2B5EF4-FFF2-40B4-BE49-F238E27FC236}">
                <a16:creationId xmlns:a16="http://schemas.microsoft.com/office/drawing/2014/main" id="{50AB8F99-0978-4B26-B491-32EF18933422}"/>
              </a:ext>
            </a:extLst>
          </p:cNvPr>
          <p:cNvSpPr>
            <a:spLocks xmlns:a="http://schemas.openxmlformats.org/drawingml/2006/main" noGrp="1"/>
          </p:cNvSpPr>
          <p:nvPr/>
        </p:nvSpPr>
        <p:spPr>
          <a:xfrm xmlns:a="http://schemas.openxmlformats.org/drawingml/2006/main">
            <a:off x="2419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7" name="signal-2">
            <a:extLst xmlns:a="http://schemas.openxmlformats.org/drawingml/2006/main">
              <a:ext uri="{FF2B5EF4-FFF2-40B4-BE49-F238E27FC236}">
                <a16:creationId xmlns:a16="http://schemas.microsoft.com/office/drawing/2014/main" id="{EAA20C9B-8E87-4492-ABEB-A0AD3E2EF835}"/>
              </a:ext>
            </a:extLst>
          </p:cNvPr>
          <p:cNvSpPr>
            <a:spLocks xmlns:a="http://schemas.openxmlformats.org/drawingml/2006/main" noGrp="1"/>
          </p:cNvSpPr>
          <p:nvPr/>
        </p:nvSpPr>
        <p:spPr>
          <a:xfrm xmlns:a="http://schemas.openxmlformats.org/drawingml/2006/main">
            <a:off x="42291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8" name="signal-3">
            <a:extLst xmlns:a="http://schemas.openxmlformats.org/drawingml/2006/main">
              <a:ext uri="{FF2B5EF4-FFF2-40B4-BE49-F238E27FC236}">
                <a16:creationId xmlns:a16="http://schemas.microsoft.com/office/drawing/2014/main" id="{B72E2251-8288-4329-B092-913222EFC0C3}"/>
              </a:ext>
            </a:extLst>
          </p:cNvPr>
          <p:cNvSpPr>
            <a:spLocks xmlns:a="http://schemas.openxmlformats.org/drawingml/2006/main" noGrp="1"/>
          </p:cNvSpPr>
          <p:nvPr/>
        </p:nvSpPr>
        <p:spPr>
          <a:xfrm xmlns:a="http://schemas.openxmlformats.org/drawingml/2006/main">
            <a:off x="60388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9" name="signal-4">
            <a:extLst xmlns:a="http://schemas.openxmlformats.org/drawingml/2006/main">
              <a:ext uri="{FF2B5EF4-FFF2-40B4-BE49-F238E27FC236}">
                <a16:creationId xmlns:a16="http://schemas.microsoft.com/office/drawing/2014/main" id="{D8D4C14E-3971-41A1-AE04-4F09062EAED5}"/>
              </a:ext>
            </a:extLst>
          </p:cNvPr>
          <p:cNvSpPr>
            <a:spLocks xmlns:a="http://schemas.openxmlformats.org/drawingml/2006/main" noGrp="1"/>
          </p:cNvSpPr>
          <p:nvPr/>
        </p:nvSpPr>
        <p:spPr>
          <a:xfrm xmlns:a="http://schemas.openxmlformats.org/drawingml/2006/main">
            <a:off x="7848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10" name="signal-5">
            <a:extLst xmlns:a="http://schemas.openxmlformats.org/drawingml/2006/main">
              <a:ext uri="{FF2B5EF4-FFF2-40B4-BE49-F238E27FC236}">
                <a16:creationId xmlns:a16="http://schemas.microsoft.com/office/drawing/2014/main" id="{EADC7288-97AF-4892-AF49-B40152EB42D6}"/>
              </a:ext>
            </a:extLst>
          </p:cNvPr>
          <p:cNvSpPr>
            <a:spLocks xmlns:a="http://schemas.openxmlformats.org/drawingml/2006/main" noGrp="1"/>
          </p:cNvSpPr>
          <p:nvPr/>
        </p:nvSpPr>
        <p:spPr>
          <a:xfrm xmlns:a="http://schemas.openxmlformats.org/drawingml/2006/main">
            <a:off x="9658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62D48A"/>
            </a:solidFill>
            <a:prstDash val="solid"/>
          </a:ln>
        </p:spPr>
      </p:sp>
      <p:cxnSp>
        <p:nvCxnSpPr>
          <p:cNvPr id="229" name=""/>
          <p:cNvCxnSpPr>
            <a:stCxn xmlns:a="http://schemas.openxmlformats.org/drawingml/2006/main" id="5" idx="3"/>
            <a:endCxn xmlns:a="http://schemas.openxmlformats.org/drawingml/2006/main" id="6" idx="1"/>
          </p:cNvCxnSpPr>
          <p:nvPr/>
        </p:nvCxnSpPr>
        <p:spPr>
          <a:xfrm xmlns:a="http://schemas.openxmlformats.org/drawingml/2006/main">
            <a:off x="2152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0" name=""/>
          <p:cNvCxnSpPr>
            <a:stCxn xmlns:a="http://schemas.openxmlformats.org/drawingml/2006/main" id="6" idx="3"/>
            <a:endCxn xmlns:a="http://schemas.openxmlformats.org/drawingml/2006/main" id="7" idx="1"/>
          </p:cNvCxnSpPr>
          <p:nvPr/>
        </p:nvCxnSpPr>
        <p:spPr>
          <a:xfrm xmlns:a="http://schemas.openxmlformats.org/drawingml/2006/main">
            <a:off x="39624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1" name=""/>
          <p:cNvCxnSpPr>
            <a:stCxn xmlns:a="http://schemas.openxmlformats.org/drawingml/2006/main" id="7" idx="3"/>
            <a:endCxn xmlns:a="http://schemas.openxmlformats.org/drawingml/2006/main" id="8" idx="1"/>
          </p:cNvCxnSpPr>
          <p:nvPr/>
        </p:nvCxnSpPr>
        <p:spPr>
          <a:xfrm xmlns:a="http://schemas.openxmlformats.org/drawingml/2006/main">
            <a:off x="57721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2" name=""/>
          <p:cNvCxnSpPr>
            <a:stCxn xmlns:a="http://schemas.openxmlformats.org/drawingml/2006/main" id="8" idx="3"/>
            <a:endCxn xmlns:a="http://schemas.openxmlformats.org/drawingml/2006/main" id="9" idx="1"/>
          </p:cNvCxnSpPr>
          <p:nvPr/>
        </p:nvCxnSpPr>
        <p:spPr>
          <a:xfrm xmlns:a="http://schemas.openxmlformats.org/drawingml/2006/main">
            <a:off x="75819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3" name=""/>
          <p:cNvCxnSpPr>
            <a:stCxn xmlns:a="http://schemas.openxmlformats.org/drawingml/2006/main" id="9" idx="3"/>
            <a:endCxn xmlns:a="http://schemas.openxmlformats.org/drawingml/2006/main" id="10" idx="1"/>
          </p:cNvCxnSpPr>
          <p:nvPr/>
        </p:nvCxnSpPr>
        <p:spPr>
          <a:xfrm xmlns:a="http://schemas.openxmlformats.org/drawingml/2006/main">
            <a:off x="9391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6" name="">
            <a:extLst xmlns:a="http://schemas.openxmlformats.org/drawingml/2006/main">
              <a:ext uri="{FF2B5EF4-FFF2-40B4-BE49-F238E27FC236}">
                <a16:creationId xmlns:a16="http://schemas.microsoft.com/office/drawing/2014/main" id="{E272A7B5-FFE0-486F-B62B-4943B5B2089F}"/>
              </a:ext>
            </a:extLst>
          </p:cNvPr>
          <p:cNvSpPr>
            <a:spLocks xmlns:a="http://schemas.openxmlformats.org/drawingml/2006/main" noGrp="1"/>
          </p:cNvSpPr>
          <p:nvPr/>
        </p:nvSpPr>
        <p:spPr>
          <a:xfrm xmlns:a="http://schemas.openxmlformats.org/drawingml/2006/main">
            <a:off x="781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C18DDA-1958-4888-A093-4F230DACEAEB}"/>
              </a:ext>
            </a:extLst>
          </p:cNvPr>
          <p:cNvSpPr>
            <a:spLocks xmlns:a="http://schemas.openxmlformats.org/drawingml/2006/main" noGrp="1"/>
          </p:cNvSpPr>
          <p:nvPr/>
        </p:nvSpPr>
        <p:spPr>
          <a:xfrm xmlns:a="http://schemas.openxmlformats.org/drawingml/2006/main">
            <a:off x="781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Driver Xbox</a:t>
            </a:r>
          </a:p>
        </p:txBody>
      </p:sp>
      <p:sp>
        <p:nvSpPr>
          <p:cNvPr id="18" name="">
            <a:extLst xmlns:a="http://schemas.openxmlformats.org/drawingml/2006/main">
              <a:ext uri="{FF2B5EF4-FFF2-40B4-BE49-F238E27FC236}">
                <a16:creationId xmlns:a16="http://schemas.microsoft.com/office/drawing/2014/main" id="{7FE2DA2D-3096-49D1-855A-BEAF94E9985F}"/>
              </a:ext>
            </a:extLst>
          </p:cNvPr>
          <p:cNvSpPr>
            <a:spLocks xmlns:a="http://schemas.openxmlformats.org/drawingml/2006/main" noGrp="1"/>
          </p:cNvSpPr>
          <p:nvPr/>
        </p:nvSpPr>
        <p:spPr>
          <a:xfrm xmlns:a="http://schemas.openxmlformats.org/drawingml/2006/main">
            <a:off x="781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Left Y and right Y</a:t>
            </a:r>
          </a:p>
        </p:txBody>
      </p:sp>
      <p:sp>
        <p:nvSpPr>
          <p:cNvPr id="19" name="">
            <a:extLst xmlns:a="http://schemas.openxmlformats.org/drawingml/2006/main">
              <a:ext uri="{FF2B5EF4-FFF2-40B4-BE49-F238E27FC236}">
                <a16:creationId xmlns:a16="http://schemas.microsoft.com/office/drawing/2014/main" id="{495947ED-16DF-4EF5-9E8D-CA67FE9EBCFF}"/>
              </a:ext>
            </a:extLst>
          </p:cNvPr>
          <p:cNvSpPr>
            <a:spLocks xmlns:a="http://schemas.openxmlformats.org/drawingml/2006/main" noGrp="1"/>
          </p:cNvSpPr>
          <p:nvPr/>
        </p:nvSpPr>
        <p:spPr>
          <a:xfrm xmlns:a="http://schemas.openxmlformats.org/drawingml/2006/main">
            <a:off x="2590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43AC0C8-4B62-4A4A-94D6-B882543D0A77}"/>
              </a:ext>
            </a:extLst>
          </p:cNvPr>
          <p:cNvSpPr>
            <a:spLocks xmlns:a="http://schemas.openxmlformats.org/drawingml/2006/main" noGrp="1"/>
          </p:cNvSpPr>
          <p:nvPr/>
        </p:nvSpPr>
        <p:spPr>
          <a:xfrm xmlns:a="http://schemas.openxmlformats.org/drawingml/2006/main">
            <a:off x="2590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Default command</a:t>
            </a:r>
          </a:p>
        </p:txBody>
      </p:sp>
      <p:sp>
        <p:nvSpPr>
          <p:cNvPr id="21" name="">
            <a:extLst xmlns:a="http://schemas.openxmlformats.org/drawingml/2006/main">
              <a:ext uri="{FF2B5EF4-FFF2-40B4-BE49-F238E27FC236}">
                <a16:creationId xmlns:a16="http://schemas.microsoft.com/office/drawing/2014/main" id="{C877B55D-A460-429A-B8F5-DA1740E0A754}"/>
              </a:ext>
            </a:extLst>
          </p:cNvPr>
          <p:cNvSpPr>
            <a:spLocks xmlns:a="http://schemas.openxmlformats.org/drawingml/2006/main" noGrp="1"/>
          </p:cNvSpPr>
          <p:nvPr/>
        </p:nvSpPr>
        <p:spPr>
          <a:xfrm xmlns:a="http://schemas.openxmlformats.org/drawingml/2006/main">
            <a:off x="2590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Scheduled when drive is free</a:t>
            </a:r>
          </a:p>
        </p:txBody>
      </p:sp>
      <p:sp>
        <p:nvSpPr>
          <p:cNvPr id="22" name="">
            <a:extLst xmlns:a="http://schemas.openxmlformats.org/drawingml/2006/main">
              <a:ext uri="{FF2B5EF4-FFF2-40B4-BE49-F238E27FC236}">
                <a16:creationId xmlns:a16="http://schemas.microsoft.com/office/drawing/2014/main" id="{22631DD9-034C-432F-A4AD-6D9F7F73E978}"/>
              </a:ext>
            </a:extLst>
          </p:cNvPr>
          <p:cNvSpPr>
            <a:spLocks xmlns:a="http://schemas.openxmlformats.org/drawingml/2006/main" noGrp="1"/>
          </p:cNvSpPr>
          <p:nvPr/>
        </p:nvSpPr>
        <p:spPr>
          <a:xfrm xmlns:a="http://schemas.openxmlformats.org/drawingml/2006/main">
            <a:off x="44005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BF2B9286-3E55-4ABE-93F5-B4E3DA130238}"/>
              </a:ext>
            </a:extLst>
          </p:cNvPr>
          <p:cNvSpPr>
            <a:spLocks xmlns:a="http://schemas.openxmlformats.org/drawingml/2006/main" noGrp="1"/>
          </p:cNvSpPr>
          <p:nvPr/>
        </p:nvSpPr>
        <p:spPr>
          <a:xfrm xmlns:a="http://schemas.openxmlformats.org/drawingml/2006/main">
            <a:off x="44005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4" name="">
            <a:extLst xmlns:a="http://schemas.openxmlformats.org/drawingml/2006/main">
              <a:ext uri="{FF2B5EF4-FFF2-40B4-BE49-F238E27FC236}">
                <a16:creationId xmlns:a16="http://schemas.microsoft.com/office/drawing/2014/main" id="{6E047B10-3CEE-4518-8F52-E0668DD99D25}"/>
              </a:ext>
            </a:extLst>
          </p:cNvPr>
          <p:cNvSpPr>
            <a:spLocks xmlns:a="http://schemas.openxmlformats.org/drawingml/2006/main" noGrp="1"/>
          </p:cNvSpPr>
          <p:nvPr/>
        </p:nvSpPr>
        <p:spPr>
          <a:xfrm xmlns:a="http://schemas.openxmlformats.org/drawingml/2006/main">
            <a:off x="44005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Executes every iteration</a:t>
            </a:r>
          </a:p>
        </p:txBody>
      </p:sp>
      <p:sp>
        <p:nvSpPr>
          <p:cNvPr id="25" name="">
            <a:extLst xmlns:a="http://schemas.openxmlformats.org/drawingml/2006/main">
              <a:ext uri="{FF2B5EF4-FFF2-40B4-BE49-F238E27FC236}">
                <a16:creationId xmlns:a16="http://schemas.microsoft.com/office/drawing/2014/main" id="{9B7F06DB-955C-4868-A478-618B95922EC5}"/>
              </a:ext>
            </a:extLst>
          </p:cNvPr>
          <p:cNvSpPr>
            <a:spLocks xmlns:a="http://schemas.openxmlformats.org/drawingml/2006/main" noGrp="1"/>
          </p:cNvSpPr>
          <p:nvPr/>
        </p:nvSpPr>
        <p:spPr>
          <a:xfrm xmlns:a="http://schemas.openxmlformats.org/drawingml/2006/main">
            <a:off x="62103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3E90D2CB-2E1F-4D3F-B321-CE96C3235E38}"/>
              </a:ext>
            </a:extLst>
          </p:cNvPr>
          <p:cNvSpPr>
            <a:spLocks xmlns:a="http://schemas.openxmlformats.org/drawingml/2006/main" noGrp="1"/>
          </p:cNvSpPr>
          <p:nvPr/>
        </p:nvSpPr>
        <p:spPr>
          <a:xfrm xmlns:a="http://schemas.openxmlformats.org/drawingml/2006/main">
            <a:off x="62103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 command</a:t>
            </a:r>
          </a:p>
        </p:txBody>
      </p:sp>
      <p:sp>
        <p:nvSpPr>
          <p:cNvPr id="27" name="">
            <a:extLst xmlns:a="http://schemas.openxmlformats.org/drawingml/2006/main">
              <a:ext uri="{FF2B5EF4-FFF2-40B4-BE49-F238E27FC236}">
                <a16:creationId xmlns:a16="http://schemas.microsoft.com/office/drawing/2014/main" id="{1726BE99-584D-4F65-B3EF-65677FB457DF}"/>
              </a:ext>
            </a:extLst>
          </p:cNvPr>
          <p:cNvSpPr>
            <a:spLocks xmlns:a="http://schemas.openxmlformats.org/drawingml/2006/main" noGrp="1"/>
          </p:cNvSpPr>
          <p:nvPr/>
        </p:nvSpPr>
        <p:spPr>
          <a:xfrm xmlns:a="http://schemas.openxmlformats.org/drawingml/2006/main">
            <a:off x="62103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Reads axes and scales</a:t>
            </a:r>
          </a:p>
        </p:txBody>
      </p:sp>
      <p:sp>
        <p:nvSpPr>
          <p:cNvPr id="28" name="">
            <a:extLst xmlns:a="http://schemas.openxmlformats.org/drawingml/2006/main">
              <a:ext uri="{FF2B5EF4-FFF2-40B4-BE49-F238E27FC236}">
                <a16:creationId xmlns:a16="http://schemas.microsoft.com/office/drawing/2014/main" id="{33899B91-F3A6-4B99-A1C5-79417C0AC4B0}"/>
              </a:ext>
            </a:extLst>
          </p:cNvPr>
          <p:cNvSpPr>
            <a:spLocks xmlns:a="http://schemas.openxmlformats.org/drawingml/2006/main" noGrp="1"/>
          </p:cNvSpPr>
          <p:nvPr/>
        </p:nvSpPr>
        <p:spPr>
          <a:xfrm xmlns:a="http://schemas.openxmlformats.org/drawingml/2006/main">
            <a:off x="8020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2BF2F66-2A25-41AE-A82E-BEE1CC696D3E}"/>
              </a:ext>
            </a:extLst>
          </p:cNvPr>
          <p:cNvSpPr>
            <a:spLocks xmlns:a="http://schemas.openxmlformats.org/drawingml/2006/main" noGrp="1"/>
          </p:cNvSpPr>
          <p:nvPr/>
        </p:nvSpPr>
        <p:spPr>
          <a:xfrm xmlns:a="http://schemas.openxmlformats.org/drawingml/2006/main">
            <a:off x="8020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 subsystem</a:t>
            </a:r>
          </a:p>
        </p:txBody>
      </p:sp>
      <p:sp>
        <p:nvSpPr>
          <p:cNvPr id="30" name="">
            <a:extLst xmlns:a="http://schemas.openxmlformats.org/drawingml/2006/main">
              <a:ext uri="{FF2B5EF4-FFF2-40B4-BE49-F238E27FC236}">
                <a16:creationId xmlns:a16="http://schemas.microsoft.com/office/drawing/2014/main" id="{03214C94-7CED-49BC-9886-C7C5481FAD8A}"/>
              </a:ext>
            </a:extLst>
          </p:cNvPr>
          <p:cNvSpPr>
            <a:spLocks xmlns:a="http://schemas.openxmlformats.org/drawingml/2006/main" noGrp="1"/>
          </p:cNvSpPr>
          <p:nvPr/>
        </p:nvSpPr>
        <p:spPr>
          <a:xfrm xmlns:a="http://schemas.openxmlformats.org/drawingml/2006/main">
            <a:off x="8020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drive(left, right)</a:t>
            </a:r>
          </a:p>
        </p:txBody>
      </p:sp>
      <p:sp>
        <p:nvSpPr>
          <p:cNvPr id="31" name="">
            <a:extLst xmlns:a="http://schemas.openxmlformats.org/drawingml/2006/main">
              <a:ext uri="{FF2B5EF4-FFF2-40B4-BE49-F238E27FC236}">
                <a16:creationId xmlns:a16="http://schemas.microsoft.com/office/drawing/2014/main" id="{A6474C8F-D5EF-4986-8F5A-A9F7E8FDA857}"/>
              </a:ext>
            </a:extLst>
          </p:cNvPr>
          <p:cNvSpPr>
            <a:spLocks xmlns:a="http://schemas.openxmlformats.org/drawingml/2006/main" noGrp="1"/>
          </p:cNvSpPr>
          <p:nvPr/>
        </p:nvSpPr>
        <p:spPr>
          <a:xfrm xmlns:a="http://schemas.openxmlformats.org/drawingml/2006/main">
            <a:off x="9829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ED184F6C-693C-469B-893F-CC0161BCF1A9}"/>
              </a:ext>
            </a:extLst>
          </p:cNvPr>
          <p:cNvSpPr>
            <a:spLocks xmlns:a="http://schemas.openxmlformats.org/drawingml/2006/main" noGrp="1"/>
          </p:cNvSpPr>
          <p:nvPr/>
        </p:nvSpPr>
        <p:spPr>
          <a:xfrm xmlns:a="http://schemas.openxmlformats.org/drawingml/2006/main">
            <a:off x="9829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Motor controllers</a:t>
            </a:r>
          </a:p>
        </p:txBody>
      </p:sp>
      <p:sp>
        <p:nvSpPr>
          <p:cNvPr id="33" name="">
            <a:extLst xmlns:a="http://schemas.openxmlformats.org/drawingml/2006/main">
              <a:ext uri="{FF2B5EF4-FFF2-40B4-BE49-F238E27FC236}">
                <a16:creationId xmlns:a16="http://schemas.microsoft.com/office/drawing/2014/main" id="{157B663E-DA99-4A15-9F04-0131F1F61FAE}"/>
              </a:ext>
            </a:extLst>
          </p:cNvPr>
          <p:cNvSpPr>
            <a:spLocks xmlns:a="http://schemas.openxmlformats.org/drawingml/2006/main" noGrp="1"/>
          </p:cNvSpPr>
          <p:nvPr/>
        </p:nvSpPr>
        <p:spPr>
          <a:xfrm xmlns:a="http://schemas.openxmlformats.org/drawingml/2006/main">
            <a:off x="9829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Drive motors turn</a:t>
            </a:r>
          </a:p>
        </p:txBody>
      </p:sp>
      <p:sp>
        <p:nvSpPr>
          <p:cNvPr id="34" name="">
            <a:extLst xmlns:a="http://schemas.openxmlformats.org/drawingml/2006/main">
              <a:ext uri="{FF2B5EF4-FFF2-40B4-BE49-F238E27FC236}">
                <a16:creationId xmlns:a16="http://schemas.microsoft.com/office/drawing/2014/main" id="{E8C7157A-0577-459D-9D50-8B45660EEFD8}"/>
              </a:ext>
            </a:extLst>
          </p:cNvPr>
          <p:cNvSpPr>
            <a:spLocks xmlns:a="http://schemas.openxmlformats.org/drawingml/2006/main" noGrp="1"/>
          </p:cNvSpPr>
          <p:nvPr/>
        </p:nvSpPr>
        <p:spPr>
          <a:xfrm xmlns:a="http://schemas.openxmlformats.org/drawingml/2006/main">
            <a:off x="609600" y="4762500"/>
            <a:ext cx="10591800" cy="762000"/>
          </a:xfrm>
          <a:prstGeom xmlns:a="http://schemas.openxmlformats.org/drawingml/2006/main" prst="roundRect">
            <a:avLst>
              <a:gd name="adj" fmla="val 15000"/>
            </a:avLst>
          </a:prstGeom>
          <a:solidFill xmlns:a="http://schemas.openxmlformats.org/drawingml/2006/main">
            <a:srgbClr val="162941"/>
          </a:solidFill>
          <a:ln xmlns:a="http://schemas.openxmlformats.org/drawingml/2006/main" w="9525">
            <a:solidFill>
              <a:srgbClr val="2D425B"/>
            </a:solidFill>
            <a:prstDash val="solid"/>
          </a:ln>
        </p:spPr>
      </p:sp>
      <p:sp>
        <p:nvSpPr>
          <p:cNvPr id="35" name="">
            <a:extLst xmlns:a="http://schemas.openxmlformats.org/drawingml/2006/main">
              <a:ext uri="{FF2B5EF4-FFF2-40B4-BE49-F238E27FC236}">
                <a16:creationId xmlns:a16="http://schemas.microsoft.com/office/drawing/2014/main" id="{EBC3A10D-40C8-4B70-83E3-681A024DA5B9}"/>
              </a:ext>
            </a:extLst>
          </p:cNvPr>
          <p:cNvSpPr>
            <a:spLocks xmlns:a="http://schemas.openxmlformats.org/drawingml/2006/main" noGrp="1"/>
          </p:cNvSpPr>
          <p:nvPr/>
        </p:nvSpPr>
        <p:spPr>
          <a:xfrm xmlns:a="http://schemas.openxmlformats.org/drawingml/2006/main">
            <a:off x="819150" y="4953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Continuous</a:t>
            </a:r>
          </a:p>
        </p:txBody>
      </p:sp>
      <p:sp>
        <p:nvSpPr>
          <p:cNvPr id="36" name="">
            <a:extLst xmlns:a="http://schemas.openxmlformats.org/drawingml/2006/main">
              <a:ext uri="{FF2B5EF4-FFF2-40B4-BE49-F238E27FC236}">
                <a16:creationId xmlns:a16="http://schemas.microsoft.com/office/drawing/2014/main" id="{A772393D-8772-44A6-A01A-B98F1C5AB6D8}"/>
              </a:ext>
            </a:extLst>
          </p:cNvPr>
          <p:cNvSpPr>
            <a:spLocks xmlns:a="http://schemas.openxmlformats.org/drawingml/2006/main" noGrp="1"/>
          </p:cNvSpPr>
          <p:nvPr/>
        </p:nvSpPr>
        <p:spPr>
          <a:xfrm xmlns:a="http://schemas.openxmlformats.org/drawingml/2006/main">
            <a:off x="1962150" y="4933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No requirement conflict -&gt; default command stays scheduled -&gt; execute() repeats next iteration</a:t>
            </a:r>
          </a:p>
        </p:txBody>
      </p:sp>
      <p:sp>
        <p:nvSpPr>
          <p:cNvPr id="37" name="footer-left">
            <a:extLst xmlns:a="http://schemas.openxmlformats.org/drawingml/2006/main">
              <a:ext uri="{FF2B5EF4-FFF2-40B4-BE49-F238E27FC236}">
                <a16:creationId xmlns:a16="http://schemas.microsoft.com/office/drawing/2014/main" id="{372CA0D6-30ED-4698-94C3-0DC0179BFF2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D1D7236B-C0F9-44FF-B172-925F775E824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16</a:t>
            </a:r>
          </a:p>
        </p:txBody>
      </p:sp>
    </p:spTree>
    <p:extLst>
      <p:ext uri="{BB962C8B-B14F-4D97-AF65-F5344CB8AC3E}">
        <p14:creationId xmlns:p14="http://schemas.microsoft.com/office/powerpoint/2010/main" val="1367950357"/>
      </p:ext>
    </p:extLst>
  </p:cSld>
</p:sld>
</file>

<file path=ppt/slides/slide1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F4E8EAE9-13C5-4B74-8136-7FAECFB00053}"/>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EF78FB1B-F911-435C-ABF8-8FCC994E4DA6}"/>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Operator A reaches the belt motor through six explicit steps</a:t>
            </a:r>
          </a:p>
        </p:txBody>
      </p:sp>
      <p:sp>
        <p:nvSpPr>
          <p:cNvPr id="3" name="slide-subtitle">
            <a:extLst xmlns:a="http://schemas.openxmlformats.org/drawingml/2006/main">
              <a:ext uri="{FF2B5EF4-FFF2-40B4-BE49-F238E27FC236}">
                <a16:creationId xmlns:a16="http://schemas.microsoft.com/office/drawing/2014/main" id="{0E68879B-17A3-4D45-A2BE-700E7A711499}"/>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BeltSubsystem already owns the motor-controller object selected by its hardware ID.</a:t>
            </a:r>
          </a:p>
        </p:txBody>
      </p:sp>
      <p:sp>
        <p:nvSpPr>
          <p:cNvPr id="4" name="title-rule">
            <a:extLst xmlns:a="http://schemas.openxmlformats.org/drawingml/2006/main">
              <a:ext uri="{FF2B5EF4-FFF2-40B4-BE49-F238E27FC236}">
                <a16:creationId xmlns:a16="http://schemas.microsoft.com/office/drawing/2014/main" id="{B417F015-FF77-4362-B02C-5E5FAD220904}"/>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ignal-0">
            <a:extLst xmlns:a="http://schemas.openxmlformats.org/drawingml/2006/main">
              <a:ext uri="{FF2B5EF4-FFF2-40B4-BE49-F238E27FC236}">
                <a16:creationId xmlns:a16="http://schemas.microsoft.com/office/drawing/2014/main" id="{E90E4718-EC8D-4FDA-9927-83753EECC56E}"/>
              </a:ext>
            </a:extLst>
          </p:cNvPr>
          <p:cNvSpPr>
            <a:spLocks xmlns:a="http://schemas.openxmlformats.org/drawingml/2006/main" noGrp="1"/>
          </p:cNvSpPr>
          <p:nvPr/>
        </p:nvSpPr>
        <p:spPr>
          <a:xfrm xmlns:a="http://schemas.openxmlformats.org/drawingml/2006/main">
            <a:off x="609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FFB64D"/>
            </a:solidFill>
            <a:prstDash val="solid"/>
          </a:ln>
        </p:spPr>
      </p:sp>
      <p:sp>
        <p:nvSpPr>
          <p:cNvPr id="6" name="signal-1">
            <a:extLst xmlns:a="http://schemas.openxmlformats.org/drawingml/2006/main">
              <a:ext uri="{FF2B5EF4-FFF2-40B4-BE49-F238E27FC236}">
                <a16:creationId xmlns:a16="http://schemas.microsoft.com/office/drawing/2014/main" id="{50AB8F99-0978-4B26-B491-32EF18933422}"/>
              </a:ext>
            </a:extLst>
          </p:cNvPr>
          <p:cNvSpPr>
            <a:spLocks xmlns:a="http://schemas.openxmlformats.org/drawingml/2006/main" noGrp="1"/>
          </p:cNvSpPr>
          <p:nvPr/>
        </p:nvSpPr>
        <p:spPr>
          <a:xfrm xmlns:a="http://schemas.openxmlformats.org/drawingml/2006/main">
            <a:off x="2419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7" name="signal-2">
            <a:extLst xmlns:a="http://schemas.openxmlformats.org/drawingml/2006/main">
              <a:ext uri="{FF2B5EF4-FFF2-40B4-BE49-F238E27FC236}">
                <a16:creationId xmlns:a16="http://schemas.microsoft.com/office/drawing/2014/main" id="{EAA20C9B-8E87-4492-ABEB-A0AD3E2EF835}"/>
              </a:ext>
            </a:extLst>
          </p:cNvPr>
          <p:cNvSpPr>
            <a:spLocks xmlns:a="http://schemas.openxmlformats.org/drawingml/2006/main" noGrp="1"/>
          </p:cNvSpPr>
          <p:nvPr/>
        </p:nvSpPr>
        <p:spPr>
          <a:xfrm xmlns:a="http://schemas.openxmlformats.org/drawingml/2006/main">
            <a:off x="42291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8" name="signal-3">
            <a:extLst xmlns:a="http://schemas.openxmlformats.org/drawingml/2006/main">
              <a:ext uri="{FF2B5EF4-FFF2-40B4-BE49-F238E27FC236}">
                <a16:creationId xmlns:a16="http://schemas.microsoft.com/office/drawing/2014/main" id="{B72E2251-8288-4329-B092-913222EFC0C3}"/>
              </a:ext>
            </a:extLst>
          </p:cNvPr>
          <p:cNvSpPr>
            <a:spLocks xmlns:a="http://schemas.openxmlformats.org/drawingml/2006/main" noGrp="1"/>
          </p:cNvSpPr>
          <p:nvPr/>
        </p:nvSpPr>
        <p:spPr>
          <a:xfrm xmlns:a="http://schemas.openxmlformats.org/drawingml/2006/main">
            <a:off x="60388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9" name="signal-4">
            <a:extLst xmlns:a="http://schemas.openxmlformats.org/drawingml/2006/main">
              <a:ext uri="{FF2B5EF4-FFF2-40B4-BE49-F238E27FC236}">
                <a16:creationId xmlns:a16="http://schemas.microsoft.com/office/drawing/2014/main" id="{D8D4C14E-3971-41A1-AE04-4F09062EAED5}"/>
              </a:ext>
            </a:extLst>
          </p:cNvPr>
          <p:cNvSpPr>
            <a:spLocks xmlns:a="http://schemas.openxmlformats.org/drawingml/2006/main" noGrp="1"/>
          </p:cNvSpPr>
          <p:nvPr/>
        </p:nvSpPr>
        <p:spPr>
          <a:xfrm xmlns:a="http://schemas.openxmlformats.org/drawingml/2006/main">
            <a:off x="7848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10" name="signal-5">
            <a:extLst xmlns:a="http://schemas.openxmlformats.org/drawingml/2006/main">
              <a:ext uri="{FF2B5EF4-FFF2-40B4-BE49-F238E27FC236}">
                <a16:creationId xmlns:a16="http://schemas.microsoft.com/office/drawing/2014/main" id="{EADC7288-97AF-4892-AF49-B40152EB42D6}"/>
              </a:ext>
            </a:extLst>
          </p:cNvPr>
          <p:cNvSpPr>
            <a:spLocks xmlns:a="http://schemas.openxmlformats.org/drawingml/2006/main" noGrp="1"/>
          </p:cNvSpPr>
          <p:nvPr/>
        </p:nvSpPr>
        <p:spPr>
          <a:xfrm xmlns:a="http://schemas.openxmlformats.org/drawingml/2006/main">
            <a:off x="9658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62D48A"/>
            </a:solidFill>
            <a:prstDash val="solid"/>
          </a:ln>
        </p:spPr>
      </p:sp>
      <p:cxnSp>
        <p:nvCxnSpPr>
          <p:cNvPr id="229" name=""/>
          <p:cNvCxnSpPr>
            <a:stCxn xmlns:a="http://schemas.openxmlformats.org/drawingml/2006/main" id="5" idx="3"/>
            <a:endCxn xmlns:a="http://schemas.openxmlformats.org/drawingml/2006/main" id="6" idx="1"/>
          </p:cNvCxnSpPr>
          <p:nvPr/>
        </p:nvCxnSpPr>
        <p:spPr>
          <a:xfrm xmlns:a="http://schemas.openxmlformats.org/drawingml/2006/main">
            <a:off x="2152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0" name=""/>
          <p:cNvCxnSpPr>
            <a:stCxn xmlns:a="http://schemas.openxmlformats.org/drawingml/2006/main" id="6" idx="3"/>
            <a:endCxn xmlns:a="http://schemas.openxmlformats.org/drawingml/2006/main" id="7" idx="1"/>
          </p:cNvCxnSpPr>
          <p:nvPr/>
        </p:nvCxnSpPr>
        <p:spPr>
          <a:xfrm xmlns:a="http://schemas.openxmlformats.org/drawingml/2006/main">
            <a:off x="39624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1" name=""/>
          <p:cNvCxnSpPr>
            <a:stCxn xmlns:a="http://schemas.openxmlformats.org/drawingml/2006/main" id="7" idx="3"/>
            <a:endCxn xmlns:a="http://schemas.openxmlformats.org/drawingml/2006/main" id="8" idx="1"/>
          </p:cNvCxnSpPr>
          <p:nvPr/>
        </p:nvCxnSpPr>
        <p:spPr>
          <a:xfrm xmlns:a="http://schemas.openxmlformats.org/drawingml/2006/main">
            <a:off x="57721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2" name=""/>
          <p:cNvCxnSpPr>
            <a:stCxn xmlns:a="http://schemas.openxmlformats.org/drawingml/2006/main" id="8" idx="3"/>
            <a:endCxn xmlns:a="http://schemas.openxmlformats.org/drawingml/2006/main" id="9" idx="1"/>
          </p:cNvCxnSpPr>
          <p:nvPr/>
        </p:nvCxnSpPr>
        <p:spPr>
          <a:xfrm xmlns:a="http://schemas.openxmlformats.org/drawingml/2006/main">
            <a:off x="75819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33" name=""/>
          <p:cNvCxnSpPr>
            <a:stCxn xmlns:a="http://schemas.openxmlformats.org/drawingml/2006/main" id="9" idx="3"/>
            <a:endCxn xmlns:a="http://schemas.openxmlformats.org/drawingml/2006/main" id="10" idx="1"/>
          </p:cNvCxnSpPr>
          <p:nvPr/>
        </p:nvCxnSpPr>
        <p:spPr>
          <a:xfrm xmlns:a="http://schemas.openxmlformats.org/drawingml/2006/main">
            <a:off x="9391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6" name="">
            <a:extLst xmlns:a="http://schemas.openxmlformats.org/drawingml/2006/main">
              <a:ext uri="{FF2B5EF4-FFF2-40B4-BE49-F238E27FC236}">
                <a16:creationId xmlns:a16="http://schemas.microsoft.com/office/drawing/2014/main" id="{E272A7B5-FFE0-486F-B62B-4943B5B2089F}"/>
              </a:ext>
            </a:extLst>
          </p:cNvPr>
          <p:cNvSpPr>
            <a:spLocks xmlns:a="http://schemas.openxmlformats.org/drawingml/2006/main" noGrp="1"/>
          </p:cNvSpPr>
          <p:nvPr/>
        </p:nvSpPr>
        <p:spPr>
          <a:xfrm xmlns:a="http://schemas.openxmlformats.org/drawingml/2006/main">
            <a:off x="781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C18DDA-1958-4888-A093-4F230DACEAEB}"/>
              </a:ext>
            </a:extLst>
          </p:cNvPr>
          <p:cNvSpPr>
            <a:spLocks xmlns:a="http://schemas.openxmlformats.org/drawingml/2006/main" noGrp="1"/>
          </p:cNvSpPr>
          <p:nvPr/>
        </p:nvSpPr>
        <p:spPr>
          <a:xfrm xmlns:a="http://schemas.openxmlformats.org/drawingml/2006/main">
            <a:off x="781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Operator Xbox</a:t>
            </a:r>
          </a:p>
        </p:txBody>
      </p:sp>
      <p:sp>
        <p:nvSpPr>
          <p:cNvPr id="18" name="">
            <a:extLst xmlns:a="http://schemas.openxmlformats.org/drawingml/2006/main">
              <a:ext uri="{FF2B5EF4-FFF2-40B4-BE49-F238E27FC236}">
                <a16:creationId xmlns:a16="http://schemas.microsoft.com/office/drawing/2014/main" id="{7FE2DA2D-3096-49D1-855A-BEAF94E9985F}"/>
              </a:ext>
            </a:extLst>
          </p:cNvPr>
          <p:cNvSpPr>
            <a:spLocks xmlns:a="http://schemas.openxmlformats.org/drawingml/2006/main" noGrp="1"/>
          </p:cNvSpPr>
          <p:nvPr/>
        </p:nvSpPr>
        <p:spPr>
          <a:xfrm xmlns:a="http://schemas.openxmlformats.org/drawingml/2006/main">
            <a:off x="781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A becomes true</a:t>
            </a:r>
          </a:p>
        </p:txBody>
      </p:sp>
      <p:sp>
        <p:nvSpPr>
          <p:cNvPr id="19" name="">
            <a:extLst xmlns:a="http://schemas.openxmlformats.org/drawingml/2006/main">
              <a:ext uri="{FF2B5EF4-FFF2-40B4-BE49-F238E27FC236}">
                <a16:creationId xmlns:a16="http://schemas.microsoft.com/office/drawing/2014/main" id="{495947ED-16DF-4EF5-9E8D-CA67FE9EBCFF}"/>
              </a:ext>
            </a:extLst>
          </p:cNvPr>
          <p:cNvSpPr>
            <a:spLocks xmlns:a="http://schemas.openxmlformats.org/drawingml/2006/main" noGrp="1"/>
          </p:cNvSpPr>
          <p:nvPr/>
        </p:nvSpPr>
        <p:spPr>
          <a:xfrm xmlns:a="http://schemas.openxmlformats.org/drawingml/2006/main">
            <a:off x="2590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43AC0C8-4B62-4A4A-94D6-B882543D0A77}"/>
              </a:ext>
            </a:extLst>
          </p:cNvPr>
          <p:cNvSpPr>
            <a:spLocks xmlns:a="http://schemas.openxmlformats.org/drawingml/2006/main" noGrp="1"/>
          </p:cNvSpPr>
          <p:nvPr/>
        </p:nvSpPr>
        <p:spPr>
          <a:xfrm xmlns:a="http://schemas.openxmlformats.org/drawingml/2006/main">
            <a:off x="2590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Trigger</a:t>
            </a:r>
          </a:p>
        </p:txBody>
      </p:sp>
      <p:sp>
        <p:nvSpPr>
          <p:cNvPr id="21" name="">
            <a:extLst xmlns:a="http://schemas.openxmlformats.org/drawingml/2006/main">
              <a:ext uri="{FF2B5EF4-FFF2-40B4-BE49-F238E27FC236}">
                <a16:creationId xmlns:a16="http://schemas.microsoft.com/office/drawing/2014/main" id="{C877B55D-A460-429A-B8F5-DA1740E0A754}"/>
              </a:ext>
            </a:extLst>
          </p:cNvPr>
          <p:cNvSpPr>
            <a:spLocks xmlns:a="http://schemas.openxmlformats.org/drawingml/2006/main" noGrp="1"/>
          </p:cNvSpPr>
          <p:nvPr/>
        </p:nvSpPr>
        <p:spPr>
          <a:xfrm xmlns:a="http://schemas.openxmlformats.org/drawingml/2006/main">
            <a:off x="2590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whileTrue schedules</a:t>
            </a:r>
          </a:p>
        </p:txBody>
      </p:sp>
      <p:sp>
        <p:nvSpPr>
          <p:cNvPr id="22" name="">
            <a:extLst xmlns:a="http://schemas.openxmlformats.org/drawingml/2006/main">
              <a:ext uri="{FF2B5EF4-FFF2-40B4-BE49-F238E27FC236}">
                <a16:creationId xmlns:a16="http://schemas.microsoft.com/office/drawing/2014/main" id="{22631DD9-034C-432F-A4AD-6D9F7F73E978}"/>
              </a:ext>
            </a:extLst>
          </p:cNvPr>
          <p:cNvSpPr>
            <a:spLocks xmlns:a="http://schemas.openxmlformats.org/drawingml/2006/main" noGrp="1"/>
          </p:cNvSpPr>
          <p:nvPr/>
        </p:nvSpPr>
        <p:spPr>
          <a:xfrm xmlns:a="http://schemas.openxmlformats.org/drawingml/2006/main">
            <a:off x="44005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BF2B9286-3E55-4ABE-93F5-B4E3DA130238}"/>
              </a:ext>
            </a:extLst>
          </p:cNvPr>
          <p:cNvSpPr>
            <a:spLocks xmlns:a="http://schemas.openxmlformats.org/drawingml/2006/main" noGrp="1"/>
          </p:cNvSpPr>
          <p:nvPr/>
        </p:nvSpPr>
        <p:spPr>
          <a:xfrm xmlns:a="http://schemas.openxmlformats.org/drawingml/2006/main">
            <a:off x="44005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4" name="">
            <a:extLst xmlns:a="http://schemas.openxmlformats.org/drawingml/2006/main">
              <a:ext uri="{FF2B5EF4-FFF2-40B4-BE49-F238E27FC236}">
                <a16:creationId xmlns:a16="http://schemas.microsoft.com/office/drawing/2014/main" id="{6E047B10-3CEE-4518-8F52-E0668DD99D25}"/>
              </a:ext>
            </a:extLst>
          </p:cNvPr>
          <p:cNvSpPr>
            <a:spLocks xmlns:a="http://schemas.openxmlformats.org/drawingml/2006/main" noGrp="1"/>
          </p:cNvSpPr>
          <p:nvPr/>
        </p:nvSpPr>
        <p:spPr>
          <a:xfrm xmlns:a="http://schemas.openxmlformats.org/drawingml/2006/main">
            <a:off x="44005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Checks requirements</a:t>
            </a:r>
          </a:p>
        </p:txBody>
      </p:sp>
      <p:sp>
        <p:nvSpPr>
          <p:cNvPr id="25" name="">
            <a:extLst xmlns:a="http://schemas.openxmlformats.org/drawingml/2006/main">
              <a:ext uri="{FF2B5EF4-FFF2-40B4-BE49-F238E27FC236}">
                <a16:creationId xmlns:a16="http://schemas.microsoft.com/office/drawing/2014/main" id="{9B7F06DB-955C-4868-A478-618B95922EC5}"/>
              </a:ext>
            </a:extLst>
          </p:cNvPr>
          <p:cNvSpPr>
            <a:spLocks xmlns:a="http://schemas.openxmlformats.org/drawingml/2006/main" noGrp="1"/>
          </p:cNvSpPr>
          <p:nvPr/>
        </p:nvSpPr>
        <p:spPr>
          <a:xfrm xmlns:a="http://schemas.openxmlformats.org/drawingml/2006/main">
            <a:off x="62103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3E90D2CB-2E1F-4D3F-B321-CE96C3235E38}"/>
              </a:ext>
            </a:extLst>
          </p:cNvPr>
          <p:cNvSpPr>
            <a:spLocks xmlns:a="http://schemas.openxmlformats.org/drawingml/2006/main" noGrp="1"/>
          </p:cNvSpPr>
          <p:nvPr/>
        </p:nvSpPr>
        <p:spPr>
          <a:xfrm xmlns:a="http://schemas.openxmlformats.org/drawingml/2006/main">
            <a:off x="62103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a:t>
            </a:r>
          </a:p>
        </p:txBody>
      </p:sp>
      <p:sp>
        <p:nvSpPr>
          <p:cNvPr id="27" name="">
            <a:extLst xmlns:a="http://schemas.openxmlformats.org/drawingml/2006/main">
              <a:ext uri="{FF2B5EF4-FFF2-40B4-BE49-F238E27FC236}">
                <a16:creationId xmlns:a16="http://schemas.microsoft.com/office/drawing/2014/main" id="{1726BE99-584D-4F65-B3EF-65677FB457DF}"/>
              </a:ext>
            </a:extLst>
          </p:cNvPr>
          <p:cNvSpPr>
            <a:spLocks xmlns:a="http://schemas.openxmlformats.org/drawingml/2006/main" noGrp="1"/>
          </p:cNvSpPr>
          <p:nvPr/>
        </p:nvSpPr>
        <p:spPr>
          <a:xfrm xmlns:a="http://schemas.openxmlformats.org/drawingml/2006/main">
            <a:off x="62103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execute() runs</a:t>
            </a:r>
          </a:p>
        </p:txBody>
      </p:sp>
      <p:sp>
        <p:nvSpPr>
          <p:cNvPr id="28" name="">
            <a:extLst xmlns:a="http://schemas.openxmlformats.org/drawingml/2006/main">
              <a:ext uri="{FF2B5EF4-FFF2-40B4-BE49-F238E27FC236}">
                <a16:creationId xmlns:a16="http://schemas.microsoft.com/office/drawing/2014/main" id="{33899B91-F3A6-4B99-A1C5-79417C0AC4B0}"/>
              </a:ext>
            </a:extLst>
          </p:cNvPr>
          <p:cNvSpPr>
            <a:spLocks xmlns:a="http://schemas.openxmlformats.org/drawingml/2006/main" noGrp="1"/>
          </p:cNvSpPr>
          <p:nvPr/>
        </p:nvSpPr>
        <p:spPr>
          <a:xfrm xmlns:a="http://schemas.openxmlformats.org/drawingml/2006/main">
            <a:off x="8020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2BF2F66-2A25-41AE-A82E-BEE1CC696D3E}"/>
              </a:ext>
            </a:extLst>
          </p:cNvPr>
          <p:cNvSpPr>
            <a:spLocks xmlns:a="http://schemas.openxmlformats.org/drawingml/2006/main" noGrp="1"/>
          </p:cNvSpPr>
          <p:nvPr/>
        </p:nvSpPr>
        <p:spPr>
          <a:xfrm xmlns:a="http://schemas.openxmlformats.org/drawingml/2006/main">
            <a:off x="8020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a:t>
            </a:r>
          </a:p>
        </p:txBody>
      </p:sp>
      <p:sp>
        <p:nvSpPr>
          <p:cNvPr id="30" name="">
            <a:extLst xmlns:a="http://schemas.openxmlformats.org/drawingml/2006/main">
              <a:ext uri="{FF2B5EF4-FFF2-40B4-BE49-F238E27FC236}">
                <a16:creationId xmlns:a16="http://schemas.microsoft.com/office/drawing/2014/main" id="{03214C94-7CED-49BC-9886-C7C5481FAD8A}"/>
              </a:ext>
            </a:extLst>
          </p:cNvPr>
          <p:cNvSpPr>
            <a:spLocks xmlns:a="http://schemas.openxmlformats.org/drawingml/2006/main" noGrp="1"/>
          </p:cNvSpPr>
          <p:nvPr/>
        </p:nvSpPr>
        <p:spPr>
          <a:xfrm xmlns:a="http://schemas.openxmlformats.org/drawingml/2006/main">
            <a:off x="8020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run(+1.0)</a:t>
            </a:r>
          </a:p>
        </p:txBody>
      </p:sp>
      <p:sp>
        <p:nvSpPr>
          <p:cNvPr id="31" name="">
            <a:extLst xmlns:a="http://schemas.openxmlformats.org/drawingml/2006/main">
              <a:ext uri="{FF2B5EF4-FFF2-40B4-BE49-F238E27FC236}">
                <a16:creationId xmlns:a16="http://schemas.microsoft.com/office/drawing/2014/main" id="{A6474C8F-D5EF-4986-8F5A-A9F7E8FDA857}"/>
              </a:ext>
            </a:extLst>
          </p:cNvPr>
          <p:cNvSpPr>
            <a:spLocks xmlns:a="http://schemas.openxmlformats.org/drawingml/2006/main" noGrp="1"/>
          </p:cNvSpPr>
          <p:nvPr/>
        </p:nvSpPr>
        <p:spPr>
          <a:xfrm xmlns:a="http://schemas.openxmlformats.org/drawingml/2006/main">
            <a:off x="9829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ED184F6C-693C-469B-893F-CC0161BCF1A9}"/>
              </a:ext>
            </a:extLst>
          </p:cNvPr>
          <p:cNvSpPr>
            <a:spLocks xmlns:a="http://schemas.openxmlformats.org/drawingml/2006/main" noGrp="1"/>
          </p:cNvSpPr>
          <p:nvPr/>
        </p:nvSpPr>
        <p:spPr>
          <a:xfrm xmlns:a="http://schemas.openxmlformats.org/drawingml/2006/main">
            <a:off x="9829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Motor controller</a:t>
            </a:r>
          </a:p>
        </p:txBody>
      </p:sp>
      <p:sp>
        <p:nvSpPr>
          <p:cNvPr id="33" name="">
            <a:extLst xmlns:a="http://schemas.openxmlformats.org/drawingml/2006/main">
              <a:ext uri="{FF2B5EF4-FFF2-40B4-BE49-F238E27FC236}">
                <a16:creationId xmlns:a16="http://schemas.microsoft.com/office/drawing/2014/main" id="{157B663E-DA99-4A15-9F04-0131F1F61FAE}"/>
              </a:ext>
            </a:extLst>
          </p:cNvPr>
          <p:cNvSpPr>
            <a:spLocks xmlns:a="http://schemas.openxmlformats.org/drawingml/2006/main" noGrp="1"/>
          </p:cNvSpPr>
          <p:nvPr/>
        </p:nvSpPr>
        <p:spPr>
          <a:xfrm xmlns:a="http://schemas.openxmlformats.org/drawingml/2006/main">
            <a:off x="9829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Belt motor turns</a:t>
            </a:r>
          </a:p>
        </p:txBody>
      </p:sp>
      <p:sp>
        <p:nvSpPr>
          <p:cNvPr id="34" name="">
            <a:extLst xmlns:a="http://schemas.openxmlformats.org/drawingml/2006/main">
              <a:ext uri="{FF2B5EF4-FFF2-40B4-BE49-F238E27FC236}">
                <a16:creationId xmlns:a16="http://schemas.microsoft.com/office/drawing/2014/main" id="{E8C7157A-0577-459D-9D50-8B45660EEFD8}"/>
              </a:ext>
            </a:extLst>
          </p:cNvPr>
          <p:cNvSpPr>
            <a:spLocks xmlns:a="http://schemas.openxmlformats.org/drawingml/2006/main" noGrp="1"/>
          </p:cNvSpPr>
          <p:nvPr/>
        </p:nvSpPr>
        <p:spPr>
          <a:xfrm xmlns:a="http://schemas.openxmlformats.org/drawingml/2006/main">
            <a:off x="609600" y="4762500"/>
            <a:ext cx="10591800" cy="762000"/>
          </a:xfrm>
          <a:prstGeom xmlns:a="http://schemas.openxmlformats.org/drawingml/2006/main" prst="roundRect">
            <a:avLst>
              <a:gd name="adj" fmla="val 15000"/>
            </a:avLst>
          </a:prstGeom>
          <a:solidFill xmlns:a="http://schemas.openxmlformats.org/drawingml/2006/main">
            <a:srgbClr val="162941"/>
          </a:solidFill>
          <a:ln xmlns:a="http://schemas.openxmlformats.org/drawingml/2006/main" w="9525">
            <a:solidFill>
              <a:srgbClr val="2D425B"/>
            </a:solidFill>
            <a:prstDash val="solid"/>
          </a:ln>
        </p:spPr>
      </p:sp>
      <p:sp>
        <p:nvSpPr>
          <p:cNvPr id="35" name="">
            <a:extLst xmlns:a="http://schemas.openxmlformats.org/drawingml/2006/main">
              <a:ext uri="{FF2B5EF4-FFF2-40B4-BE49-F238E27FC236}">
                <a16:creationId xmlns:a16="http://schemas.microsoft.com/office/drawing/2014/main" id="{EBC3A10D-40C8-4B70-83E3-681A024DA5B9}"/>
              </a:ext>
            </a:extLst>
          </p:cNvPr>
          <p:cNvSpPr>
            <a:spLocks xmlns:a="http://schemas.openxmlformats.org/drawingml/2006/main" noGrp="1"/>
          </p:cNvSpPr>
          <p:nvPr/>
        </p:nvSpPr>
        <p:spPr>
          <a:xfrm xmlns:a="http://schemas.openxmlformats.org/drawingml/2006/main">
            <a:off x="819150" y="4953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Release</a:t>
            </a:r>
          </a:p>
        </p:txBody>
      </p:sp>
      <p:sp>
        <p:nvSpPr>
          <p:cNvPr id="36" name="">
            <a:extLst xmlns:a="http://schemas.openxmlformats.org/drawingml/2006/main">
              <a:ext uri="{FF2B5EF4-FFF2-40B4-BE49-F238E27FC236}">
                <a16:creationId xmlns:a16="http://schemas.microsoft.com/office/drawing/2014/main" id="{A772393D-8772-44A6-A01A-B98F1C5AB6D8}"/>
              </a:ext>
            </a:extLst>
          </p:cNvPr>
          <p:cNvSpPr>
            <a:spLocks xmlns:a="http://schemas.openxmlformats.org/drawingml/2006/main" noGrp="1"/>
          </p:cNvSpPr>
          <p:nvPr/>
        </p:nvSpPr>
        <p:spPr>
          <a:xfrm xmlns:a="http://schemas.openxmlformats.org/drawingml/2006/main">
            <a:off x="1962150" y="4933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A false -&gt; cancel -&gt; end(true) -&gt; beltSubsystem.stop() -&gt; motor output becomes zero</a:t>
            </a:r>
          </a:p>
        </p:txBody>
      </p:sp>
      <p:sp>
        <p:nvSpPr>
          <p:cNvPr id="37" name="footer-left">
            <a:extLst xmlns:a="http://schemas.openxmlformats.org/drawingml/2006/main">
              <a:ext uri="{FF2B5EF4-FFF2-40B4-BE49-F238E27FC236}">
                <a16:creationId xmlns:a16="http://schemas.microsoft.com/office/drawing/2014/main" id="{372CA0D6-30ED-4698-94C3-0DC0179BFF2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D1D7236B-C0F9-44FF-B172-925F775E824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17</a:t>
            </a:r>
          </a:p>
        </p:txBody>
      </p:sp>
    </p:spTree>
    <p:extLst>
      <p:ext uri="{BB962C8B-B14F-4D97-AF65-F5344CB8AC3E}">
        <p14:creationId xmlns:p14="http://schemas.microsoft.com/office/powerpoint/2010/main" val="1367950357"/>
      </p:ext>
    </p:extLst>
  </p:cSld>
</p:sld>
</file>

<file path=ppt/slides/slide1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F8E905C3-6A65-483A-8FDC-E5D9FF26051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242DE5D7-B9CB-48DA-8785-45EDEDAA329C}"/>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Every robot action follows the same ownership path</a:t>
            </a:r>
          </a:p>
        </p:txBody>
      </p:sp>
      <p:sp>
        <p:nvSpPr>
          <p:cNvPr id="3" name="slide-subtitle">
            <a:extLst xmlns:a="http://schemas.openxmlformats.org/drawingml/2006/main">
              <a:ext uri="{FF2B5EF4-FFF2-40B4-BE49-F238E27FC236}">
                <a16:creationId xmlns:a16="http://schemas.microsoft.com/office/drawing/2014/main" id="{4E8D871E-690D-4CAF-BE31-729AC1CD57E1}"/>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Start with the mechanism, then follow its subsystem, command, binding, and hardware object.</a:t>
            </a:r>
          </a:p>
        </p:txBody>
      </p:sp>
      <p:sp>
        <p:nvSpPr>
          <p:cNvPr id="4" name="title-rule">
            <a:extLst xmlns:a="http://schemas.openxmlformats.org/drawingml/2006/main">
              <a:ext uri="{FF2B5EF4-FFF2-40B4-BE49-F238E27FC236}">
                <a16:creationId xmlns:a16="http://schemas.microsoft.com/office/drawing/2014/main" id="{1A6BAAE3-9D18-4287-800D-2B53BC44F1B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A0090B-1475-4C3B-8615-11BB01ABB0B0}"/>
              </a:ext>
            </a:extLst>
          </p:cNvPr>
          <p:cNvSpPr>
            <a:spLocks xmlns:a="http://schemas.openxmlformats.org/drawingml/2006/main" noGrp="1"/>
          </p:cNvSpPr>
          <p:nvPr/>
        </p:nvSpPr>
        <p:spPr>
          <a:xfrm xmlns:a="http://schemas.openxmlformats.org/drawingml/2006/main">
            <a:off x="762000" y="19431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62D48A"/>
                </a:solidFill>
                <a:latin typeface="Aptos"/>
                <a:ea typeface="Aptos"/>
                <a:cs typeface="Aptos"/>
              </a:defRPr>
            </a:pPr>
            <a:r>
              <a:rPr sz="1950" b="1">
                <a:solidFill>
                  <a:srgbClr val="62D48A"/>
                </a:solidFill>
                <a:latin typeface="Aptos"/>
                <a:ea typeface="Aptos"/>
                <a:cs typeface="Aptos"/>
              </a:rPr>
              <a:t>1</a:t>
            </a:r>
          </a:p>
        </p:txBody>
      </p:sp>
      <p:sp>
        <p:nvSpPr>
          <p:cNvPr id="6" name="reading-step-0">
            <a:extLst xmlns:a="http://schemas.openxmlformats.org/drawingml/2006/main">
              <a:ext uri="{FF2B5EF4-FFF2-40B4-BE49-F238E27FC236}">
                <a16:creationId xmlns:a16="http://schemas.microsoft.com/office/drawing/2014/main" id="{A570236A-B06A-4B8C-84E0-2731C115F0FB}"/>
              </a:ext>
            </a:extLst>
          </p:cNvPr>
          <p:cNvSpPr>
            <a:spLocks xmlns:a="http://schemas.openxmlformats.org/drawingml/2006/main" noGrp="1"/>
          </p:cNvSpPr>
          <p:nvPr/>
        </p:nvSpPr>
        <p:spPr>
          <a:xfrm xmlns:a="http://schemas.openxmlformats.org/drawingml/2006/main">
            <a:off x="1428750" y="18097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62D48A"/>
            </a:solidFill>
            <a:prstDash val="solid"/>
          </a:ln>
        </p:spPr>
      </p:sp>
      <p:sp>
        <p:nvSpPr>
          <p:cNvPr id="7" name="">
            <a:extLst xmlns:a="http://schemas.openxmlformats.org/drawingml/2006/main">
              <a:ext uri="{FF2B5EF4-FFF2-40B4-BE49-F238E27FC236}">
                <a16:creationId xmlns:a16="http://schemas.microsoft.com/office/drawing/2014/main" id="{5EE93EAB-5C6A-4F55-8103-194A4C0FC6A6}"/>
              </a:ext>
            </a:extLst>
          </p:cNvPr>
          <p:cNvSpPr>
            <a:spLocks xmlns:a="http://schemas.openxmlformats.org/drawingml/2006/main" noGrp="1"/>
          </p:cNvSpPr>
          <p:nvPr/>
        </p:nvSpPr>
        <p:spPr>
          <a:xfrm xmlns:a="http://schemas.openxmlformats.org/drawingml/2006/main">
            <a:off x="1676400" y="1962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Start with the hardware</a:t>
            </a:r>
          </a:p>
        </p:txBody>
      </p:sp>
      <p:sp>
        <p:nvSpPr>
          <p:cNvPr id="8" name="">
            <a:extLst xmlns:a="http://schemas.openxmlformats.org/drawingml/2006/main">
              <a:ext uri="{FF2B5EF4-FFF2-40B4-BE49-F238E27FC236}">
                <a16:creationId xmlns:a16="http://schemas.microsoft.com/office/drawing/2014/main" id="{186A51B8-EC3F-4738-961E-0A0BAAA6A58C}"/>
              </a:ext>
            </a:extLst>
          </p:cNvPr>
          <p:cNvSpPr>
            <a:spLocks xmlns:a="http://schemas.openxmlformats.org/drawingml/2006/main" noGrp="1"/>
          </p:cNvSpPr>
          <p:nvPr/>
        </p:nvSpPr>
        <p:spPr>
          <a:xfrm xmlns:a="http://schemas.openxmlformats.org/drawingml/2006/main">
            <a:off x="4362450" y="19621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Identify the hardware object and the subsystem that encapsulates it.</a:t>
            </a:r>
          </a:p>
        </p:txBody>
      </p:sp>
      <p:sp>
        <p:nvSpPr>
          <p:cNvPr id="9" name="">
            <a:extLst xmlns:a="http://schemas.openxmlformats.org/drawingml/2006/main">
              <a:ext uri="{FF2B5EF4-FFF2-40B4-BE49-F238E27FC236}">
                <a16:creationId xmlns:a16="http://schemas.microsoft.com/office/drawing/2014/main" id="{679AADFD-895A-44EA-A65B-93F4C6EC6F83}"/>
              </a:ext>
            </a:extLst>
          </p:cNvPr>
          <p:cNvSpPr>
            <a:spLocks xmlns:a="http://schemas.openxmlformats.org/drawingml/2006/main" noGrp="1"/>
          </p:cNvSpPr>
          <p:nvPr/>
        </p:nvSpPr>
        <p:spPr>
          <a:xfrm xmlns:a="http://schemas.openxmlformats.org/drawingml/2006/main">
            <a:off x="762000" y="29337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FFB64D"/>
                </a:solidFill>
                <a:latin typeface="Aptos"/>
                <a:ea typeface="Aptos"/>
                <a:cs typeface="Aptos"/>
              </a:defRPr>
            </a:pPr>
            <a:r>
              <a:rPr sz="1950" b="1">
                <a:solidFill>
                  <a:srgbClr val="FFB64D"/>
                </a:solidFill>
                <a:latin typeface="Aptos"/>
                <a:ea typeface="Aptos"/>
                <a:cs typeface="Aptos"/>
              </a:rPr>
              <a:t>2</a:t>
            </a:r>
          </a:p>
        </p:txBody>
      </p:sp>
      <p:sp>
        <p:nvSpPr>
          <p:cNvPr id="10" name="reading-step-1">
            <a:extLst xmlns:a="http://schemas.openxmlformats.org/drawingml/2006/main">
              <a:ext uri="{FF2B5EF4-FFF2-40B4-BE49-F238E27FC236}">
                <a16:creationId xmlns:a16="http://schemas.microsoft.com/office/drawing/2014/main" id="{289831E4-91F7-49F7-9B4F-9325705A67C1}"/>
              </a:ext>
            </a:extLst>
          </p:cNvPr>
          <p:cNvSpPr>
            <a:spLocks xmlns:a="http://schemas.openxmlformats.org/drawingml/2006/main" noGrp="1"/>
          </p:cNvSpPr>
          <p:nvPr/>
        </p:nvSpPr>
        <p:spPr>
          <a:xfrm xmlns:a="http://schemas.openxmlformats.org/drawingml/2006/main">
            <a:off x="1428750" y="28003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FFB64D"/>
            </a:solidFill>
            <a:prstDash val="solid"/>
          </a:ln>
        </p:spPr>
      </p:sp>
      <p:sp>
        <p:nvSpPr>
          <p:cNvPr id="11" name="">
            <a:extLst xmlns:a="http://schemas.openxmlformats.org/drawingml/2006/main">
              <a:ext uri="{FF2B5EF4-FFF2-40B4-BE49-F238E27FC236}">
                <a16:creationId xmlns:a16="http://schemas.microsoft.com/office/drawing/2014/main" id="{FF293625-95CB-4006-AC10-1808045C7F3A}"/>
              </a:ext>
            </a:extLst>
          </p:cNvPr>
          <p:cNvSpPr>
            <a:spLocks xmlns:a="http://schemas.openxmlformats.org/drawingml/2006/main" noGrp="1"/>
          </p:cNvSpPr>
          <p:nvPr/>
        </p:nvSpPr>
        <p:spPr>
          <a:xfrm xmlns:a="http://schemas.openxmlformats.org/drawingml/2006/main">
            <a:off x="1676400" y="2952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Find the binding</a:t>
            </a:r>
          </a:p>
        </p:txBody>
      </p:sp>
      <p:sp>
        <p:nvSpPr>
          <p:cNvPr id="12" name="">
            <a:extLst xmlns:a="http://schemas.openxmlformats.org/drawingml/2006/main">
              <a:ext uri="{FF2B5EF4-FFF2-40B4-BE49-F238E27FC236}">
                <a16:creationId xmlns:a16="http://schemas.microsoft.com/office/drawing/2014/main" id="{CAE18444-7946-4E1A-BBD9-907BA67518EC}"/>
              </a:ext>
            </a:extLst>
          </p:cNvPr>
          <p:cNvSpPr>
            <a:spLocks xmlns:a="http://schemas.openxmlformats.org/drawingml/2006/main" noGrp="1"/>
          </p:cNvSpPr>
          <p:nvPr/>
        </p:nvSpPr>
        <p:spPr>
          <a:xfrm xmlns:a="http://schemas.openxmlformats.org/drawingml/2006/main">
            <a:off x="4362450" y="29527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Locate the controller input and Trigger binding method.</a:t>
            </a:r>
          </a:p>
        </p:txBody>
      </p:sp>
      <p:sp>
        <p:nvSpPr>
          <p:cNvPr id="13" name="">
            <a:extLst xmlns:a="http://schemas.openxmlformats.org/drawingml/2006/main">
              <a:ext uri="{FF2B5EF4-FFF2-40B4-BE49-F238E27FC236}">
                <a16:creationId xmlns:a16="http://schemas.microsoft.com/office/drawing/2014/main" id="{E85DFCA8-3FC0-4881-9A87-D25A9E47285E}"/>
              </a:ext>
            </a:extLst>
          </p:cNvPr>
          <p:cNvSpPr>
            <a:spLocks xmlns:a="http://schemas.openxmlformats.org/drawingml/2006/main" noGrp="1"/>
          </p:cNvSpPr>
          <p:nvPr/>
        </p:nvSpPr>
        <p:spPr>
          <a:xfrm xmlns:a="http://schemas.openxmlformats.org/drawingml/2006/main">
            <a:off x="762000" y="3924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42C6FF"/>
                </a:solidFill>
                <a:latin typeface="Aptos"/>
                <a:ea typeface="Aptos"/>
                <a:cs typeface="Aptos"/>
              </a:defRPr>
            </a:pPr>
            <a:r>
              <a:rPr sz="1950" b="1">
                <a:solidFill>
                  <a:srgbClr val="42C6FF"/>
                </a:solidFill>
                <a:latin typeface="Aptos"/>
                <a:ea typeface="Aptos"/>
                <a:cs typeface="Aptos"/>
              </a:rPr>
              <a:t>3</a:t>
            </a:r>
          </a:p>
        </p:txBody>
      </p:sp>
      <p:sp>
        <p:nvSpPr>
          <p:cNvPr id="14" name="reading-step-2">
            <a:extLst xmlns:a="http://schemas.openxmlformats.org/drawingml/2006/main">
              <a:ext uri="{FF2B5EF4-FFF2-40B4-BE49-F238E27FC236}">
                <a16:creationId xmlns:a16="http://schemas.microsoft.com/office/drawing/2014/main" id="{F6F99C5C-9579-40DE-9E6C-7F4CC8ABA926}"/>
              </a:ext>
            </a:extLst>
          </p:cNvPr>
          <p:cNvSpPr>
            <a:spLocks xmlns:a="http://schemas.openxmlformats.org/drawingml/2006/main" noGrp="1"/>
          </p:cNvSpPr>
          <p:nvPr/>
        </p:nvSpPr>
        <p:spPr>
          <a:xfrm xmlns:a="http://schemas.openxmlformats.org/drawingml/2006/main">
            <a:off x="1428750" y="37909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42C6FF"/>
            </a:solidFill>
            <a:prstDash val="solid"/>
          </a:ln>
        </p:spPr>
      </p:sp>
      <p:sp>
        <p:nvSpPr>
          <p:cNvPr id="15" name="">
            <a:extLst xmlns:a="http://schemas.openxmlformats.org/drawingml/2006/main">
              <a:ext uri="{FF2B5EF4-FFF2-40B4-BE49-F238E27FC236}">
                <a16:creationId xmlns:a16="http://schemas.microsoft.com/office/drawing/2014/main" id="{D8C59C9E-7E8C-4C33-A720-82D8DA9357FA}"/>
              </a:ext>
            </a:extLst>
          </p:cNvPr>
          <p:cNvSpPr>
            <a:spLocks xmlns:a="http://schemas.openxmlformats.org/drawingml/2006/main" noGrp="1"/>
          </p:cNvSpPr>
          <p:nvPr/>
        </p:nvSpPr>
        <p:spPr>
          <a:xfrm xmlns:a="http://schemas.openxmlformats.org/drawingml/2006/main">
            <a:off x="1676400" y="3943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Read the command</a:t>
            </a:r>
          </a:p>
        </p:txBody>
      </p:sp>
      <p:sp>
        <p:nvSpPr>
          <p:cNvPr id="16" name="">
            <a:extLst xmlns:a="http://schemas.openxmlformats.org/drawingml/2006/main">
              <a:ext uri="{FF2B5EF4-FFF2-40B4-BE49-F238E27FC236}">
                <a16:creationId xmlns:a16="http://schemas.microsoft.com/office/drawing/2014/main" id="{48A857BA-9DAD-4354-B164-D5DD66F7A1A6}"/>
              </a:ext>
            </a:extLst>
          </p:cNvPr>
          <p:cNvSpPr>
            <a:spLocks xmlns:a="http://schemas.openxmlformats.org/drawingml/2006/main" noGrp="1"/>
          </p:cNvSpPr>
          <p:nvPr/>
        </p:nvSpPr>
        <p:spPr>
          <a:xfrm xmlns:a="http://schemas.openxmlformats.org/drawingml/2006/main">
            <a:off x="4362450" y="39433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Check requirements, lifecycle methods, and completion.</a:t>
            </a:r>
          </a:p>
        </p:txBody>
      </p:sp>
      <p:sp>
        <p:nvSpPr>
          <p:cNvPr id="17" name="">
            <a:extLst xmlns:a="http://schemas.openxmlformats.org/drawingml/2006/main">
              <a:ext uri="{FF2B5EF4-FFF2-40B4-BE49-F238E27FC236}">
                <a16:creationId xmlns:a16="http://schemas.microsoft.com/office/drawing/2014/main" id="{370082A3-2AE3-4907-9E03-76F786C66CA4}"/>
              </a:ext>
            </a:extLst>
          </p:cNvPr>
          <p:cNvSpPr>
            <a:spLocks xmlns:a="http://schemas.openxmlformats.org/drawingml/2006/main" noGrp="1"/>
          </p:cNvSpPr>
          <p:nvPr/>
        </p:nvSpPr>
        <p:spPr>
          <a:xfrm xmlns:a="http://schemas.openxmlformats.org/drawingml/2006/main">
            <a:off x="762000" y="49149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62D48A"/>
                </a:solidFill>
                <a:latin typeface="Aptos"/>
                <a:ea typeface="Aptos"/>
                <a:cs typeface="Aptos"/>
              </a:defRPr>
            </a:pPr>
            <a:r>
              <a:rPr sz="1950" b="1">
                <a:solidFill>
                  <a:srgbClr val="62D48A"/>
                </a:solidFill>
                <a:latin typeface="Aptos"/>
                <a:ea typeface="Aptos"/>
                <a:cs typeface="Aptos"/>
              </a:rPr>
              <a:t>4</a:t>
            </a:r>
          </a:p>
        </p:txBody>
      </p:sp>
      <p:sp>
        <p:nvSpPr>
          <p:cNvPr id="18" name="reading-step-3">
            <a:extLst xmlns:a="http://schemas.openxmlformats.org/drawingml/2006/main">
              <a:ext uri="{FF2B5EF4-FFF2-40B4-BE49-F238E27FC236}">
                <a16:creationId xmlns:a16="http://schemas.microsoft.com/office/drawing/2014/main" id="{C17373F7-7279-4FA6-A55A-233282166DC1}"/>
              </a:ext>
            </a:extLst>
          </p:cNvPr>
          <p:cNvSpPr>
            <a:spLocks xmlns:a="http://schemas.openxmlformats.org/drawingml/2006/main" noGrp="1"/>
          </p:cNvSpPr>
          <p:nvPr/>
        </p:nvSpPr>
        <p:spPr>
          <a:xfrm xmlns:a="http://schemas.openxmlformats.org/drawingml/2006/main">
            <a:off x="1428750" y="47815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62D48A"/>
            </a:solidFill>
            <a:prstDash val="solid"/>
          </a:ln>
        </p:spPr>
      </p:sp>
      <p:sp>
        <p:nvSpPr>
          <p:cNvPr id="19" name="">
            <a:extLst xmlns:a="http://schemas.openxmlformats.org/drawingml/2006/main">
              <a:ext uri="{FF2B5EF4-FFF2-40B4-BE49-F238E27FC236}">
                <a16:creationId xmlns:a16="http://schemas.microsoft.com/office/drawing/2014/main" id="{19E17DAD-487A-4992-B302-AE433DB98BDD}"/>
              </a:ext>
            </a:extLst>
          </p:cNvPr>
          <p:cNvSpPr>
            <a:spLocks xmlns:a="http://schemas.openxmlformats.org/drawingml/2006/main" noGrp="1"/>
          </p:cNvSpPr>
          <p:nvPr/>
        </p:nvSpPr>
        <p:spPr>
          <a:xfrm xmlns:a="http://schemas.openxmlformats.org/drawingml/2006/main">
            <a:off x="1676400" y="4933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Trace the output</a:t>
            </a:r>
          </a:p>
        </p:txBody>
      </p:sp>
      <p:sp>
        <p:nvSpPr>
          <p:cNvPr id="20" name="">
            <a:extLst xmlns:a="http://schemas.openxmlformats.org/drawingml/2006/main">
              <a:ext uri="{FF2B5EF4-FFF2-40B4-BE49-F238E27FC236}">
                <a16:creationId xmlns:a16="http://schemas.microsoft.com/office/drawing/2014/main" id="{D72895D6-6530-4285-B834-38536445C46C}"/>
              </a:ext>
            </a:extLst>
          </p:cNvPr>
          <p:cNvSpPr>
            <a:spLocks xmlns:a="http://schemas.openxmlformats.org/drawingml/2006/main" noGrp="1"/>
          </p:cNvSpPr>
          <p:nvPr/>
        </p:nvSpPr>
        <p:spPr>
          <a:xfrm xmlns:a="http://schemas.openxmlformats.org/drawingml/2006/main">
            <a:off x="4362450" y="49339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Follow the subsystem method to the WPILib hardware object.</a:t>
            </a:r>
          </a:p>
        </p:txBody>
      </p:sp>
      <p:sp>
        <p:nvSpPr>
          <p:cNvPr id="21" name="">
            <a:extLst xmlns:a="http://schemas.openxmlformats.org/drawingml/2006/main">
              <a:ext uri="{FF2B5EF4-FFF2-40B4-BE49-F238E27FC236}">
                <a16:creationId xmlns:a16="http://schemas.microsoft.com/office/drawing/2014/main" id="{B4086076-4ED3-4936-8B4F-82B0CC72719B}"/>
              </a:ext>
            </a:extLst>
          </p:cNvPr>
          <p:cNvSpPr>
            <a:spLocks xmlns:a="http://schemas.openxmlformats.org/drawingml/2006/main" noGrp="1"/>
          </p:cNvSpPr>
          <p:nvPr/>
        </p:nvSpPr>
        <p:spPr>
          <a:xfrm xmlns:a="http://schemas.openxmlformats.org/drawingml/2006/main">
            <a:off x="1428750" y="5867400"/>
            <a:ext cx="9525000" cy="419100"/>
          </a:xfrm>
          <a:prstGeom xmlns:a="http://schemas.openxmlformats.org/drawingml/2006/main" prst="roundRect">
            <a:avLst>
              <a:gd name="adj" fmla="val 2272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90EED18F-0687-481B-B352-44FA347A7B53}"/>
              </a:ext>
            </a:extLst>
          </p:cNvPr>
          <p:cNvSpPr>
            <a:spLocks xmlns:a="http://schemas.openxmlformats.org/drawingml/2006/main" noGrp="1"/>
          </p:cNvSpPr>
          <p:nvPr/>
        </p:nvSpPr>
        <p:spPr>
          <a:xfrm xmlns:a="http://schemas.openxmlformats.org/drawingml/2006/main">
            <a:off x="1638300" y="5962650"/>
            <a:ext cx="9124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CommandScheduler coordinates commands; each subsystem encapsulates its own hardware.</a:t>
            </a:r>
          </a:p>
        </p:txBody>
      </p:sp>
      <p:sp>
        <p:nvSpPr>
          <p:cNvPr id="23" name="footer-left">
            <a:extLst xmlns:a="http://schemas.openxmlformats.org/drawingml/2006/main">
              <a:ext uri="{FF2B5EF4-FFF2-40B4-BE49-F238E27FC236}">
                <a16:creationId xmlns:a16="http://schemas.microsoft.com/office/drawing/2014/main" id="{00879ACD-A1CF-4029-8075-BF35C2780A54}"/>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06317ED2-F3E0-4C6D-9156-81D5FA23F8B7}"/>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18</a:t>
            </a:r>
          </a:p>
        </p:txBody>
      </p:sp>
    </p:spTree>
    <p:extLst>
      <p:ext uri="{BB962C8B-B14F-4D97-AF65-F5344CB8AC3E}">
        <p14:creationId xmlns:p14="http://schemas.microsoft.com/office/powerpoint/2010/main" val="1969113015"/>
      </p:ext>
    </p:extLst>
  </p:cSld>
</p:sld>
</file>

<file path=ppt/slides/slide1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2226F70C-8AC6-4193-BA4B-1A78C1F5038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CLOSING EXAMPLE</a:t>
            </a:r>
          </a:p>
        </p:txBody>
      </p:sp>
      <p:sp>
        <p:nvSpPr>
          <p:cNvPr id="2" name="slide-title">
            <a:extLst xmlns:a="http://schemas.openxmlformats.org/drawingml/2006/main">
              <a:ext uri="{FF2B5EF4-FFF2-40B4-BE49-F238E27FC236}">
                <a16:creationId xmlns:a16="http://schemas.microsoft.com/office/drawing/2014/main" id="{EC675548-2E7F-4EEA-A787-8CFD10C7885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Modern CAN devices use the same control-point ID idea</a:t>
            </a:r>
          </a:p>
        </p:txBody>
      </p:sp>
      <p:sp>
        <p:nvSpPr>
          <p:cNvPr id="3" name="slide-subtitle">
            <a:extLst xmlns:a="http://schemas.openxmlformats.org/drawingml/2006/main">
              <a:ext uri="{FF2B5EF4-FFF2-40B4-BE49-F238E27FC236}">
                <a16:creationId xmlns:a16="http://schemas.microsoft.com/office/drawing/2014/main" id="{A79FA1B1-C0D7-4D9E-A8E8-72988763D1AE}"/>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ID now selects a device on the shared CAN bus instead of a roboRIO PWM port.</a:t>
            </a:r>
          </a:p>
        </p:txBody>
      </p:sp>
      <p:sp>
        <p:nvSpPr>
          <p:cNvPr id="4" name="title-rule">
            <a:extLst xmlns:a="http://schemas.openxmlformats.org/drawingml/2006/main">
              <a:ext uri="{FF2B5EF4-FFF2-40B4-BE49-F238E27FC236}">
                <a16:creationId xmlns:a16="http://schemas.microsoft.com/office/drawing/2014/main" id="{F38A7261-2132-4565-BDCA-6B5FC9FA69E8}"/>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rive-code-panel">
            <a:extLst xmlns:a="http://schemas.openxmlformats.org/drawingml/2006/main">
              <a:ext uri="{FF2B5EF4-FFF2-40B4-BE49-F238E27FC236}">
                <a16:creationId xmlns:a16="http://schemas.microsoft.com/office/drawing/2014/main" id="{2B715ACE-5F0B-4411-9391-9178163BC65A}"/>
              </a:ext>
            </a:extLst>
          </p:cNvPr>
          <p:cNvSpPr>
            <a:spLocks xmlns:a="http://schemas.openxmlformats.org/drawingml/2006/main" noGrp="1"/>
          </p:cNvSpPr>
          <p:nvPr/>
        </p:nvSpPr>
        <p:spPr>
          <a:xfrm xmlns:a="http://schemas.openxmlformats.org/drawingml/2006/main">
            <a:off x="609600" y="1828800"/>
            <a:ext cx="6096000" cy="4076700"/>
          </a:xfrm>
          <a:prstGeom xmlns:a="http://schemas.openxmlformats.org/drawingml/2006/main" prst="roundRect">
            <a:avLst>
              <a:gd name="adj" fmla="val 2804"/>
            </a:avLst>
          </a:prstGeom>
          <a:solidFill xmlns:a="http://schemas.openxmlformats.org/drawingml/2006/main">
            <a:srgbClr val="0C1727"/>
          </a:solidFill>
          <a:ln xmlns:a="http://schemas.openxmlformats.org/drawingml/2006/main" w="9525">
            <a:solidFill>
              <a:srgbClr val="2D425B"/>
            </a:solidFill>
            <a:prstDash val="solid"/>
          </a:ln>
        </p:spPr>
      </p:sp>
      <p:sp>
        <p:nvSpPr>
          <p:cNvPr id="6" name="drive-code-accent">
            <a:extLst xmlns:a="http://schemas.openxmlformats.org/drawingml/2006/main">
              <a:ext uri="{FF2B5EF4-FFF2-40B4-BE49-F238E27FC236}">
                <a16:creationId xmlns:a16="http://schemas.microsoft.com/office/drawing/2014/main" id="{C109C886-F043-441F-B6C6-2B4B0AD0B904}"/>
              </a:ext>
            </a:extLst>
          </p:cNvPr>
          <p:cNvSpPr>
            <a:spLocks xmlns:a="http://schemas.openxmlformats.org/drawingml/2006/main" noGrp="1"/>
          </p:cNvSpPr>
          <p:nvPr/>
        </p:nvSpPr>
        <p:spPr>
          <a:xfrm xmlns:a="http://schemas.openxmlformats.org/drawingml/2006/main">
            <a:off x="609600" y="1828800"/>
            <a:ext cx="57150" cy="4076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drive-code-title">
            <a:extLst xmlns:a="http://schemas.openxmlformats.org/drawingml/2006/main">
              <a:ext uri="{FF2B5EF4-FFF2-40B4-BE49-F238E27FC236}">
                <a16:creationId xmlns:a16="http://schemas.microsoft.com/office/drawing/2014/main" id="{8834B537-1098-4BC1-9187-06D1D767D062}"/>
              </a:ext>
            </a:extLst>
          </p:cNvPr>
          <p:cNvSpPr>
            <a:spLocks xmlns:a="http://schemas.openxmlformats.org/drawingml/2006/main" noGrp="1"/>
          </p:cNvSpPr>
          <p:nvPr/>
        </p:nvSpPr>
        <p:spPr>
          <a:xfrm xmlns:a="http://schemas.openxmlformats.org/drawingml/2006/main">
            <a:off x="838200" y="19621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One concept, two interfaces</a:t>
            </a:r>
          </a:p>
        </p:txBody>
      </p:sp>
      <p:sp>
        <p:nvSpPr>
          <p:cNvPr id="8" name="drive-code-text">
            <a:extLst xmlns:a="http://schemas.openxmlformats.org/drawingml/2006/main">
              <a:ext uri="{FF2B5EF4-FFF2-40B4-BE49-F238E27FC236}">
                <a16:creationId xmlns:a16="http://schemas.microsoft.com/office/drawing/2014/main" id="{522324BF-7F22-42BB-BDD9-9EF278FF74CF}"/>
              </a:ext>
            </a:extLst>
          </p:cNvPr>
          <p:cNvSpPr>
            <a:spLocks xmlns:a="http://schemas.openxmlformats.org/drawingml/2006/main" noGrp="1"/>
          </p:cNvSpPr>
          <p:nvPr/>
        </p:nvSpPr>
        <p:spPr>
          <a:xfrm xmlns:a="http://schemas.openxmlformats.org/drawingml/2006/main">
            <a:off x="838200" y="2286000"/>
            <a:ext cx="56959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2020 motor controller</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ID          -&gt; roboRIO PWM port</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connection  -&gt; dedicated signal</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Modern motor controller</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ID          -&gt; CAN device ID</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connection  -&gt; shared CAN bus</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The subsystem still owns the device object.</a:t>
            </a:r>
          </a:p>
        </p:txBody>
      </p:sp>
      <p:sp>
        <p:nvSpPr>
          <p:cNvPr id="9" name="">
            <a:extLst xmlns:a="http://schemas.openxmlformats.org/drawingml/2006/main">
              <a:ext uri="{FF2B5EF4-FFF2-40B4-BE49-F238E27FC236}">
                <a16:creationId xmlns:a16="http://schemas.microsoft.com/office/drawing/2014/main" id="{94D9D3CB-5FEC-4EBB-9A3D-617ABFA7F1B8}"/>
              </a:ext>
            </a:extLst>
          </p:cNvPr>
          <p:cNvSpPr>
            <a:spLocks xmlns:a="http://schemas.openxmlformats.org/drawingml/2006/main" noGrp="1"/>
          </p:cNvSpPr>
          <p:nvPr/>
        </p:nvSpPr>
        <p:spPr>
          <a:xfrm xmlns:a="http://schemas.openxmlformats.org/drawingml/2006/main">
            <a:off x="7334250" y="20955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2020 example</a:t>
            </a:r>
          </a:p>
        </p:txBody>
      </p:sp>
      <p:sp>
        <p:nvSpPr>
          <p:cNvPr id="10" name="">
            <a:extLst xmlns:a="http://schemas.openxmlformats.org/drawingml/2006/main">
              <a:ext uri="{FF2B5EF4-FFF2-40B4-BE49-F238E27FC236}">
                <a16:creationId xmlns:a16="http://schemas.microsoft.com/office/drawing/2014/main" id="{5CC71874-7161-4789-81CF-F07F3EBCBC42}"/>
              </a:ext>
            </a:extLst>
          </p:cNvPr>
          <p:cNvSpPr>
            <a:spLocks xmlns:a="http://schemas.openxmlformats.org/drawingml/2006/main" noGrp="1"/>
          </p:cNvSpPr>
          <p:nvPr/>
        </p:nvSpPr>
        <p:spPr>
          <a:xfrm xmlns:a="http://schemas.openxmlformats.org/drawingml/2006/main">
            <a:off x="7334250" y="24955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ID 5 selects PWM port 5</a:t>
            </a:r>
          </a:p>
        </p:txBody>
      </p:sp>
      <p:sp>
        <p:nvSpPr>
          <p:cNvPr id="11" name="">
            <a:extLst xmlns:a="http://schemas.openxmlformats.org/drawingml/2006/main">
              <a:ext uri="{FF2B5EF4-FFF2-40B4-BE49-F238E27FC236}">
                <a16:creationId xmlns:a16="http://schemas.microsoft.com/office/drawing/2014/main" id="{320F06CD-A2C0-47C0-89A0-DA94B11AAAB1}"/>
              </a:ext>
            </a:extLst>
          </p:cNvPr>
          <p:cNvSpPr>
            <a:spLocks xmlns:a="http://schemas.openxmlformats.org/drawingml/2006/main" noGrp="1"/>
          </p:cNvSpPr>
          <p:nvPr/>
        </p:nvSpPr>
        <p:spPr>
          <a:xfrm xmlns:a="http://schemas.openxmlformats.org/drawingml/2006/main">
            <a:off x="7334250" y="32194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Modern example</a:t>
            </a:r>
          </a:p>
        </p:txBody>
      </p:sp>
      <p:sp>
        <p:nvSpPr>
          <p:cNvPr id="12" name="">
            <a:extLst xmlns:a="http://schemas.openxmlformats.org/drawingml/2006/main">
              <a:ext uri="{FF2B5EF4-FFF2-40B4-BE49-F238E27FC236}">
                <a16:creationId xmlns:a16="http://schemas.microsoft.com/office/drawing/2014/main" id="{3B747D24-22C1-4F50-AC1B-2DE4C0F6AA68}"/>
              </a:ext>
            </a:extLst>
          </p:cNvPr>
          <p:cNvSpPr>
            <a:spLocks xmlns:a="http://schemas.openxmlformats.org/drawingml/2006/main" noGrp="1"/>
          </p:cNvSpPr>
          <p:nvPr/>
        </p:nvSpPr>
        <p:spPr>
          <a:xfrm xmlns:a="http://schemas.openxmlformats.org/drawingml/2006/main">
            <a:off x="7334250" y="36195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ID 5 selects CAN device 5</a:t>
            </a:r>
          </a:p>
        </p:txBody>
      </p:sp>
      <p:sp>
        <p:nvSpPr>
          <p:cNvPr id="13" name="">
            <a:extLst xmlns:a="http://schemas.openxmlformats.org/drawingml/2006/main">
              <a:ext uri="{FF2B5EF4-FFF2-40B4-BE49-F238E27FC236}">
                <a16:creationId xmlns:a16="http://schemas.microsoft.com/office/drawing/2014/main" id="{1AD31822-DD05-4C7B-BA7D-2299AE5F255D}"/>
              </a:ext>
            </a:extLst>
          </p:cNvPr>
          <p:cNvSpPr>
            <a:spLocks xmlns:a="http://schemas.openxmlformats.org/drawingml/2006/main" noGrp="1"/>
          </p:cNvSpPr>
          <p:nvPr/>
        </p:nvSpPr>
        <p:spPr>
          <a:xfrm xmlns:a="http://schemas.openxmlformats.org/drawingml/2006/main">
            <a:off x="7334250" y="43434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B64D"/>
                </a:solidFill>
                <a:latin typeface="Aptos"/>
                <a:ea typeface="Aptos"/>
                <a:cs typeface="Aptos"/>
              </a:defRPr>
            </a:pPr>
            <a:r>
              <a:rPr sz="1650" b="1">
                <a:solidFill>
                  <a:srgbClr val="FFB64D"/>
                </a:solidFill>
                <a:latin typeface="Aptos"/>
                <a:ea typeface="Aptos"/>
                <a:cs typeface="Aptos"/>
              </a:rPr>
              <a:t>Unchanged call</a:t>
            </a:r>
          </a:p>
        </p:txBody>
      </p:sp>
      <p:sp>
        <p:nvSpPr>
          <p:cNvPr id="14" name="">
            <a:extLst xmlns:a="http://schemas.openxmlformats.org/drawingml/2006/main">
              <a:ext uri="{FF2B5EF4-FFF2-40B4-BE49-F238E27FC236}">
                <a16:creationId xmlns:a16="http://schemas.microsoft.com/office/drawing/2014/main" id="{78DB647B-43DF-46E5-8132-AC9713D5823A}"/>
              </a:ext>
            </a:extLst>
          </p:cNvPr>
          <p:cNvSpPr>
            <a:spLocks xmlns:a="http://schemas.openxmlformats.org/drawingml/2006/main" noGrp="1"/>
          </p:cNvSpPr>
          <p:nvPr/>
        </p:nvSpPr>
        <p:spPr>
          <a:xfrm xmlns:a="http://schemas.openxmlformats.org/drawingml/2006/main">
            <a:off x="7334250" y="47434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beltSubsystem.run(speed)</a:t>
            </a:r>
          </a:p>
        </p:txBody>
      </p:sp>
      <p:sp>
        <p:nvSpPr>
          <p:cNvPr id="15" name="footer-left">
            <a:extLst xmlns:a="http://schemas.openxmlformats.org/drawingml/2006/main">
              <a:ext uri="{FF2B5EF4-FFF2-40B4-BE49-F238E27FC236}">
                <a16:creationId xmlns:a16="http://schemas.microsoft.com/office/drawing/2014/main" id="{ACCD2178-227F-4C9C-B511-7FBB18D74E7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6" name="footer-number">
            <a:extLst xmlns:a="http://schemas.openxmlformats.org/drawingml/2006/main">
              <a:ext uri="{FF2B5EF4-FFF2-40B4-BE49-F238E27FC236}">
                <a16:creationId xmlns:a16="http://schemas.microsoft.com/office/drawing/2014/main" id="{B1B51E0B-89E8-4042-B443-14C5B03AC95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19</a:t>
            </a:r>
          </a:p>
        </p:txBody>
      </p:sp>
    </p:spTree>
    <p:extLst>
      <p:ext uri="{BB962C8B-B14F-4D97-AF65-F5344CB8AC3E}">
        <p14:creationId xmlns:p14="http://schemas.microsoft.com/office/powerpoint/2010/main" val="450564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2026-09-21T21:20:11.6730000Z</dcterms:created>
  <dcterms:modified xsi:type="dcterms:W3CDTF">2026-09-21T21:20:11.6730000Z</dcterms:modified>
</coreProperties>
</file>