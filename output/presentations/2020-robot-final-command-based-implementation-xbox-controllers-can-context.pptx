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02255aac2c48d4" /><Relationship Type="http://schemas.openxmlformats.org/officeDocument/2006/relationships/extended-properties" Target="/docProps/app.xml" Id="R7ca356eb7f224e68" /><Relationship Type="http://schemas.openxmlformats.org/officeDocument/2006/relationships/officeDocument" Target="/ppt/presentation.xml" Id="Rcd0d7e0a56fc4535" /></Relationships>
</file>

<file path=ppt/presentation.xml><?xml version="1.0" encoding="utf-8"?>
<p:presentation xmlns:p="http://schemas.openxmlformats.org/presentationml/2006/main">
  <p:sldMasterIdLst>
    <p:sldMasterId xmlns:r="http://schemas.openxmlformats.org/officeDocument/2006/relationships" id="2147483648" r:id="R84c9d48e57d54b76"/>
  </p:sldMasterIdLst>
  <p:notesMasterIdLst>
    <p:notesMasterId xmlns:r="http://schemas.openxmlformats.org/officeDocument/2006/relationships" r:id="R9cbc3c6cc2fc4b62"/>
  </p:notesMasterIdLst>
  <p:sldIdLst>
    <p:sldId xmlns:r="http://schemas.openxmlformats.org/officeDocument/2006/relationships" id="256" r:id="Rd00a0499a11c479c"/>
    <p:sldId xmlns:r="http://schemas.openxmlformats.org/officeDocument/2006/relationships" id="257" r:id="R514003c3c7454ecf"/>
    <p:sldId xmlns:r="http://schemas.openxmlformats.org/officeDocument/2006/relationships" id="258" r:id="R07084773225d4d72"/>
    <p:sldId xmlns:r="http://schemas.openxmlformats.org/officeDocument/2006/relationships" id="259" r:id="Rf55f2df80f12449d"/>
    <p:sldId xmlns:r="http://schemas.openxmlformats.org/officeDocument/2006/relationships" id="260" r:id="Rb3d64311e2f044a0"/>
    <p:sldId xmlns:r="http://schemas.openxmlformats.org/officeDocument/2006/relationships" id="261" r:id="R8dc24afab75842ec"/>
    <p:sldId xmlns:r="http://schemas.openxmlformats.org/officeDocument/2006/relationships" id="262" r:id="R9130dd9f89c84d33"/>
    <p:sldId xmlns:r="http://schemas.openxmlformats.org/officeDocument/2006/relationships" id="263" r:id="R4f19edc2c5f945b4"/>
    <p:sldId xmlns:r="http://schemas.openxmlformats.org/officeDocument/2006/relationships" id="264" r:id="R6e980124bbdd4e1c"/>
    <p:sldId xmlns:r="http://schemas.openxmlformats.org/officeDocument/2006/relationships" id="265" r:id="R5bf078907abf4070"/>
    <p:sldId xmlns:r="http://schemas.openxmlformats.org/officeDocument/2006/relationships" id="266" r:id="R91394605288b4cf2"/>
    <p:sldId xmlns:r="http://schemas.openxmlformats.org/officeDocument/2006/relationships" id="267" r:id="R7360f2152c264767"/>
    <p:sldId xmlns:r="http://schemas.openxmlformats.org/officeDocument/2006/relationships" id="268" r:id="R77a2072751fd40da"/>
    <p:sldId xmlns:r="http://schemas.openxmlformats.org/officeDocument/2006/relationships" id="269" r:id="R999548b2b639443a"/>
    <p:sldId xmlns:r="http://schemas.openxmlformats.org/officeDocument/2006/relationships" id="270" r:id="Rb6233c8b39234db9"/>
    <p:sldId xmlns:r="http://schemas.openxmlformats.org/officeDocument/2006/relationships" id="271" r:id="Rd360ab3a52b948a0"/>
    <p:sldId xmlns:r="http://schemas.openxmlformats.org/officeDocument/2006/relationships" id="272" r:id="R6f4c772b7f9b4721"/>
    <p:sldId xmlns:r="http://schemas.openxmlformats.org/officeDocument/2006/relationships" id="273" r:id="Ra5aefe4b52b74f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3a137b7f2f45d2" /><Relationship Type="http://schemas.openxmlformats.org/officeDocument/2006/relationships/slideMaster" Target="/ppt/slideMasters/slideMaster1.xml" Id="R84c9d48e57d54b76" /><Relationship Type="http://schemas.openxmlformats.org/officeDocument/2006/relationships/notesMaster" Target="/ppt/notesMasters/notesMaster1.xml" Id="R9cbc3c6cc2fc4b62" /><Relationship Type="http://schemas.openxmlformats.org/officeDocument/2006/relationships/presProps" Target="/ppt/presProps.xml" Id="R884488b27a564089" /><Relationship Type="http://schemas.openxmlformats.org/officeDocument/2006/relationships/tableStyles" Target="/ppt/tableStyles.xml" Id="R80faf27de2d144de" /><Relationship Type="http://schemas.openxmlformats.org/officeDocument/2006/relationships/slide" Target="/ppt/slides/slide1.xml" Id="Rd00a0499a11c479c" /><Relationship Type="http://schemas.openxmlformats.org/officeDocument/2006/relationships/slide" Target="/ppt/slides/slide2.xml" Id="R514003c3c7454ecf" /><Relationship Type="http://schemas.openxmlformats.org/officeDocument/2006/relationships/slide" Target="/ppt/slides/slide3.xml" Id="R07084773225d4d72" /><Relationship Type="http://schemas.openxmlformats.org/officeDocument/2006/relationships/slide" Target="/ppt/slides/slide4.xml" Id="Rf55f2df80f12449d" /><Relationship Type="http://schemas.openxmlformats.org/officeDocument/2006/relationships/slide" Target="/ppt/slides/slide5.xml" Id="Rb3d64311e2f044a0" /><Relationship Type="http://schemas.openxmlformats.org/officeDocument/2006/relationships/slide" Target="/ppt/slides/slide6.xml" Id="R8dc24afab75842ec" /><Relationship Type="http://schemas.openxmlformats.org/officeDocument/2006/relationships/slide" Target="/ppt/slides/slide7.xml" Id="R9130dd9f89c84d33" /><Relationship Type="http://schemas.openxmlformats.org/officeDocument/2006/relationships/slide" Target="/ppt/slides/slide8.xml" Id="R4f19edc2c5f945b4" /><Relationship Type="http://schemas.openxmlformats.org/officeDocument/2006/relationships/slide" Target="/ppt/slides/slide9.xml" Id="R6e980124bbdd4e1c" /><Relationship Type="http://schemas.openxmlformats.org/officeDocument/2006/relationships/slide" Target="/ppt/slides/slide10.xml" Id="R5bf078907abf4070" /><Relationship Type="http://schemas.openxmlformats.org/officeDocument/2006/relationships/slide" Target="/ppt/slides/slide11.xml" Id="R91394605288b4cf2" /><Relationship Type="http://schemas.openxmlformats.org/officeDocument/2006/relationships/slide" Target="/ppt/slides/slide12.xml" Id="R7360f2152c264767" /><Relationship Type="http://schemas.openxmlformats.org/officeDocument/2006/relationships/slide" Target="/ppt/slides/slide13.xml" Id="R77a2072751fd40da" /><Relationship Type="http://schemas.openxmlformats.org/officeDocument/2006/relationships/slide" Target="/ppt/slides/slide14.xml" Id="R999548b2b639443a" /><Relationship Type="http://schemas.openxmlformats.org/officeDocument/2006/relationships/slide" Target="/ppt/slides/slide15.xml" Id="Rb6233c8b39234db9" /><Relationship Type="http://schemas.openxmlformats.org/officeDocument/2006/relationships/slide" Target="/ppt/slides/slide16.xml" Id="Rd360ab3a52b948a0" /><Relationship Type="http://schemas.openxmlformats.org/officeDocument/2006/relationships/slide" Target="/ppt/slides/slide17.xml" Id="R6f4c772b7f9b4721" /><Relationship Type="http://schemas.openxmlformats.org/officeDocument/2006/relationships/slide" Target="/ppt/slides/slide18.xml" Id="Ra5aefe4b52b74f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e9d4c342924d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46b89c434040c1" /><Relationship Type="http://schemas.openxmlformats.org/officeDocument/2006/relationships/notesMaster" Target="/ppt/notesMasters/notesMaster1.xml" Id="R1eb7f26648f349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d2a5edf91243a8" /><Relationship Type="http://schemas.openxmlformats.org/officeDocument/2006/relationships/notesMaster" Target="/ppt/notesMasters/notesMaster1.xml" Id="Ra5533754078b4f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16035bd7124ca8" /><Relationship Type="http://schemas.openxmlformats.org/officeDocument/2006/relationships/notesMaster" Target="/ppt/notesMasters/notesMaster1.xml" Id="Re8b16d0db8844b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563d07a3b34b57" /><Relationship Type="http://schemas.openxmlformats.org/officeDocument/2006/relationships/notesMaster" Target="/ppt/notesMasters/notesMaster1.xml" Id="Ra48dedf6c4fe43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97a7d623a447f7" /><Relationship Type="http://schemas.openxmlformats.org/officeDocument/2006/relationships/notesMaster" Target="/ppt/notesMasters/notesMaster1.xml" Id="Rd1e49c23884a4f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647e6b4f3d4efd" /><Relationship Type="http://schemas.openxmlformats.org/officeDocument/2006/relationships/notesMaster" Target="/ppt/notesMasters/notesMaster1.xml" Id="R6455aa76852a41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b1116acf374e0d" /><Relationship Type="http://schemas.openxmlformats.org/officeDocument/2006/relationships/notesMaster" Target="/ppt/notesMasters/notesMaster1.xml" Id="R3065d79b5b1246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5914d4b33f49f8" /><Relationship Type="http://schemas.openxmlformats.org/officeDocument/2006/relationships/notesMaster" Target="/ppt/notesMasters/notesMaster1.xml" Id="R5564b5c671564b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d27129b6304091" /><Relationship Type="http://schemas.openxmlformats.org/officeDocument/2006/relationships/notesMaster" Target="/ppt/notesMasters/notesMaster1.xml" Id="Ra0ea97b128de444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16401016d94f86" /><Relationship Type="http://schemas.openxmlformats.org/officeDocument/2006/relationships/notesMaster" Target="/ppt/notesMasters/notesMaster1.xml" Id="Raa0e4edb387349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106e104aa664a02" /><Relationship Type="http://schemas.openxmlformats.org/officeDocument/2006/relationships/notesMaster" Target="/ppt/notesMasters/notesMaster1.xml" Id="R94bb07df464e4a6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6c00b5206b448eb" /><Relationship Type="http://schemas.openxmlformats.org/officeDocument/2006/relationships/notesMaster" Target="/ppt/notesMasters/notesMaster1.xml" Id="R05aaca7094eb484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0c192d680e74dc3" /><Relationship Type="http://schemas.openxmlformats.org/officeDocument/2006/relationships/notesMaster" Target="/ppt/notesMasters/notesMaster1.xml" Id="R111b11a8bc3247f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5834d0f79e34151" /><Relationship Type="http://schemas.openxmlformats.org/officeDocument/2006/relationships/notesMaster" Target="/ppt/notesMasters/notesMaster1.xml" Id="R336fc4522efd475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ca7c69c462346ce" /><Relationship Type="http://schemas.openxmlformats.org/officeDocument/2006/relationships/notesMaster" Target="/ppt/notesMasters/notesMaster1.xml" Id="R55df29bf601448f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14bb72787724919" /><Relationship Type="http://schemas.openxmlformats.org/officeDocument/2006/relationships/notesMaster" Target="/ppt/notesMasters/notesMaster1.xml" Id="Rf9561a25db8b487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a9d6f3f388b47eb" /><Relationship Type="http://schemas.openxmlformats.org/officeDocument/2006/relationships/notesMaster" Target="/ppt/notesMasters/notesMaster1.xml" Id="R998719b1956246c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799d54992504041" /><Relationship Type="http://schemas.openxmlformats.org/officeDocument/2006/relationships/notesMaster" Target="/ppt/notesMasters/notesMaster1.xml" Id="R53a74d8302934e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answers four questions in order. First, what does the robot do? Second, what are its major subsystems? Third, how does the hardware work? Fourth, how does the software identify and control each piece? The last section includes the WPILib runtime and two complete code traces because they show the software control path in operation.</a:t>
            </a:r>
          </a:p>
          <a:p xmlns:a="http://schemas.openxmlformats.org/drawingml/2006/main">
            <a:r>
              <a:t/>
            </a:r>
          </a:p>
          <a:p xmlns:a="http://schemas.openxmlformats.org/drawingml/2006/main">
            <a:r>
              <a:t>[Sources]</a:t>
            </a:r>
          </a:p>
          <a:p xmlns:a="http://schemas.openxmlformats.org/drawingml/2006/main">
            <a:r>
              <a:t>- C:/Users/dmona/2020FrcRobotCode/2020v2/2020/docs/final-implementation-presentation-architecture.md</a:t>
            </a:r>
          </a:p>
          <a:p xmlns:a="http://schemas.openxmlformats.org/drawingml/2006/main">
            <a:r>
              <a:t>- C:/Users/dmona/2020FrcRobotCode/2020v2/2020/src/main/java/frc/robot/RobotContainer.java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drivetrain moves and steers the robot with tank drive.</a:t>
            </a:r>
          </a:p>
          <a:p xmlns:a="http://schemas.openxmlformats.org/drawingml/2006/main">
            <a:r>
              <a:t>- The ball belt moves game pieces forward or backward inside the robot.</a:t>
            </a:r>
          </a:p>
          <a:p xmlns:a="http://schemas.openxmlformats.org/drawingml/2006/main">
            <a:r>
              <a:t>- The scoring roller pushes game pieces out toward the goal.</a:t>
            </a:r>
          </a:p>
          <a:p xmlns:a="http://schemas.openxmlformats.org/drawingml/2006/main">
            <a:r>
              <a:t>- The climber changes the position of two pneumatic arms.</a:t>
            </a:r>
          </a:p>
          <a:p xmlns:a="http://schemas.openxmlformats.org/drawingml/2006/main">
            <a:r>
              <a:t>- The driver owns robot motion; the operator owns the three mechanisms.</a:t>
            </a:r>
          </a:p>
          <a:p xmlns:a="http://schemas.openxmlformats.org/drawingml/2006/main">
            <a:r>
              <a:t/>
            </a:r>
          </a:p>
          <a:p xmlns:a="http://schemas.openxmlformats.org/drawingml/2006/main">
            <a:r>
              <a:t>[Sources]</a:t>
            </a:r>
          </a:p>
          <a:p xmlns:a="http://schemas.openxmlformats.org/drawingml/2006/main">
            <a:r>
              <a:t>- C:/Users/dmona/2020FrcRobotCode/2020v2/2020/src/main/java/frc/robot/RobotContainer.java</a:t>
            </a:r>
          </a:p>
          <a:p xmlns:a="http://schemas.openxmlformats.org/drawingml/2006/main">
            <a:r>
              <a:t>- C:/Users/dmona/2020FrcRobotCode/2020v2/2020/src/main/java/frc/robot/subsystems/DriveSubsystem.java</a:t>
            </a:r>
          </a:p>
          <a:p xmlns:a="http://schemas.openxmlformats.org/drawingml/2006/main">
            <a:r>
              <a:t>- C:/Users/dmona/2020FrcRobotCode/2020v2/2020/src/main/java/frc/robot/subsystems/BeltSubsystem.java</a:t>
            </a:r>
          </a:p>
          <a:p xmlns:a="http://schemas.openxmlformats.org/drawingml/2006/main">
            <a:r>
              <a:t>- C:/Users/dmona/2020FrcRobotCode/2020v2/2020/src/main/java/frc/robot/subsystems/RollerSubsystem.java</a:t>
            </a:r>
          </a:p>
          <a:p xmlns:a="http://schemas.openxmlformats.org/drawingml/2006/main">
            <a:r>
              <a:t>- C:/Users/dmona/2020FrcRobotCode/2020v2/2020/src/main/java/frc/robot/subsystems/ClimberSubsystem.java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driver CommandXboxController is on USB 0 and supplies both tank-drive Y axes plus the right-bumper slow mode. The operator CommandXboxController is on USB 1: A runs the belt inward, B runs it outward, X runs the roller, and Y schedules the climber command.</a:t>
            </a:r>
          </a:p>
          <a:p xmlns:a="http://schemas.openxmlformats.org/drawingml/2006/main">
            <a:r>
              <a:t/>
            </a:r>
          </a:p>
          <a:p xmlns:a="http://schemas.openxmlformats.org/drawingml/2006/main">
            <a:r>
              <a:t>[Sources]</a:t>
            </a:r>
          </a:p>
          <a:p xmlns:a="http://schemas.openxmlformats.org/drawingml/2006/main">
            <a:r>
              <a:t>- C:/Users/dmona/2020FrcRobotCode/2020v2/2020/src/main/java/frc/robot/Constants.java</a:t>
            </a:r>
          </a:p>
          <a:p xmlns:a="http://schemas.openxmlformats.org/drawingml/2006/main">
            <a:r>
              <a:t>- C:/Users/dmona/2020FrcRobotCode/2020v2/2020/src/main/java/frc/robot/RobotContainer.java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four subsystem boundaries come from physical mechanisms, not the communication bus.</a:t>
            </a:r>
          </a:p>
          <a:p xmlns:a="http://schemas.openxmlformats.org/drawingml/2006/main">
            <a:r>
              <a:t>- DriveSubsystem owns four motor-controller objects.</a:t>
            </a:r>
          </a:p>
          <a:p xmlns:a="http://schemas.openxmlformats.org/drawingml/2006/main">
            <a:r>
              <a:t>- BeltSubsystem and RollerSubsystem each own one motor-controller object.</a:t>
            </a:r>
          </a:p>
          <a:p xmlns:a="http://schemas.openxmlformats.org/drawingml/2006/main">
            <a:r>
              <a:t>- ClimberSubsystem owns the pneumatic device objects used by the climber.</a:t>
            </a:r>
          </a:p>
          <a:p xmlns:a="http://schemas.openxmlformats.org/drawingml/2006/main">
            <a:r>
              <a:t>- The 2020 implementations use PWM motor controllers and a CAN-connected PCM; current implementations can use CAN devices without changing these subsystem boundaries.</a:t>
            </a:r>
          </a:p>
          <a:p xmlns:a="http://schemas.openxmlformats.org/drawingml/2006/main">
            <a:r>
              <a:t/>
            </a:r>
          </a:p>
          <a:p xmlns:a="http://schemas.openxmlformats.org/drawingml/2006/main">
            <a:r>
              <a:t>[Sources]</a:t>
            </a:r>
          </a:p>
          <a:p xmlns:a="http://schemas.openxmlformats.org/drawingml/2006/main">
            <a:r>
              <a:t>- C:/Users/dmona/2020FrcRobotCode/2020v2/2020/src/main/java/frc/robot/subsystems/DriveSubsystem.java</a:t>
            </a:r>
          </a:p>
          <a:p xmlns:a="http://schemas.openxmlformats.org/drawingml/2006/main">
            <a:r>
              <a:t>- C:/Users/dmona/2020FrcRobotCode/2020v2/2020/src/main/java/frc/robot/subsystems/BeltSubsystem.java</a:t>
            </a:r>
          </a:p>
          <a:p xmlns:a="http://schemas.openxmlformats.org/drawingml/2006/main">
            <a:r>
              <a:t>- C:/Users/dmona/2020FrcRobotCode/2020v2/2020/src/main/java/frc/robot/subsystems/RollerSubsystem.java</a:t>
            </a:r>
          </a:p>
          <a:p xmlns:a="http://schemas.openxmlformats.org/drawingml/2006/main">
            <a:r>
              <a:t>- C:/Users/dmona/2020FrcRobotCode/2020v2/2020/src/main/java/frc/robot/subsystems/ClimberSubsystem.java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This slide is a case study of the hardware installed on the 2020 robot.</a:t>
            </a:r>
          </a:p>
          <a:p xmlns:a="http://schemas.openxmlformats.org/drawingml/2006/main">
            <a:r>
              <a:t>- The drivetrain motor controllers use PWM channels 0 through 3.</a:t>
            </a:r>
          </a:p>
          <a:p xmlns:a="http://schemas.openxmlformats.org/drawingml/2006/main">
            <a:r>
              <a:t>- The belt uses PWM 5, and the scoring roller uses PWM 4.</a:t>
            </a:r>
          </a:p>
          <a:p xmlns:a="http://schemas.openxmlformats.org/drawingml/2006/main">
            <a:r>
              <a:t>- The climber uses CTRE PCM module 0 over the CAN bus, with solenoid channel pairs 0/1 and 2/3.</a:t>
            </a:r>
          </a:p>
          <a:p xmlns:a="http://schemas.openxmlformats.org/drawingml/2006/main">
            <a:r>
              <a:t>- The team's current motor controllers and pneumatics modules use CAN rather than PWM.</a:t>
            </a:r>
          </a:p>
          <a:p xmlns:a="http://schemas.openxmlformats.org/drawingml/2006/main">
            <a:r>
              <a:t>- The software lesson is device ownership inside subsystems, not the particular channel numbers.</a:t>
            </a:r>
          </a:p>
          <a:p xmlns:a="http://schemas.openxmlformats.org/drawingml/2006/main">
            <a:r>
              <a:t/>
            </a:r>
          </a:p>
          <a:p xmlns:a="http://schemas.openxmlformats.org/drawingml/2006/main">
            <a:r>
              <a:t>[Sources]</a:t>
            </a:r>
          </a:p>
          <a:p xmlns:a="http://schemas.openxmlformats.org/drawingml/2006/main">
            <a:r>
              <a:t>- C:/Users/dmona/2020FrcRobotCode/2020v2/2020/src/main/java/frc/robot/Constants.java</a:t>
            </a:r>
          </a:p>
          <a:p xmlns:a="http://schemas.openxmlformats.org/drawingml/2006/main">
            <a:r>
              <a:t>- C:/Users/dmona/2020FrcRobotCode/2020v2/2020/src/main/java/frc/robot/subsystems/DriveSubsystem.java</a:t>
            </a:r>
          </a:p>
          <a:p xmlns:a="http://schemas.openxmlformats.org/drawingml/2006/main">
            <a:r>
              <a:t>- C:/Users/dmona/2020FrcRobotCode/2020v2/2020/src/main/java/frc/robot/subsystems/BeltSubsystem.java</a:t>
            </a:r>
          </a:p>
          <a:p xmlns:a="http://schemas.openxmlformats.org/drawingml/2006/main">
            <a:r>
              <a:t>- C:/Users/dmona/2020FrcRobotCode/2020v2/2020/src/main/java/frc/robot/subsystems/RollerSubsystem.java</a:t>
            </a:r>
          </a:p>
          <a:p xmlns:a="http://schemas.openxmlformats.org/drawingml/2006/main">
            <a:r>
              <a:t>- C:/Users/dmona/2020FrcRobotCode/2020v2/2020/src/main/java/frc/robot/subsystems/ClimberSubsystem.java</a:t>
            </a:r>
          </a:p>
          <a:p xmlns:a="http://schemas.openxmlformats.org/drawingml/2006/main">
            <a:r>
              <a:t>- User-provided project context about the team's current CAN-connected hardware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 PWM motor controller is identified by the roboRIO PWM channel connected to it.</a:t>
            </a:r>
          </a:p>
          <a:p xmlns:a="http://schemas.openxmlformats.org/drawingml/2006/main">
            <a:r>
              <a:t>- A CAN motor controller is identified by its CAN ID on the shared CAN bus.</a:t>
            </a:r>
          </a:p>
          <a:p xmlns:a="http://schemas.openxmlformats.org/drawingml/2006/main">
            <a:r>
              <a:t>- Moving to CAN changes the device object, construction, configuration, and identifier stored in Constants.</a:t>
            </a:r>
          </a:p>
          <a:p xmlns:a="http://schemas.openxmlformats.org/drawingml/2006/main">
            <a:r>
              <a:t>- The subsystem still exposes mechanism-level methods such as drive(left, right).</a:t>
            </a:r>
          </a:p>
          <a:p xmlns:a="http://schemas.openxmlformats.org/drawingml/2006/main">
            <a:r>
              <a:t>- Commands and controller bindings continue calling those subsystem methods.</a:t>
            </a:r>
          </a:p>
          <a:p xmlns:a="http://schemas.openxmlformats.org/drawingml/2006/main">
            <a:r>
              <a:t/>
            </a:r>
          </a:p>
          <a:p xmlns:a="http://schemas.openxmlformats.org/drawingml/2006/main">
            <a:r>
              <a:t>[Sources]</a:t>
            </a:r>
          </a:p>
          <a:p xmlns:a="http://schemas.openxmlformats.org/drawingml/2006/main">
            <a:r>
              <a:t>- C:/Users/dmona/2020FrcRobotCode/2020v2/2020/src/main/java/frc/robot/Constants.java</a:t>
            </a:r>
          </a:p>
          <a:p xmlns:a="http://schemas.openxmlformats.org/drawingml/2006/main">
            <a:r>
              <a:t>- C:/Users/dmona/2020FrcRobotCode/2020v2/2020/src/main/java/frc/robot/subsystems/DriveSubsystem.java</a:t>
            </a:r>
          </a:p>
          <a:p xmlns:a="http://schemas.openxmlformats.org/drawingml/2006/main">
            <a:r>
              <a:t>- User-provided project context about the team's current CAN-connected hardware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BeltInCommand represents the task regardless of the installed motor controller.</a:t>
            </a:r>
          </a:p>
          <a:p xmlns:a="http://schemas.openxmlformats.org/drawingml/2006/main">
            <a:r>
              <a:t>- The command still calls BeltSubsystem.run(+1.0).</a:t>
            </a:r>
          </a:p>
          <a:p xmlns:a="http://schemas.openxmlformats.org/drawingml/2006/main">
            <a:r>
              <a:t>- BeltSubsystem still owns the motor-controller object and translates run(speed) into a device API call.</a:t>
            </a:r>
          </a:p>
          <a:p xmlns:a="http://schemas.openxmlformats.org/drawingml/2006/main">
            <a:r>
              <a:t>- Replacing PWM with CAN changes the construction and device API inside BeltSubsystem.</a:t>
            </a:r>
          </a:p>
          <a:p xmlns:a="http://schemas.openxmlformats.org/drawingml/2006/main">
            <a:r>
              <a:t>- The controller binding, command lifecycle, subsystem requirement, and stop behavior do not need to change.</a:t>
            </a:r>
          </a:p>
          <a:p xmlns:a="http://schemas.openxmlformats.org/drawingml/2006/main">
            <a:r>
              <a:t/>
            </a:r>
          </a:p>
          <a:p xmlns:a="http://schemas.openxmlformats.org/drawingml/2006/main">
            <a:r>
              <a:t>[Sources]</a:t>
            </a:r>
          </a:p>
          <a:p xmlns:a="http://schemas.openxmlformats.org/drawingml/2006/main">
            <a:r>
              <a:t>- C:/Users/dmona/2020FrcRobotCode/2020v2/2020/src/main/java/frc/robot/RobotContainer.java</a:t>
            </a:r>
          </a:p>
          <a:p xmlns:a="http://schemas.openxmlformats.org/drawingml/2006/main">
            <a:r>
              <a:t>- C:/Users/dmona/2020FrcRobotCode/2020v2/2020/src/main/java/frc/robot/commands/BeltInCommand.java</a:t>
            </a:r>
          </a:p>
          <a:p xmlns:a="http://schemas.openxmlformats.org/drawingml/2006/main">
            <a:r>
              <a:t>- C:/Users/dmona/2020FrcRobotCode/2020v2/2020/src/main/java/frc/robot/subsystems/BeltSubsystem.java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2020 climber already uses a CAN-connected control module.</a:t>
            </a:r>
          </a:p>
          <a:p xmlns:a="http://schemas.openxmlformats.org/drawingml/2006/main">
            <a:r>
              <a:t>- The roboRIO addresses CTRE PCM module 0 over the CAN bus.</a:t>
            </a:r>
          </a:p>
          <a:p xmlns:a="http://schemas.openxmlformats.org/drawingml/2006/main">
            <a:r>
              <a:t>- The PCM then controls the left and right pneumatic valves through its local solenoid channels.</a:t>
            </a:r>
          </a:p>
          <a:p xmlns:a="http://schemas.openxmlformats.org/drawingml/2006/main">
            <a:r>
              <a:t>- The DoubleSolenoid objects represent those channel pairs in ClimberSubsystem.</a:t>
            </a:r>
          </a:p>
          <a:p xmlns:a="http://schemas.openxmlformats.org/drawingml/2006/main">
            <a:r>
              <a:t>- The individual solenoids are not CAN devices; the PCM is the CAN device.</a:t>
            </a:r>
          </a:p>
          <a:p xmlns:a="http://schemas.openxmlformats.org/drawingml/2006/main">
            <a:r>
              <a:t/>
            </a:r>
          </a:p>
          <a:p xmlns:a="http://schemas.openxmlformats.org/drawingml/2006/main">
            <a:r>
              <a:t>[Sources]</a:t>
            </a:r>
          </a:p>
          <a:p xmlns:a="http://schemas.openxmlformats.org/drawingml/2006/main">
            <a:r>
              <a:t>- C:/Users/dmona/2020FrcRobotCode/2020v2/2020/src/main/java/frc/robot/subsystems/ClimberSubsystem.java</a:t>
            </a:r>
          </a:p>
          <a:p xmlns:a="http://schemas.openxmlformats.org/drawingml/2006/main">
            <a:r>
              <a:t>- C:/Users/dmona/2020FrcRobotCode/2020v2/2020/src/main/java/frc/robot/Constants.java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Robot creates one RobotContainer during robotInit().</a:t>
            </a:r>
          </a:p>
          <a:p xmlns:a="http://schemas.openxmlformats.org/drawingml/2006/main">
            <a:r>
              <a:t>- RobotContainer creates the controllers and the four subsystem objects.</a:t>
            </a:r>
          </a:p>
          <a:p xmlns:a="http://schemas.openxmlformats.org/drawingml/2006/main">
            <a:r>
              <a:t>- Each subsystem constructor creates the device objects that represent its installed hardware.</a:t>
            </a:r>
          </a:p>
          <a:p xmlns:a="http://schemas.openxmlformats.org/drawingml/2006/main">
            <a:r>
              <a:t>- RobotContainer creates command instances, passes them the required subsystem objects, and binds controller inputs to them.</a:t>
            </a:r>
          </a:p>
          <a:p xmlns:a="http://schemas.openxmlformats.org/drawingml/2006/main">
            <a:r>
              <a:t>- When CommandScheduler runs a command, the command calls subsystem methods; the subsystem methods call the device APIs.</a:t>
            </a:r>
          </a:p>
          <a:p xmlns:a="http://schemas.openxmlformats.org/drawingml/2006/main">
            <a:r>
              <a:t/>
            </a:r>
          </a:p>
          <a:p xmlns:a="http://schemas.openxmlformats.org/drawingml/2006/main">
            <a:r>
              <a:t>[Sources]</a:t>
            </a:r>
          </a:p>
          <a:p xmlns:a="http://schemas.openxmlformats.org/drawingml/2006/main">
            <a:r>
              <a:t>- C:/Users/dmona/2020FrcRobotCode/2020v2/2020/src/main/java/frc/robot/Robot.java</a:t>
            </a:r>
          </a:p>
          <a:p xmlns:a="http://schemas.openxmlformats.org/drawingml/2006/main">
            <a:r>
              <a:t>- C:/Users/dmona/2020FrcRobotCode/2020v2/2020/src/main/java/frc/robot/RobotContainer.java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Robot.robotInit() creates RobotContainer once.</a:t>
            </a:r>
          </a:p>
          <a:p xmlns:a="http://schemas.openxmlformats.org/drawingml/2006/main">
            <a:r>
              <a:t>- RobotContainer's constructor creates the two CommandXboxController objects and four subsystem objects.</a:t>
            </a:r>
          </a:p>
          <a:p xmlns:a="http://schemas.openxmlformats.org/drawingml/2006/main">
            <a:r>
              <a:t>- Each subsystem constructor creates and owns its motor-controller or solenoid objects.</a:t>
            </a:r>
          </a:p>
          <a:p xmlns:a="http://schemas.openxmlformats.org/drawingml/2006/main">
            <a:r>
              <a:t>- configureDefaultCommands() creates DriveTeleopCommand and installs it on DriveSubsystem.</a:t>
            </a:r>
          </a:p>
          <a:p xmlns:a="http://schemas.openxmlformats.org/drawingml/2006/main">
            <a:r>
              <a:t>- configureBindings() creates the button-controlled command instances and passes the appropriate subsystem object into each constructor.</a:t>
            </a:r>
          </a:p>
          <a:p xmlns:a="http://schemas.openxmlformats.org/drawingml/2006/main">
            <a:r>
              <a:t>- The camera is also started here, but it is separate from the command and subsystem relationships shown in this presentation.</a:t>
            </a:r>
          </a:p>
          <a:p xmlns:a="http://schemas.openxmlformats.org/drawingml/2006/main">
            <a:r>
              <a:t/>
            </a:r>
          </a:p>
          <a:p xmlns:a="http://schemas.openxmlformats.org/drawingml/2006/main">
            <a:r>
              <a:t>[Sources]</a:t>
            </a:r>
          </a:p>
          <a:p xmlns:a="http://schemas.openxmlformats.org/drawingml/2006/main">
            <a:r>
              <a:t>- C:/Users/dmona/2020FrcRobotCode/2020v2/2020/src/main/java/frc/robot/Robot.java</a:t>
            </a:r>
          </a:p>
          <a:p xmlns:a="http://schemas.openxmlformats.org/drawingml/2006/main">
            <a:r>
              <a:t>- C:/Users/dmona/2020FrcRobotCode/2020v2/2020/src/main/java/frc/robot/RobotContainer.java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programmer writes a command class for a specific task, such as BeltInCommand.</a:t>
            </a:r>
          </a:p>
          <a:p xmlns:a="http://schemas.openxmlformats.org/drawingml/2006/main">
            <a:r>
              <a:t>- RobotContainer creates a command instance with new BeltInCommand(beltSubsystem).</a:t>
            </a:r>
          </a:p>
          <a:p xmlns:a="http://schemas.openxmlformats.org/drawingml/2006/main">
            <a:r>
              <a:t>- Passing beltSubsystem gives that command access to the subsystem methods it needs.</a:t>
            </a:r>
          </a:p>
          <a:p xmlns:a="http://schemas.openxmlformats.org/drawingml/2006/main">
            <a:r>
              <a:t>- The command constructor calls addRequirements(beltSubsystem), which declares exclusive use of the mechanism while the command runs.</a:t>
            </a:r>
          </a:p>
          <a:p xmlns:a="http://schemas.openxmlformats.org/drawingml/2006/main">
            <a:r>
              <a:t>- A Trigger binding or default-command assignment determines when CommandScheduler schedules that instance.</a:t>
            </a:r>
          </a:p>
          <a:p xmlns:a="http://schemas.openxmlformats.org/drawingml/2006/main">
            <a:r>
              <a:t/>
            </a:r>
          </a:p>
          <a:p xmlns:a="http://schemas.openxmlformats.org/drawingml/2006/main">
            <a:r>
              <a:t>[Sources]</a:t>
            </a:r>
          </a:p>
          <a:p xmlns:a="http://schemas.openxmlformats.org/drawingml/2006/main">
            <a:r>
              <a:t>- C:/Users/dmona/2020FrcRobotCode/2020v2/2020/src/main/java/frc/robot/RobotContainer.java</a:t>
            </a:r>
          </a:p>
          <a:p xmlns:a="http://schemas.openxmlformats.org/drawingml/2006/main">
            <a:r>
              <a:t>- C:/Users/dmona/2020FrcRobotCode/2020v2/2020/src/main/java/frc/robot/commands/BeltInCommand.java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Start by reading operatorController.a() as the operator's A button.</a:t>
            </a:r>
          </a:p>
          <a:p xmlns:a="http://schemas.openxmlformats.org/drawingml/2006/main">
            <a:r>
              <a:t>- new BeltInCommand(beltSubsystem) creates one command instance and passes it the existing BeltSubsystem object.</a:t>
            </a:r>
          </a:p>
          <a:p xmlns:a="http://schemas.openxmlformats.org/drawingml/2006/main">
            <a:r>
              <a:t>- whileTrue binds that command to the button's active state.</a:t>
            </a:r>
          </a:p>
          <a:p xmlns:a="http://schemas.openxmlformats.org/drawingml/2006/main">
            <a:r>
              <a:t>- When A becomes active, CommandScheduler schedules the command after checking its BeltSubsystem requirement.</a:t>
            </a:r>
          </a:p>
          <a:p xmlns:a="http://schemas.openxmlformats.org/drawingml/2006/main">
            <a:r>
              <a:t>- When A becomes inactive, WPILib cancels the command and calls end(true), which stops the belt.</a:t>
            </a:r>
          </a:p>
          <a:p xmlns:a="http://schemas.openxmlformats.org/drawingml/2006/main">
            <a:r>
              <a:t>- DriveTeleopCommand is different because RobotContainer installs it as DriveSubsystem's default command instead of binding it to a button.</a:t>
            </a:r>
          </a:p>
          <a:p xmlns:a="http://schemas.openxmlformats.org/drawingml/2006/main">
            <a:r>
              <a:t/>
            </a:r>
          </a:p>
          <a:p xmlns:a="http://schemas.openxmlformats.org/drawingml/2006/main">
            <a:r>
              <a:t>[Sources]</a:t>
            </a:r>
          </a:p>
          <a:p xmlns:a="http://schemas.openxmlformats.org/drawingml/2006/main">
            <a:r>
              <a:t>- C:/Users/dmona/2020FrcRobotCode/2020v2/2020/src/main/java/frc/robot/RobotContainer.java</a:t>
            </a:r>
          </a:p>
          <a:p xmlns:a="http://schemas.openxmlformats.org/drawingml/2006/main">
            <a:r>
              <a:t>- C:/Users/dmona/2020FrcRobotCode/2020v2/2020/src/main/java/frc/robot/commands/BeltInCommand.java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This project follows the standard WPILib Java structure: Robot extends TimedRobot, which provides the robot's periodic execution loop.</a:t>
            </a:r>
          </a:p>
          <a:p xmlns:a="http://schemas.openxmlformats.org/drawingml/2006/main">
            <a:r>
              <a:t>- By default, the WPILib robot library calls robotPeriodic() every 20 milliseconds, or about 50 times per second.</a:t>
            </a:r>
          </a:p>
          <a:p xmlns:a="http://schemas.openxmlformats.org/drawingml/2006/main">
            <a:r>
              <a:t>- Each call to robotPeriodic() calls CommandScheduler.run(), producing one scheduler iteration.</a:t>
            </a:r>
          </a:p>
          <a:p xmlns:a="http://schemas.openxmlformats.org/drawingml/2006/main">
            <a:r>
              <a:t>- During an iteration, the scheduler runs subsystem periodic methods, polls Trigger bindings, and schedules or cancels commands.</a:t>
            </a:r>
          </a:p>
          <a:p xmlns:a="http://schemas.openxmlformats.org/drawingml/2006/main">
            <a:r>
              <a:t>- It then executes scheduled commands, ends commands that have finished or were canceled, and schedules default commands for available subsystems.</a:t>
            </a:r>
          </a:p>
          <a:p xmlns:a="http://schemas.openxmlformats.org/drawingml/2006/main">
            <a:r>
              <a:t>- Command methods must return promptly. A blocking method prevents the scheduler from completing that robot-loop iteration.</a:t>
            </a:r>
          </a:p>
          <a:p xmlns:a="http://schemas.openxmlformats.org/drawingml/2006/main">
            <a:r>
              <a:t/>
            </a:r>
          </a:p>
          <a:p xmlns:a="http://schemas.openxmlformats.org/drawingml/2006/main">
            <a:r>
              <a:t>[Sources]</a:t>
            </a:r>
          </a:p>
          <a:p xmlns:a="http://schemas.openxmlformats.org/drawingml/2006/main">
            <a:r>
              <a:t>- C:/Users/dmona/2020FrcRobotCode/2020v2/2020/src/main/java/frc/robot/Robot.java</a:t>
            </a:r>
          </a:p>
          <a:p xmlns:a="http://schemas.openxmlformats.org/drawingml/2006/main">
            <a:r>
              <a:t>- https://github.wpilib.org/allwpilib/docs/release/java/edu/wpi/first/wpilibj/TimedRobot.html</a:t>
            </a:r>
          </a:p>
          <a:p xmlns:a="http://schemas.openxmlformats.org/drawingml/2006/main">
            <a:r>
              <a:t>- https://github.wpilib.org/allwpilib/docs/release/java/edu/wpi/first/wpilibj2/command/CommandScheduler.html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initialize() runs once when the scheduler starts the command.</a:t>
            </a:r>
          </a:p>
          <a:p xmlns:a="http://schemas.openxmlformats.org/drawingml/2006/main">
            <a:r>
              <a:t>- execute() runs once during each scheduler iteration and calls the required subsystem methods.</a:t>
            </a:r>
          </a:p>
          <a:p xmlns:a="http://schemas.openxmlformats.org/drawingml/2006/main">
            <a:r>
              <a:t>- isFinished() tells the scheduler whether the command has completed.</a:t>
            </a:r>
          </a:p>
          <a:p xmlns:a="http://schemas.openxmlformats.org/drawingml/2006/main">
            <a:r>
              <a:t>- If isFinished() returns false, the command remains scheduled and executes again during the next iteration.</a:t>
            </a:r>
          </a:p>
          <a:p xmlns:a="http://schemas.openxmlformats.org/drawingml/2006/main">
            <a:r>
              <a:t>- end(false) runs after normal completion, while end(true) runs after cancellation or interruption.</a:t>
            </a:r>
          </a:p>
          <a:p xmlns:a="http://schemas.openxmlformats.org/drawingml/2006/main">
            <a:r>
              <a:t>- Cleanup belongs in end(). The belt and roller commands stop their motors there.</a:t>
            </a:r>
          </a:p>
          <a:p xmlns:a="http://schemas.openxmlformats.org/drawingml/2006/main">
            <a:r>
              <a:t/>
            </a:r>
          </a:p>
          <a:p xmlns:a="http://schemas.openxmlformats.org/drawingml/2006/main">
            <a:r>
              <a:t>[Sources]</a:t>
            </a:r>
          </a:p>
          <a:p xmlns:a="http://schemas.openxmlformats.org/drawingml/2006/main">
            <a:r>
              <a:t>- C:/Users/dmona/2020FrcRobotCode/2020v2/2020/src/main/java/frc/robot/commands/</a:t>
            </a:r>
          </a:p>
          <a:p xmlns:a="http://schemas.openxmlformats.org/drawingml/2006/main">
            <a:r>
              <a:t>- https://github.wpilib.org/allwpilib/docs/release/java/edu/wpi/first/wpilibj2/command/Command.html</a:t>
            </a:r>
          </a:p>
          <a:p xmlns:a="http://schemas.openxmlformats.org/drawingml/2006/main">
            <a:r>
              <a:t>- https://github.wpilib.org/allwpilib/docs/release/java/edu/wpi/first/wpilibj2/command/button/Trigger.html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Belt commands require BeltSubsystem. RollerCommand requires RollerSubsystem, so the scheduler may run a belt command and RollerCommand concurrently. It will not schedule two commands that require BeltSubsystem at the same time.</a:t>
            </a:r>
          </a:p>
          <a:p xmlns:a="http://schemas.openxmlformats.org/drawingml/2006/main">
            <a:r>
              <a:t/>
            </a:r>
          </a:p>
          <a:p xmlns:a="http://schemas.openxmlformats.org/drawingml/2006/main">
            <a:r>
              <a:t>[Sources]</a:t>
            </a:r>
          </a:p>
          <a:p xmlns:a="http://schemas.openxmlformats.org/drawingml/2006/main">
            <a:r>
              <a:t>- https://github.wpilib.org/allwpilib/docs/release/java/edu/wpi/first/wpilibj2/command/Command.html</a:t>
            </a:r>
          </a:p>
          <a:p xmlns:a="http://schemas.openxmlformats.org/drawingml/2006/main">
            <a:r>
              <a:t>- C:/Users/dmona/2020FrcRobotCode/2020v2/2020/src/main/java/frc/robot/commands/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driver Xbox controller supplies the left-stick and right-stick Y values.</a:t>
            </a:r>
          </a:p>
          <a:p xmlns:a="http://schemas.openxmlformats.org/drawingml/2006/main">
            <a:r>
              <a:t>- CommandScheduler runs DriveTeleopCommand as DriveSubsystem's default command.</a:t>
            </a:r>
          </a:p>
          <a:p xmlns:a="http://schemas.openxmlformats.org/drawingml/2006/main">
            <a:r>
              <a:t>- The command scales both values and calls DriveSubsystem.drive(left, right).</a:t>
            </a:r>
          </a:p>
          <a:p xmlns:a="http://schemas.openxmlformats.org/drawingml/2006/main">
            <a:r>
              <a:t>- DriveSubsystem sends those values through its owned motor-controller objects.</a:t>
            </a:r>
          </a:p>
          <a:p xmlns:a="http://schemas.openxmlformats.org/drawingml/2006/main">
            <a:r>
              <a:t>- On this 2020 robot those objects use PWM; the current robot can use CAN devices without changing the earlier steps.</a:t>
            </a:r>
          </a:p>
          <a:p xmlns:a="http://schemas.openxmlformats.org/drawingml/2006/main">
            <a:r>
              <a:t>- The physical result is the same: the left and right drivetrain motors turn.</a:t>
            </a:r>
          </a:p>
          <a:p xmlns:a="http://schemas.openxmlformats.org/drawingml/2006/main">
            <a:r>
              <a:t/>
            </a:r>
          </a:p>
          <a:p xmlns:a="http://schemas.openxmlformats.org/drawingml/2006/main">
            <a:r>
              <a:t>[Sources]</a:t>
            </a:r>
          </a:p>
          <a:p xmlns:a="http://schemas.openxmlformats.org/drawingml/2006/main">
            <a:r>
              <a:t>- C:/Users/dmona/2020FrcRobotCode/2020v2/2020/src/main/java/frc/robot/RobotContainer.java</a:t>
            </a:r>
          </a:p>
          <a:p xmlns:a="http://schemas.openxmlformats.org/drawingml/2006/main">
            <a:r>
              <a:t>- C:/Users/dmona/2020FrcRobotCode/2020v2/2020/src/main/java/frc/robot/commands/DriveTeleopCommand.java</a:t>
            </a:r>
          </a:p>
          <a:p xmlns:a="http://schemas.openxmlformats.org/drawingml/2006/main">
            <a:r>
              <a:t>- C:/Users/dmona/2020FrcRobotCode/2020v2/2020/src/main/java/frc/robot/subsystems/DriveSubsystem.java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Operator A activates a Trigger binding in RobotContainer.</a:t>
            </a:r>
          </a:p>
          <a:p xmlns:a="http://schemas.openxmlformats.org/drawingml/2006/main">
            <a:r>
              <a:t>- The binding schedules a BeltInCommand instance that holds a reference to BeltSubsystem.</a:t>
            </a:r>
          </a:p>
          <a:p xmlns:a="http://schemas.openxmlformats.org/drawingml/2006/main">
            <a:r>
              <a:t>- execute() calls BeltSubsystem.run(+1.0).</a:t>
            </a:r>
          </a:p>
          <a:p xmlns:a="http://schemas.openxmlformats.org/drawingml/2006/main">
            <a:r>
              <a:t>- BeltSubsystem sends that value through its owned motor-controller object.</a:t>
            </a:r>
          </a:p>
          <a:p xmlns:a="http://schemas.openxmlformats.org/drawingml/2006/main">
            <a:r>
              <a:t>- Releasing A cancels the command; end(true) calls BeltSubsystem.stop(), which commands zero output.</a:t>
            </a:r>
          </a:p>
          <a:p xmlns:a="http://schemas.openxmlformats.org/drawingml/2006/main">
            <a:r>
              <a:t>- PWM or CAN changes the device implementation inside BeltSubsystem, not this control path.</a:t>
            </a:r>
          </a:p>
          <a:p xmlns:a="http://schemas.openxmlformats.org/drawingml/2006/main">
            <a:r>
              <a:t/>
            </a:r>
          </a:p>
          <a:p xmlns:a="http://schemas.openxmlformats.org/drawingml/2006/main">
            <a:r>
              <a:t>[Sources]</a:t>
            </a:r>
          </a:p>
          <a:p xmlns:a="http://schemas.openxmlformats.org/drawingml/2006/main">
            <a:r>
              <a:t>- C:/Users/dmona/2020FrcRobotCode/2020v2/2020/src/main/java/frc/robot/RobotContainer.java</a:t>
            </a:r>
          </a:p>
          <a:p xmlns:a="http://schemas.openxmlformats.org/drawingml/2006/main">
            <a:r>
              <a:t>- C:/Users/dmona/2020FrcRobotCode/2020v2/2020/src/main/java/frc/robot/commands/BeltInCommand.java</a:t>
            </a:r>
          </a:p>
          <a:p xmlns:a="http://schemas.openxmlformats.org/drawingml/2006/main">
            <a:r>
              <a:t>- C:/Users/dmona/2020FrcRobotCode/2020v2/2020/src/main/java/frc/robot/subsystems/BeltSubsystem.java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repeating the concrete reading path rather than summarizing the development process.</a:t>
            </a:r>
          </a:p>
          <a:p xmlns:a="http://schemas.openxmlformats.org/drawingml/2006/main">
            <a:r>
              <a:t/>
            </a:r>
          </a:p>
          <a:p xmlns:a="http://schemas.openxmlformats.org/drawingml/2006/main">
            <a:r>
              <a:t>[Sources]</a:t>
            </a:r>
          </a:p>
          <a:p xmlns:a="http://schemas.openxmlformats.org/drawingml/2006/main">
            <a:r>
              <a:t>- C:/Users/dmona/2020FrcRobotCode/2020v2/2020/src/main/java/frc/robot/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8ed61c622e4d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ea55ab24b24af1" /><Relationship Type="http://schemas.openxmlformats.org/officeDocument/2006/relationships/slideLayout" Target="/ppt/slideLayouts/slideLayout1.xml" Id="Reab996ea2cb74f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b996ea2cb74f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95f0dc199aa4f2b" /><Relationship Type="http://schemas.openxmlformats.org/officeDocument/2006/relationships/notesSlide" Target="/ppt/notesSlides/notesSlide1.xml" Id="Rce394c0d69b74c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9d023e3c1734a03" /><Relationship Type="http://schemas.openxmlformats.org/officeDocument/2006/relationships/notesSlide" Target="/ppt/notesSlides/notesSlide2.xml" Id="R2b8d7416d0bd46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c56af90f2854490" /><Relationship Type="http://schemas.openxmlformats.org/officeDocument/2006/relationships/notesSlide" Target="/ppt/notesSlides/notesSlide3.xml" Id="R8e85040596fc4e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0571aaadfe4132" /><Relationship Type="http://schemas.openxmlformats.org/officeDocument/2006/relationships/notesSlide" Target="/ppt/notesSlides/notesSlide4.xml" Id="R331b59e32af541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b31c63450274c92" /><Relationship Type="http://schemas.openxmlformats.org/officeDocument/2006/relationships/image" Target="/ppt/media/image.png" Id="Recada53e077f4c9a" /><Relationship Type="http://schemas.openxmlformats.org/officeDocument/2006/relationships/notesSlide" Target="/ppt/notesSlides/notesSlide5.xml" Id="Rf053d6b4b37c44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1594d92909e40a6" /><Relationship Type="http://schemas.openxmlformats.org/officeDocument/2006/relationships/notesSlide" Target="/ppt/notesSlides/notesSlide6.xml" Id="R81e1400f64bb4d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ab2e0bf311343ea" /><Relationship Type="http://schemas.openxmlformats.org/officeDocument/2006/relationships/notesSlide" Target="/ppt/notesSlides/notesSlide7.xml" Id="R76a40ebc0f5042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f6edeb0c4164e11" /><Relationship Type="http://schemas.openxmlformats.org/officeDocument/2006/relationships/notesSlide" Target="/ppt/notesSlides/notesSlide8.xml" Id="Rf44cfbd78f02491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472738889494b0f" /><Relationship Type="http://schemas.openxmlformats.org/officeDocument/2006/relationships/notesSlide" Target="/ppt/notesSlides/notesSlide9.xml" Id="R8adc93be5ad141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c431d259b4f4b0f" /><Relationship Type="http://schemas.openxmlformats.org/officeDocument/2006/relationships/notesSlide" Target="/ppt/notesSlides/notesSlide10.xml" Id="R5c7e0979fe7a47c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3783ba52f1940ae" /><Relationship Type="http://schemas.openxmlformats.org/officeDocument/2006/relationships/notesSlide" Target="/ppt/notesSlides/notesSlide11.xml" Id="R714fffdada114e0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1c86f3de6704ebf" /><Relationship Type="http://schemas.openxmlformats.org/officeDocument/2006/relationships/notesSlide" Target="/ppt/notesSlides/notesSlide12.xml" Id="R68a9d2dcd7384d8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a0608cb3b0f4762" /><Relationship Type="http://schemas.openxmlformats.org/officeDocument/2006/relationships/notesSlide" Target="/ppt/notesSlides/notesSlide13.xml" Id="Re53f70d39c3c43b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46332f44bd147a1" /><Relationship Type="http://schemas.openxmlformats.org/officeDocument/2006/relationships/notesSlide" Target="/ppt/notesSlides/notesSlide14.xml" Id="R7071c7d9f9b148b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a379ef16b6f407a" /><Relationship Type="http://schemas.openxmlformats.org/officeDocument/2006/relationships/notesSlide" Target="/ppt/notesSlides/notesSlide15.xml" Id="Rd5a9e35c180a458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e1d0e33d43c4219" /><Relationship Type="http://schemas.openxmlformats.org/officeDocument/2006/relationships/notesSlide" Target="/ppt/notesSlides/notesSlide16.xml" Id="R1acfd0c7faa8456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448653ef86548ce" /><Relationship Type="http://schemas.openxmlformats.org/officeDocument/2006/relationships/notesSlide" Target="/ppt/notesSlides/notesSlide17.xml" Id="Raf38a54da5f64fb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d03a20310ec4781" /><Relationship Type="http://schemas.openxmlformats.org/officeDocument/2006/relationships/notesSlide" Target="/ppt/notesSlides/notesSlide18.xml" Id="R71acf9af41e7427c" /></Relationships>
</file>

<file path=ppt/slides/slide1.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F38A124-D1EA-4DE7-A661-E5756A5CE10B}"/>
              </a:ext>
            </a:extLst>
          </p:cNvPr>
          <p:cNvSpPr>
            <a:spLocks xmlns:a="http://schemas.openxmlformats.org/drawingml/2006/main" noGrp="1"/>
          </p:cNvSpPr>
          <p:nvPr/>
        </p:nvSpPr>
        <p:spPr>
          <a:xfrm xmlns:a="http://schemas.openxmlformats.org/drawingml/2006/main">
            <a:off x="609600" y="7810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42C6FF"/>
                </a:solidFill>
                <a:latin typeface="Aptos"/>
                <a:ea typeface="Aptos"/>
                <a:cs typeface="Aptos"/>
              </a:defRPr>
            </a:pPr>
            <a:r>
              <a:rPr sz="1200" b="1">
                <a:solidFill>
                  <a:srgbClr val="42C6FF"/>
                </a:solidFill>
                <a:latin typeface="Aptos"/>
                <a:ea typeface="Aptos"/>
                <a:cs typeface="Aptos"/>
              </a:rPr>
              <a:t>FRC ROBOT SOFTWARE</a:t>
            </a:r>
          </a:p>
        </p:txBody>
      </p:sp>
      <p:sp>
        <p:nvSpPr>
          <p:cNvPr id="2" name="">
            <a:extLst xmlns:a="http://schemas.openxmlformats.org/drawingml/2006/main">
              <a:ext uri="{FF2B5EF4-FFF2-40B4-BE49-F238E27FC236}">
                <a16:creationId xmlns:a16="http://schemas.microsoft.com/office/drawing/2014/main" id="{64F6DE1D-E2E0-4270-8D35-B58DE85E25E9}"/>
              </a:ext>
            </a:extLst>
          </p:cNvPr>
          <p:cNvSpPr>
            <a:spLocks xmlns:a="http://schemas.openxmlformats.org/drawingml/2006/main" noGrp="1"/>
          </p:cNvSpPr>
          <p:nvPr/>
        </p:nvSpPr>
        <p:spPr>
          <a:xfrm xmlns:a="http://schemas.openxmlformats.org/drawingml/2006/main">
            <a:off x="609600" y="1352550"/>
            <a:ext cx="7239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4000"/>
              </a:lnSpc>
              <a:buNone/>
              <a:defRPr sz="3900" b="1">
                <a:solidFill>
                  <a:srgbClr val="F4F7FB"/>
                </a:solidFill>
                <a:latin typeface="Aptos"/>
                <a:ea typeface="Aptos"/>
                <a:cs typeface="Aptos"/>
              </a:defRPr>
            </a:pPr>
            <a:r>
              <a:rPr sz="3900" b="1">
                <a:solidFill>
                  <a:srgbClr val="F4F7FB"/>
                </a:solidFill>
                <a:latin typeface="Aptos"/>
                <a:ea typeface="Aptos"/>
                <a:cs typeface="Aptos"/>
              </a:rPr>
              <a:t>The finished command-based</a:t>
            </a:r>
          </a:p>
          <a:p xmlns:a="http://schemas.openxmlformats.org/drawingml/2006/main">
            <a:pPr algn="l">
              <a:lnSpc>
                <a:spcPct val="94000"/>
              </a:lnSpc>
              <a:buNone/>
              <a:defRPr sz="3900" b="1">
                <a:solidFill>
                  <a:srgbClr val="F4F7FB"/>
                </a:solidFill>
                <a:latin typeface="Aptos"/>
                <a:ea typeface="Aptos"/>
                <a:cs typeface="Aptos"/>
              </a:defRPr>
            </a:pPr>
            <a:r>
              <a:rPr sz="3900" b="1">
                <a:solidFill>
                  <a:srgbClr val="F4F7FB"/>
                </a:solidFill>
                <a:latin typeface="Aptos"/>
                <a:ea typeface="Aptos"/>
                <a:cs typeface="Aptos"/>
              </a:rPr>
              <a:t>robot implementation</a:t>
            </a:r>
          </a:p>
        </p:txBody>
      </p:sp>
      <p:sp>
        <p:nvSpPr>
          <p:cNvPr id="3" name="">
            <a:extLst xmlns:a="http://schemas.openxmlformats.org/drawingml/2006/main">
              <a:ext uri="{FF2B5EF4-FFF2-40B4-BE49-F238E27FC236}">
                <a16:creationId xmlns:a16="http://schemas.microsoft.com/office/drawing/2014/main" id="{B1D5F32E-A4DF-4A94-8E76-A9060344D11C}"/>
              </a:ext>
            </a:extLst>
          </p:cNvPr>
          <p:cNvSpPr>
            <a:spLocks xmlns:a="http://schemas.openxmlformats.org/drawingml/2006/main" noGrp="1"/>
          </p:cNvSpPr>
          <p:nvPr/>
        </p:nvSpPr>
        <p:spPr>
          <a:xfrm xmlns:a="http://schemas.openxmlformats.org/drawingml/2006/main">
            <a:off x="609600" y="3048000"/>
            <a:ext cx="666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0">
                <a:solidFill>
                  <a:srgbClr val="A9B8CA"/>
                </a:solidFill>
                <a:latin typeface="Aptos"/>
                <a:ea typeface="Aptos"/>
                <a:cs typeface="Aptos"/>
              </a:defRPr>
            </a:pPr>
            <a:r>
              <a:rPr sz="1725" b="0">
                <a:solidFill>
                  <a:srgbClr val="A9B8CA"/>
                </a:solidFill>
                <a:latin typeface="Aptos"/>
                <a:ea typeface="Aptos"/>
                <a:cs typeface="Aptos"/>
              </a:rPr>
              <a:t>Four questions connect the robot's jobs, subsystems, hardware, and software</a:t>
            </a:r>
          </a:p>
        </p:txBody>
      </p:sp>
      <p:sp>
        <p:nvSpPr>
          <p:cNvPr id="4" name="architecture-panel">
            <a:extLst xmlns:a="http://schemas.openxmlformats.org/drawingml/2006/main">
              <a:ext uri="{FF2B5EF4-FFF2-40B4-BE49-F238E27FC236}">
                <a16:creationId xmlns:a16="http://schemas.microsoft.com/office/drawing/2014/main" id="{7183396E-3FF3-4395-8840-D2A05F51149F}"/>
              </a:ext>
            </a:extLst>
          </p:cNvPr>
          <p:cNvSpPr>
            <a:spLocks xmlns:a="http://schemas.openxmlformats.org/drawingml/2006/main" noGrp="1"/>
          </p:cNvSpPr>
          <p:nvPr/>
        </p:nvSpPr>
        <p:spPr>
          <a:xfrm xmlns:a="http://schemas.openxmlformats.org/drawingml/2006/main">
            <a:off x="8248650" y="1066800"/>
            <a:ext cx="2952750" cy="4000500"/>
          </a:xfrm>
          <a:prstGeom xmlns:a="http://schemas.openxmlformats.org/drawingml/2006/main" prst="roundRect">
            <a:avLst>
              <a:gd name="adj" fmla="val 5806"/>
            </a:avLst>
          </a:prstGeom>
          <a:solidFill xmlns:a="http://schemas.openxmlformats.org/drawingml/2006/main">
            <a:srgbClr val="101E31"/>
          </a:solidFill>
          <a:ln xmlns:a="http://schemas.openxmlformats.org/drawingml/2006/main" w="9525">
            <a:solidFill>
              <a:srgbClr val="2D425B"/>
            </a:solidFill>
            <a:prstDash val="solid"/>
          </a:ln>
        </p:spPr>
      </p:sp>
      <p:sp>
        <p:nvSpPr>
          <p:cNvPr id="5" name="">
            <a:extLst xmlns:a="http://schemas.openxmlformats.org/drawingml/2006/main">
              <a:ext uri="{FF2B5EF4-FFF2-40B4-BE49-F238E27FC236}">
                <a16:creationId xmlns:a16="http://schemas.microsoft.com/office/drawing/2014/main" id="{18A906FD-D4F0-4A99-B450-31B0079042E0}"/>
              </a:ext>
            </a:extLst>
          </p:cNvPr>
          <p:cNvSpPr>
            <a:spLocks xmlns:a="http://schemas.openxmlformats.org/drawingml/2006/main" noGrp="1"/>
          </p:cNvSpPr>
          <p:nvPr/>
        </p:nvSpPr>
        <p:spPr>
          <a:xfrm xmlns:a="http://schemas.openxmlformats.org/drawingml/2006/main">
            <a:off x="8648700" y="14668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00" b="1">
                <a:solidFill>
                  <a:srgbClr val="FFB64D"/>
                </a:solidFill>
                <a:latin typeface="Aptos"/>
                <a:ea typeface="Aptos"/>
                <a:cs typeface="Aptos"/>
              </a:defRPr>
            </a:pPr>
            <a:r>
              <a:rPr sz="1500" b="1">
                <a:solidFill>
                  <a:srgbClr val="FFB64D"/>
                </a:solidFill>
                <a:latin typeface="Aptos"/>
                <a:ea typeface="Aptos"/>
                <a:cs typeface="Aptos"/>
              </a:rPr>
              <a:t>ROBOT JOBS</a:t>
            </a:r>
          </a:p>
        </p:txBody>
      </p:sp>
      <p:sp>
        <p:nvSpPr>
          <p:cNvPr id="6" name="">
            <a:extLst xmlns:a="http://schemas.openxmlformats.org/drawingml/2006/main">
              <a:ext uri="{FF2B5EF4-FFF2-40B4-BE49-F238E27FC236}">
                <a16:creationId xmlns:a16="http://schemas.microsoft.com/office/drawing/2014/main" id="{E2D385A6-3032-4401-B6CD-B2EFB96F2027}"/>
              </a:ext>
            </a:extLst>
          </p:cNvPr>
          <p:cNvSpPr>
            <a:spLocks xmlns:a="http://schemas.openxmlformats.org/drawingml/2006/main" noGrp="1"/>
          </p:cNvSpPr>
          <p:nvPr/>
        </p:nvSpPr>
        <p:spPr>
          <a:xfrm xmlns:a="http://schemas.openxmlformats.org/drawingml/2006/main">
            <a:off x="9467850" y="182880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5E7188"/>
                </a:solidFill>
                <a:latin typeface="Aptos"/>
                <a:ea typeface="Aptos"/>
                <a:cs typeface="Aptos"/>
              </a:defRPr>
            </a:pPr>
            <a:r>
              <a:rPr sz="1800" b="1">
                <a:solidFill>
                  <a:srgbClr val="5E7188"/>
                </a:solidFill>
                <a:latin typeface="Aptos"/>
                <a:ea typeface="Aptos"/>
                <a:cs typeface="Aptos"/>
              </a:rPr>
              <a:t>↓</a:t>
            </a:r>
          </a:p>
        </p:txBody>
      </p:sp>
      <p:sp>
        <p:nvSpPr>
          <p:cNvPr id="7" name="">
            <a:extLst xmlns:a="http://schemas.openxmlformats.org/drawingml/2006/main">
              <a:ext uri="{FF2B5EF4-FFF2-40B4-BE49-F238E27FC236}">
                <a16:creationId xmlns:a16="http://schemas.microsoft.com/office/drawing/2014/main" id="{781753BB-68E3-4475-B2E1-44FC68694DF6}"/>
              </a:ext>
            </a:extLst>
          </p:cNvPr>
          <p:cNvSpPr>
            <a:spLocks xmlns:a="http://schemas.openxmlformats.org/drawingml/2006/main" noGrp="1"/>
          </p:cNvSpPr>
          <p:nvPr/>
        </p:nvSpPr>
        <p:spPr>
          <a:xfrm xmlns:a="http://schemas.openxmlformats.org/drawingml/2006/main">
            <a:off x="8648700" y="23050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SUBSYSTEMS</a:t>
            </a:r>
          </a:p>
        </p:txBody>
      </p:sp>
      <p:sp>
        <p:nvSpPr>
          <p:cNvPr id="8" name="">
            <a:extLst xmlns:a="http://schemas.openxmlformats.org/drawingml/2006/main">
              <a:ext uri="{FF2B5EF4-FFF2-40B4-BE49-F238E27FC236}">
                <a16:creationId xmlns:a16="http://schemas.microsoft.com/office/drawing/2014/main" id="{809D31C3-E416-49C0-97F2-A9510567CA58}"/>
              </a:ext>
            </a:extLst>
          </p:cNvPr>
          <p:cNvSpPr>
            <a:spLocks xmlns:a="http://schemas.openxmlformats.org/drawingml/2006/main" noGrp="1"/>
          </p:cNvSpPr>
          <p:nvPr/>
        </p:nvSpPr>
        <p:spPr>
          <a:xfrm xmlns:a="http://schemas.openxmlformats.org/drawingml/2006/main">
            <a:off x="9467850" y="266700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5E7188"/>
                </a:solidFill>
                <a:latin typeface="Aptos"/>
                <a:ea typeface="Aptos"/>
                <a:cs typeface="Aptos"/>
              </a:defRPr>
            </a:pPr>
            <a:r>
              <a:rPr sz="1800" b="1">
                <a:solidFill>
                  <a:srgbClr val="5E7188"/>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407B3FD6-1BB9-43CF-BA99-92AD8A0219B0}"/>
              </a:ext>
            </a:extLst>
          </p:cNvPr>
          <p:cNvSpPr>
            <a:spLocks xmlns:a="http://schemas.openxmlformats.org/drawingml/2006/main" noGrp="1"/>
          </p:cNvSpPr>
          <p:nvPr/>
        </p:nvSpPr>
        <p:spPr>
          <a:xfrm xmlns:a="http://schemas.openxmlformats.org/drawingml/2006/main">
            <a:off x="8648700" y="31432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00" b="1">
                <a:solidFill>
                  <a:srgbClr val="62D48A"/>
                </a:solidFill>
                <a:latin typeface="Aptos"/>
                <a:ea typeface="Aptos"/>
                <a:cs typeface="Aptos"/>
              </a:defRPr>
            </a:pPr>
            <a:r>
              <a:rPr sz="1500" b="1">
                <a:solidFill>
                  <a:srgbClr val="62D48A"/>
                </a:solidFill>
                <a:latin typeface="Aptos"/>
                <a:ea typeface="Aptos"/>
                <a:cs typeface="Aptos"/>
              </a:rPr>
              <a:t>HARDWARE</a:t>
            </a:r>
          </a:p>
        </p:txBody>
      </p:sp>
      <p:sp>
        <p:nvSpPr>
          <p:cNvPr id="10" name="">
            <a:extLst xmlns:a="http://schemas.openxmlformats.org/drawingml/2006/main">
              <a:ext uri="{FF2B5EF4-FFF2-40B4-BE49-F238E27FC236}">
                <a16:creationId xmlns:a16="http://schemas.microsoft.com/office/drawing/2014/main" id="{EE4E171E-1B60-4124-87AB-A5A8B7BC6BA8}"/>
              </a:ext>
            </a:extLst>
          </p:cNvPr>
          <p:cNvSpPr>
            <a:spLocks xmlns:a="http://schemas.openxmlformats.org/drawingml/2006/main" noGrp="1"/>
          </p:cNvSpPr>
          <p:nvPr/>
        </p:nvSpPr>
        <p:spPr>
          <a:xfrm xmlns:a="http://schemas.openxmlformats.org/drawingml/2006/main">
            <a:off x="9467850" y="350520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5E7188"/>
                </a:solidFill>
                <a:latin typeface="Aptos"/>
                <a:ea typeface="Aptos"/>
                <a:cs typeface="Aptos"/>
              </a:defRPr>
            </a:pPr>
            <a:r>
              <a:rPr sz="1800" b="1">
                <a:solidFill>
                  <a:srgbClr val="5E7188"/>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4BD472FD-713A-4C23-8316-9844D67AFF67}"/>
              </a:ext>
            </a:extLst>
          </p:cNvPr>
          <p:cNvSpPr>
            <a:spLocks xmlns:a="http://schemas.openxmlformats.org/drawingml/2006/main" noGrp="1"/>
          </p:cNvSpPr>
          <p:nvPr/>
        </p:nvSpPr>
        <p:spPr>
          <a:xfrm xmlns:a="http://schemas.openxmlformats.org/drawingml/2006/main">
            <a:off x="8648700" y="398145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00" b="1">
                <a:solidFill>
                  <a:srgbClr val="F4F7FB"/>
                </a:solidFill>
                <a:latin typeface="Aptos"/>
                <a:ea typeface="Aptos"/>
                <a:cs typeface="Aptos"/>
              </a:defRPr>
            </a:pPr>
            <a:r>
              <a:rPr sz="1500" b="1">
                <a:solidFill>
                  <a:srgbClr val="F4F7FB"/>
                </a:solidFill>
                <a:latin typeface="Aptos"/>
                <a:ea typeface="Aptos"/>
                <a:cs typeface="Aptos"/>
              </a:rPr>
              <a:t>SOFTWARE</a:t>
            </a:r>
          </a:p>
        </p:txBody>
      </p:sp>
      <p:sp>
        <p:nvSpPr>
          <p:cNvPr id="12" name="">
            <a:extLst xmlns:a="http://schemas.openxmlformats.org/drawingml/2006/main">
              <a:ext uri="{FF2B5EF4-FFF2-40B4-BE49-F238E27FC236}">
                <a16:creationId xmlns:a16="http://schemas.microsoft.com/office/drawing/2014/main" id="{90C08C96-3D5E-4836-BD01-634782CE4246}"/>
              </a:ext>
            </a:extLst>
          </p:cNvPr>
          <p:cNvSpPr>
            <a:spLocks xmlns:a="http://schemas.openxmlformats.org/drawingml/2006/main" noGrp="1"/>
          </p:cNvSpPr>
          <p:nvPr/>
        </p:nvSpPr>
        <p:spPr>
          <a:xfrm xmlns:a="http://schemas.openxmlformats.org/drawingml/2006/main">
            <a:off x="609600" y="58102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FFB64D"/>
                </a:solidFill>
                <a:latin typeface="Aptos"/>
                <a:ea typeface="Aptos"/>
                <a:cs typeface="Aptos"/>
              </a:defRPr>
            </a:pPr>
            <a:r>
              <a:rPr sz="1500" b="1">
                <a:solidFill>
                  <a:srgbClr val="FFB64D"/>
                </a:solidFill>
                <a:latin typeface="Aptos"/>
                <a:ea typeface="Aptos"/>
                <a:cs typeface="Aptos"/>
              </a:rPr>
              <a:t>WPILib 2026.2.1</a:t>
            </a:r>
          </a:p>
        </p:txBody>
      </p:sp>
      <p:sp>
        <p:nvSpPr>
          <p:cNvPr id="13" name="footer-left">
            <a:extLst xmlns:a="http://schemas.openxmlformats.org/drawingml/2006/main">
              <a:ext uri="{FF2B5EF4-FFF2-40B4-BE49-F238E27FC236}">
                <a16:creationId xmlns:a16="http://schemas.microsoft.com/office/drawing/2014/main" id="{730E9125-7A65-4727-9BFE-4D45A12CCE68}"/>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14" name="footer-number">
            <a:extLst xmlns:a="http://schemas.openxmlformats.org/drawingml/2006/main">
              <a:ext uri="{FF2B5EF4-FFF2-40B4-BE49-F238E27FC236}">
                <a16:creationId xmlns:a16="http://schemas.microsoft.com/office/drawing/2014/main" id="{681E125B-081A-4A64-95F0-82D8AE150130}"/>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01</a:t>
            </a:r>
          </a:p>
        </p:txBody>
      </p:sp>
    </p:spTree>
    <p:extLst>
      <p:ext uri="{BB962C8B-B14F-4D97-AF65-F5344CB8AC3E}">
        <p14:creationId xmlns:p14="http://schemas.microsoft.com/office/powerpoint/2010/main" val="353936491"/>
      </p:ext>
    </p:extLst>
  </p:cSld>
</p:sld>
</file>

<file path=ppt/slides/slide2.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5" name="section-label">
            <a:extLst xmlns:a="http://schemas.openxmlformats.org/drawingml/2006/main">
              <a:ext uri="{FF2B5EF4-FFF2-40B4-BE49-F238E27FC236}">
                <a16:creationId xmlns:a16="http://schemas.microsoft.com/office/drawing/2014/main" id="{B920366A-E87B-4EE0-9356-6CBC40741619}"/>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1 · ROBOT JOBS</a:t>
            </a:r>
          </a:p>
        </p:txBody>
      </p:sp>
      <p:sp>
        <p:nvSpPr>
          <p:cNvPr id="2" name="slide-title">
            <a:extLst xmlns:a="http://schemas.openxmlformats.org/drawingml/2006/main">
              <a:ext uri="{FF2B5EF4-FFF2-40B4-BE49-F238E27FC236}">
                <a16:creationId xmlns:a16="http://schemas.microsoft.com/office/drawing/2014/main" id="{E59923DF-0FEC-4EEC-A188-6111374A18FE}"/>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The robot drives, moves game pieces, scores, and climbs</a:t>
            </a:r>
          </a:p>
        </p:txBody>
      </p:sp>
      <p:sp>
        <p:nvSpPr>
          <p:cNvPr id="3" name="slide-subtitle">
            <a:extLst xmlns:a="http://schemas.openxmlformats.org/drawingml/2006/main">
              <a:ext uri="{FF2B5EF4-FFF2-40B4-BE49-F238E27FC236}">
                <a16:creationId xmlns:a16="http://schemas.microsoft.com/office/drawing/2014/main" id="{DFFE2078-C5DF-4DD3-9467-723396BA2C55}"/>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The finished robot gives its two operators four physical functions.</a:t>
            </a:r>
          </a:p>
        </p:txBody>
      </p:sp>
      <p:sp>
        <p:nvSpPr>
          <p:cNvPr id="4" name="title-rule">
            <a:extLst xmlns:a="http://schemas.openxmlformats.org/drawingml/2006/main">
              <a:ext uri="{FF2B5EF4-FFF2-40B4-BE49-F238E27FC236}">
                <a16:creationId xmlns:a16="http://schemas.microsoft.com/office/drawing/2014/main" id="{68D85D80-AE19-45D8-8B3A-55BA2ADD4489}"/>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domain-0">
            <a:extLst xmlns:a="http://schemas.openxmlformats.org/drawingml/2006/main">
              <a:ext uri="{FF2B5EF4-FFF2-40B4-BE49-F238E27FC236}">
                <a16:creationId xmlns:a16="http://schemas.microsoft.com/office/drawing/2014/main" id="{9E6DD2E8-DF25-415B-9AFD-86725B1045E2}"/>
              </a:ext>
            </a:extLst>
          </p:cNvPr>
          <p:cNvSpPr>
            <a:spLocks xmlns:a="http://schemas.openxmlformats.org/drawingml/2006/main" noGrp="1"/>
          </p:cNvSpPr>
          <p:nvPr/>
        </p:nvSpPr>
        <p:spPr>
          <a:xfrm xmlns:a="http://schemas.openxmlformats.org/drawingml/2006/main">
            <a:off x="6096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42C6FF"/>
            </a:solidFill>
            <a:prstDash val="solid"/>
          </a:ln>
        </p:spPr>
      </p:sp>
      <p:sp>
        <p:nvSpPr>
          <p:cNvPr id="6" name="">
            <a:extLst xmlns:a="http://schemas.openxmlformats.org/drawingml/2006/main">
              <a:ext uri="{FF2B5EF4-FFF2-40B4-BE49-F238E27FC236}">
                <a16:creationId xmlns:a16="http://schemas.microsoft.com/office/drawing/2014/main" id="{419B387F-8D24-4CBB-A29C-B833B1B71FC2}"/>
              </a:ext>
            </a:extLst>
          </p:cNvPr>
          <p:cNvSpPr>
            <a:spLocks xmlns:a="http://schemas.openxmlformats.org/drawingml/2006/main" noGrp="1"/>
          </p:cNvSpPr>
          <p:nvPr/>
        </p:nvSpPr>
        <p:spPr>
          <a:xfrm xmlns:a="http://schemas.openxmlformats.org/drawingml/2006/main">
            <a:off x="8191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42C6FF"/>
                </a:solidFill>
                <a:latin typeface="Aptos"/>
                <a:ea typeface="Aptos"/>
                <a:cs typeface="Aptos"/>
              </a:defRPr>
            </a:pPr>
            <a:r>
              <a:rPr sz="2025" b="1">
                <a:solidFill>
                  <a:srgbClr val="42C6FF"/>
                </a:solidFill>
                <a:latin typeface="Aptos"/>
                <a:ea typeface="Aptos"/>
                <a:cs typeface="Aptos"/>
              </a:rPr>
              <a:t>Drive</a:t>
            </a:r>
          </a:p>
        </p:txBody>
      </p:sp>
      <p:sp>
        <p:nvSpPr>
          <p:cNvPr id="7" name="">
            <a:extLst xmlns:a="http://schemas.openxmlformats.org/drawingml/2006/main">
              <a:ext uri="{FF2B5EF4-FFF2-40B4-BE49-F238E27FC236}">
                <a16:creationId xmlns:a16="http://schemas.microsoft.com/office/drawing/2014/main" id="{BE018474-D259-44EE-9715-94197C6F0546}"/>
              </a:ext>
            </a:extLst>
          </p:cNvPr>
          <p:cNvSpPr>
            <a:spLocks xmlns:a="http://schemas.openxmlformats.org/drawingml/2006/main" noGrp="1"/>
          </p:cNvSpPr>
          <p:nvPr/>
        </p:nvSpPr>
        <p:spPr>
          <a:xfrm xmlns:a="http://schemas.openxmlformats.org/drawingml/2006/main">
            <a:off x="8191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Move and steer the robot</a:t>
            </a:r>
          </a:p>
        </p:txBody>
      </p:sp>
      <p:sp>
        <p:nvSpPr>
          <p:cNvPr id="8" name="">
            <a:extLst xmlns:a="http://schemas.openxmlformats.org/drawingml/2006/main">
              <a:ext uri="{FF2B5EF4-FFF2-40B4-BE49-F238E27FC236}">
                <a16:creationId xmlns:a16="http://schemas.microsoft.com/office/drawing/2014/main" id="{50C5241D-340E-4DDE-8AF9-AECFFC9684A3}"/>
              </a:ext>
            </a:extLst>
          </p:cNvPr>
          <p:cNvSpPr>
            <a:spLocks xmlns:a="http://schemas.openxmlformats.org/drawingml/2006/main" noGrp="1"/>
          </p:cNvSpPr>
          <p:nvPr/>
        </p:nvSpPr>
        <p:spPr>
          <a:xfrm xmlns:a="http://schemas.openxmlformats.org/drawingml/2006/main">
            <a:off x="8191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Two-stick tank drive</a:t>
            </a:r>
          </a:p>
        </p:txBody>
      </p:sp>
      <p:sp>
        <p:nvSpPr>
          <p:cNvPr id="9" name="domain-1">
            <a:extLst xmlns:a="http://schemas.openxmlformats.org/drawingml/2006/main">
              <a:ext uri="{FF2B5EF4-FFF2-40B4-BE49-F238E27FC236}">
                <a16:creationId xmlns:a16="http://schemas.microsoft.com/office/drawing/2014/main" id="{48FA02EF-F5E9-4E1A-8C21-E5403B4488FB}"/>
              </a:ext>
            </a:extLst>
          </p:cNvPr>
          <p:cNvSpPr>
            <a:spLocks xmlns:a="http://schemas.openxmlformats.org/drawingml/2006/main" noGrp="1"/>
          </p:cNvSpPr>
          <p:nvPr/>
        </p:nvSpPr>
        <p:spPr>
          <a:xfrm xmlns:a="http://schemas.openxmlformats.org/drawingml/2006/main">
            <a:off x="33528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FFB64D"/>
            </a:solidFill>
            <a:prstDash val="solid"/>
          </a:ln>
        </p:spPr>
      </p:sp>
      <p:sp>
        <p:nvSpPr>
          <p:cNvPr id="10" name="">
            <a:extLst xmlns:a="http://schemas.openxmlformats.org/drawingml/2006/main">
              <a:ext uri="{FF2B5EF4-FFF2-40B4-BE49-F238E27FC236}">
                <a16:creationId xmlns:a16="http://schemas.microsoft.com/office/drawing/2014/main" id="{E0FCFB05-27B0-4030-B138-50E1D81C4740}"/>
              </a:ext>
            </a:extLst>
          </p:cNvPr>
          <p:cNvSpPr>
            <a:spLocks xmlns:a="http://schemas.openxmlformats.org/drawingml/2006/main" noGrp="1"/>
          </p:cNvSpPr>
          <p:nvPr/>
        </p:nvSpPr>
        <p:spPr>
          <a:xfrm xmlns:a="http://schemas.openxmlformats.org/drawingml/2006/main">
            <a:off x="35623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FB64D"/>
                </a:solidFill>
                <a:latin typeface="Aptos"/>
                <a:ea typeface="Aptos"/>
                <a:cs typeface="Aptos"/>
              </a:defRPr>
            </a:pPr>
            <a:r>
              <a:rPr sz="2025" b="1">
                <a:solidFill>
                  <a:srgbClr val="FFB64D"/>
                </a:solidFill>
                <a:latin typeface="Aptos"/>
                <a:ea typeface="Aptos"/>
                <a:cs typeface="Aptos"/>
              </a:rPr>
              <a:t>Ball belt</a:t>
            </a:r>
          </a:p>
        </p:txBody>
      </p:sp>
      <p:sp>
        <p:nvSpPr>
          <p:cNvPr id="11" name="">
            <a:extLst xmlns:a="http://schemas.openxmlformats.org/drawingml/2006/main">
              <a:ext uri="{FF2B5EF4-FFF2-40B4-BE49-F238E27FC236}">
                <a16:creationId xmlns:a16="http://schemas.microsoft.com/office/drawing/2014/main" id="{4C8620C2-346C-4676-BDE9-8D3CFE6F92D0}"/>
              </a:ext>
            </a:extLst>
          </p:cNvPr>
          <p:cNvSpPr>
            <a:spLocks xmlns:a="http://schemas.openxmlformats.org/drawingml/2006/main" noGrp="1"/>
          </p:cNvSpPr>
          <p:nvPr/>
        </p:nvSpPr>
        <p:spPr>
          <a:xfrm xmlns:a="http://schemas.openxmlformats.org/drawingml/2006/main">
            <a:off x="35623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Move balls through the robot</a:t>
            </a:r>
          </a:p>
        </p:txBody>
      </p:sp>
      <p:sp>
        <p:nvSpPr>
          <p:cNvPr id="12" name="">
            <a:extLst xmlns:a="http://schemas.openxmlformats.org/drawingml/2006/main">
              <a:ext uri="{FF2B5EF4-FFF2-40B4-BE49-F238E27FC236}">
                <a16:creationId xmlns:a16="http://schemas.microsoft.com/office/drawing/2014/main" id="{64A912F1-6850-4B91-A49B-3381464A93D4}"/>
              </a:ext>
            </a:extLst>
          </p:cNvPr>
          <p:cNvSpPr>
            <a:spLocks xmlns:a="http://schemas.openxmlformats.org/drawingml/2006/main" noGrp="1"/>
          </p:cNvSpPr>
          <p:nvPr/>
        </p:nvSpPr>
        <p:spPr>
          <a:xfrm xmlns:a="http://schemas.openxmlformats.org/drawingml/2006/main">
            <a:off x="35623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Runs forward or backward</a:t>
            </a:r>
          </a:p>
        </p:txBody>
      </p:sp>
      <p:sp>
        <p:nvSpPr>
          <p:cNvPr id="13" name="domain-2">
            <a:extLst xmlns:a="http://schemas.openxmlformats.org/drawingml/2006/main">
              <a:ext uri="{FF2B5EF4-FFF2-40B4-BE49-F238E27FC236}">
                <a16:creationId xmlns:a16="http://schemas.microsoft.com/office/drawing/2014/main" id="{3DFF3078-97FB-4122-A512-3D3B664132FC}"/>
              </a:ext>
            </a:extLst>
          </p:cNvPr>
          <p:cNvSpPr>
            <a:spLocks xmlns:a="http://schemas.openxmlformats.org/drawingml/2006/main" noGrp="1"/>
          </p:cNvSpPr>
          <p:nvPr/>
        </p:nvSpPr>
        <p:spPr>
          <a:xfrm xmlns:a="http://schemas.openxmlformats.org/drawingml/2006/main">
            <a:off x="60960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62D48A"/>
            </a:solidFill>
            <a:prstDash val="solid"/>
          </a:ln>
        </p:spPr>
      </p:sp>
      <p:sp>
        <p:nvSpPr>
          <p:cNvPr id="14" name="">
            <a:extLst xmlns:a="http://schemas.openxmlformats.org/drawingml/2006/main">
              <a:ext uri="{FF2B5EF4-FFF2-40B4-BE49-F238E27FC236}">
                <a16:creationId xmlns:a16="http://schemas.microsoft.com/office/drawing/2014/main" id="{F2EC537E-191D-429B-82E6-EE0F30E94015}"/>
              </a:ext>
            </a:extLst>
          </p:cNvPr>
          <p:cNvSpPr>
            <a:spLocks xmlns:a="http://schemas.openxmlformats.org/drawingml/2006/main" noGrp="1"/>
          </p:cNvSpPr>
          <p:nvPr/>
        </p:nvSpPr>
        <p:spPr>
          <a:xfrm xmlns:a="http://schemas.openxmlformats.org/drawingml/2006/main">
            <a:off x="63055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62D48A"/>
                </a:solidFill>
                <a:latin typeface="Aptos"/>
                <a:ea typeface="Aptos"/>
                <a:cs typeface="Aptos"/>
              </a:defRPr>
            </a:pPr>
            <a:r>
              <a:rPr sz="2025" b="1">
                <a:solidFill>
                  <a:srgbClr val="62D48A"/>
                </a:solidFill>
                <a:latin typeface="Aptos"/>
                <a:ea typeface="Aptos"/>
                <a:cs typeface="Aptos"/>
              </a:rPr>
              <a:t>Scoring roller</a:t>
            </a:r>
          </a:p>
        </p:txBody>
      </p:sp>
      <p:sp>
        <p:nvSpPr>
          <p:cNvPr id="15" name="">
            <a:extLst xmlns:a="http://schemas.openxmlformats.org/drawingml/2006/main">
              <a:ext uri="{FF2B5EF4-FFF2-40B4-BE49-F238E27FC236}">
                <a16:creationId xmlns:a16="http://schemas.microsoft.com/office/drawing/2014/main" id="{A18439AC-21B0-41B6-81A3-F188D6AE7B49}"/>
              </a:ext>
            </a:extLst>
          </p:cNvPr>
          <p:cNvSpPr>
            <a:spLocks xmlns:a="http://schemas.openxmlformats.org/drawingml/2006/main" noGrp="1"/>
          </p:cNvSpPr>
          <p:nvPr/>
        </p:nvSpPr>
        <p:spPr>
          <a:xfrm xmlns:a="http://schemas.openxmlformats.org/drawingml/2006/main">
            <a:off x="63055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Push balls into the goal</a:t>
            </a:r>
          </a:p>
        </p:txBody>
      </p:sp>
      <p:sp>
        <p:nvSpPr>
          <p:cNvPr id="16" name="">
            <a:extLst xmlns:a="http://schemas.openxmlformats.org/drawingml/2006/main">
              <a:ext uri="{FF2B5EF4-FFF2-40B4-BE49-F238E27FC236}">
                <a16:creationId xmlns:a16="http://schemas.microsoft.com/office/drawing/2014/main" id="{175DAE41-8C58-4DE0-8A68-2785CFE55B43}"/>
              </a:ext>
            </a:extLst>
          </p:cNvPr>
          <p:cNvSpPr>
            <a:spLocks xmlns:a="http://schemas.openxmlformats.org/drawingml/2006/main" noGrp="1"/>
          </p:cNvSpPr>
          <p:nvPr/>
        </p:nvSpPr>
        <p:spPr>
          <a:xfrm xmlns:a="http://schemas.openxmlformats.org/drawingml/2006/main">
            <a:off x="63055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Runs while X is held</a:t>
            </a:r>
          </a:p>
        </p:txBody>
      </p:sp>
      <p:sp>
        <p:nvSpPr>
          <p:cNvPr id="17" name="domain-3">
            <a:extLst xmlns:a="http://schemas.openxmlformats.org/drawingml/2006/main">
              <a:ext uri="{FF2B5EF4-FFF2-40B4-BE49-F238E27FC236}">
                <a16:creationId xmlns:a16="http://schemas.microsoft.com/office/drawing/2014/main" id="{F127421D-DD7B-4160-BC18-9E57ED126A75}"/>
              </a:ext>
            </a:extLst>
          </p:cNvPr>
          <p:cNvSpPr>
            <a:spLocks xmlns:a="http://schemas.openxmlformats.org/drawingml/2006/main" noGrp="1"/>
          </p:cNvSpPr>
          <p:nvPr/>
        </p:nvSpPr>
        <p:spPr>
          <a:xfrm xmlns:a="http://schemas.openxmlformats.org/drawingml/2006/main">
            <a:off x="88392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FF7A7A"/>
            </a:solidFill>
            <a:prstDash val="solid"/>
          </a:ln>
        </p:spPr>
      </p:sp>
      <p:sp>
        <p:nvSpPr>
          <p:cNvPr id="18" name="">
            <a:extLst xmlns:a="http://schemas.openxmlformats.org/drawingml/2006/main">
              <a:ext uri="{FF2B5EF4-FFF2-40B4-BE49-F238E27FC236}">
                <a16:creationId xmlns:a16="http://schemas.microsoft.com/office/drawing/2014/main" id="{27605E0B-4AAC-4D98-B33C-B5B38EAE2D0B}"/>
              </a:ext>
            </a:extLst>
          </p:cNvPr>
          <p:cNvSpPr>
            <a:spLocks xmlns:a="http://schemas.openxmlformats.org/drawingml/2006/main" noGrp="1"/>
          </p:cNvSpPr>
          <p:nvPr/>
        </p:nvSpPr>
        <p:spPr>
          <a:xfrm xmlns:a="http://schemas.openxmlformats.org/drawingml/2006/main">
            <a:off x="90487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F7A7A"/>
                </a:solidFill>
                <a:latin typeface="Aptos"/>
                <a:ea typeface="Aptos"/>
                <a:cs typeface="Aptos"/>
              </a:defRPr>
            </a:pPr>
            <a:r>
              <a:rPr sz="2025" b="1">
                <a:solidFill>
                  <a:srgbClr val="FF7A7A"/>
                </a:solidFill>
                <a:latin typeface="Aptos"/>
                <a:ea typeface="Aptos"/>
                <a:cs typeface="Aptos"/>
              </a:rPr>
              <a:t>Climber</a:t>
            </a:r>
          </a:p>
        </p:txBody>
      </p:sp>
      <p:sp>
        <p:nvSpPr>
          <p:cNvPr id="19" name="">
            <a:extLst xmlns:a="http://schemas.openxmlformats.org/drawingml/2006/main">
              <a:ext uri="{FF2B5EF4-FFF2-40B4-BE49-F238E27FC236}">
                <a16:creationId xmlns:a16="http://schemas.microsoft.com/office/drawing/2014/main" id="{785C76EB-9132-4548-BCD2-D1203F03A69C}"/>
              </a:ext>
            </a:extLst>
          </p:cNvPr>
          <p:cNvSpPr>
            <a:spLocks xmlns:a="http://schemas.openxmlformats.org/drawingml/2006/main" noGrp="1"/>
          </p:cNvSpPr>
          <p:nvPr/>
        </p:nvSpPr>
        <p:spPr>
          <a:xfrm xmlns:a="http://schemas.openxmlformats.org/drawingml/2006/main">
            <a:off x="90487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Raise or lower the arms</a:t>
            </a:r>
          </a:p>
        </p:txBody>
      </p:sp>
      <p:sp>
        <p:nvSpPr>
          <p:cNvPr id="20" name="">
            <a:extLst xmlns:a="http://schemas.openxmlformats.org/drawingml/2006/main">
              <a:ext uri="{FF2B5EF4-FFF2-40B4-BE49-F238E27FC236}">
                <a16:creationId xmlns:a16="http://schemas.microsoft.com/office/drawing/2014/main" id="{CE7E9AAD-F899-47AD-ACBA-54E919019F2B}"/>
              </a:ext>
            </a:extLst>
          </p:cNvPr>
          <p:cNvSpPr>
            <a:spLocks xmlns:a="http://schemas.openxmlformats.org/drawingml/2006/main" noGrp="1"/>
          </p:cNvSpPr>
          <p:nvPr/>
        </p:nvSpPr>
        <p:spPr>
          <a:xfrm xmlns:a="http://schemas.openxmlformats.org/drawingml/2006/main">
            <a:off x="90487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Y toggles the position</a:t>
            </a:r>
          </a:p>
        </p:txBody>
      </p:sp>
      <p:sp>
        <p:nvSpPr>
          <p:cNvPr id="21" name="">
            <a:extLst xmlns:a="http://schemas.openxmlformats.org/drawingml/2006/main">
              <a:ext uri="{FF2B5EF4-FFF2-40B4-BE49-F238E27FC236}">
                <a16:creationId xmlns:a16="http://schemas.microsoft.com/office/drawing/2014/main" id="{9487A41E-F3AF-4289-88C8-1E1E339D5174}"/>
              </a:ext>
            </a:extLst>
          </p:cNvPr>
          <p:cNvSpPr>
            <a:spLocks xmlns:a="http://schemas.openxmlformats.org/drawingml/2006/main" noGrp="1"/>
          </p:cNvSpPr>
          <p:nvPr/>
        </p:nvSpPr>
        <p:spPr>
          <a:xfrm xmlns:a="http://schemas.openxmlformats.org/drawingml/2006/main">
            <a:off x="1981200" y="5334000"/>
            <a:ext cx="8229600" cy="533400"/>
          </a:xfrm>
          <a:prstGeom xmlns:a="http://schemas.openxmlformats.org/drawingml/2006/main" prst="roundRect">
            <a:avLst>
              <a:gd name="adj" fmla="val 17857"/>
            </a:avLst>
          </a:prstGeom>
          <a:solidFill xmlns:a="http://schemas.openxmlformats.org/drawingml/2006/main">
            <a:srgbClr val="162941"/>
          </a:solidFill>
          <a:ln xmlns:a="http://schemas.openxmlformats.org/drawingml/2006/main" w="9525">
            <a:solidFill>
              <a:srgbClr val="2D425B"/>
            </a:solidFill>
            <a:prstDash val="solid"/>
          </a:ln>
        </p:spPr>
      </p:sp>
      <p:sp>
        <p:nvSpPr>
          <p:cNvPr id="22" name="">
            <a:extLst xmlns:a="http://schemas.openxmlformats.org/drawingml/2006/main">
              <a:ext uri="{FF2B5EF4-FFF2-40B4-BE49-F238E27FC236}">
                <a16:creationId xmlns:a16="http://schemas.microsoft.com/office/drawing/2014/main" id="{3FA2436F-5E24-489F-9173-AFE398BEB529}"/>
              </a:ext>
            </a:extLst>
          </p:cNvPr>
          <p:cNvSpPr>
            <a:spLocks xmlns:a="http://schemas.openxmlformats.org/drawingml/2006/main" noGrp="1"/>
          </p:cNvSpPr>
          <p:nvPr/>
        </p:nvSpPr>
        <p:spPr>
          <a:xfrm xmlns:a="http://schemas.openxmlformats.org/drawingml/2006/main">
            <a:off x="2247900" y="5467350"/>
            <a:ext cx="769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The driver controls motion. The operator controls the belt, roller, and climber.</a:t>
            </a:r>
          </a:p>
        </p:txBody>
      </p:sp>
      <p:sp>
        <p:nvSpPr>
          <p:cNvPr id="23" name="footer-left">
            <a:extLst xmlns:a="http://schemas.openxmlformats.org/drawingml/2006/main">
              <a:ext uri="{FF2B5EF4-FFF2-40B4-BE49-F238E27FC236}">
                <a16:creationId xmlns:a16="http://schemas.microsoft.com/office/drawing/2014/main" id="{FB17E4CA-9F57-4189-BAA8-8714306BC078}"/>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24" name="footer-number">
            <a:extLst xmlns:a="http://schemas.openxmlformats.org/drawingml/2006/main">
              <a:ext uri="{FF2B5EF4-FFF2-40B4-BE49-F238E27FC236}">
                <a16:creationId xmlns:a16="http://schemas.microsoft.com/office/drawing/2014/main" id="{3E2E5D3D-D9D0-46D4-964E-46A3B713A516}"/>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02</a:t>
            </a:r>
          </a:p>
        </p:txBody>
      </p:sp>
    </p:spTree>
    <p:extLst>
      <p:ext uri="{BB962C8B-B14F-4D97-AF65-F5344CB8AC3E}">
        <p14:creationId xmlns:p14="http://schemas.microsoft.com/office/powerpoint/2010/main" val="343510709"/>
      </p:ext>
    </p:extLst>
  </p:cSld>
</p:sld>
</file>

<file path=ppt/slides/slide3.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9" name="section-label">
            <a:extLst xmlns:a="http://schemas.openxmlformats.org/drawingml/2006/main">
              <a:ext uri="{FF2B5EF4-FFF2-40B4-BE49-F238E27FC236}">
                <a16:creationId xmlns:a16="http://schemas.microsoft.com/office/drawing/2014/main" id="{43181964-3E45-474D-BE42-948B7E36CC2C}"/>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1 · ROBOT JOBS</a:t>
            </a:r>
          </a:p>
        </p:txBody>
      </p:sp>
      <p:sp>
        <p:nvSpPr>
          <p:cNvPr id="2" name="slide-title">
            <a:extLst xmlns:a="http://schemas.openxmlformats.org/drawingml/2006/main">
              <a:ext uri="{FF2B5EF4-FFF2-40B4-BE49-F238E27FC236}">
                <a16:creationId xmlns:a16="http://schemas.microsoft.com/office/drawing/2014/main" id="{0974E52D-6971-42F7-BC5F-56AE5204F09E}"/>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Two Xbox controllers separate driving from mechanism control</a:t>
            </a:r>
          </a:p>
        </p:txBody>
      </p:sp>
      <p:sp>
        <p:nvSpPr>
          <p:cNvPr id="3" name="slide-subtitle">
            <a:extLst xmlns:a="http://schemas.openxmlformats.org/drawingml/2006/main">
              <a:ext uri="{FF2B5EF4-FFF2-40B4-BE49-F238E27FC236}">
                <a16:creationId xmlns:a16="http://schemas.microsoft.com/office/drawing/2014/main" id="{BAB3037E-20E3-451C-9B2D-3E4EEE648797}"/>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The driver owns tank drive; the operator owns the belt, roller, and climber.</a:t>
            </a:r>
          </a:p>
        </p:txBody>
      </p:sp>
      <p:sp>
        <p:nvSpPr>
          <p:cNvPr id="4" name="title-rule">
            <a:extLst xmlns:a="http://schemas.openxmlformats.org/drawingml/2006/main">
              <a:ext uri="{FF2B5EF4-FFF2-40B4-BE49-F238E27FC236}">
                <a16:creationId xmlns:a16="http://schemas.microsoft.com/office/drawing/2014/main" id="{76D9933A-AE42-4682-88BE-99B4D2F74C81}"/>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controller-0">
            <a:extLst xmlns:a="http://schemas.openxmlformats.org/drawingml/2006/main">
              <a:ext uri="{FF2B5EF4-FFF2-40B4-BE49-F238E27FC236}">
                <a16:creationId xmlns:a16="http://schemas.microsoft.com/office/drawing/2014/main" id="{BDDA0BB5-C205-4A06-BF92-37450286867D}"/>
              </a:ext>
            </a:extLst>
          </p:cNvPr>
          <p:cNvSpPr>
            <a:spLocks xmlns:a="http://schemas.openxmlformats.org/drawingml/2006/main" noGrp="1"/>
          </p:cNvSpPr>
          <p:nvPr/>
        </p:nvSpPr>
        <p:spPr>
          <a:xfrm xmlns:a="http://schemas.openxmlformats.org/drawingml/2006/main">
            <a:off x="609600" y="1924050"/>
            <a:ext cx="3200400" cy="3429000"/>
          </a:xfrm>
          <a:prstGeom xmlns:a="http://schemas.openxmlformats.org/drawingml/2006/main" prst="roundRect">
            <a:avLst>
              <a:gd name="adj" fmla="val 4762"/>
            </a:avLst>
          </a:prstGeom>
          <a:solidFill xmlns:a="http://schemas.openxmlformats.org/drawingml/2006/main">
            <a:srgbClr val="101E31"/>
          </a:solidFill>
          <a:ln xmlns:a="http://schemas.openxmlformats.org/drawingml/2006/main" w="9525">
            <a:solidFill>
              <a:srgbClr val="42C6FF"/>
            </a:solidFill>
            <a:prstDash val="solid"/>
          </a:ln>
        </p:spPr>
      </p:sp>
      <p:sp>
        <p:nvSpPr>
          <p:cNvPr id="6" name="">
            <a:extLst xmlns:a="http://schemas.openxmlformats.org/drawingml/2006/main">
              <a:ext uri="{FF2B5EF4-FFF2-40B4-BE49-F238E27FC236}">
                <a16:creationId xmlns:a16="http://schemas.microsoft.com/office/drawing/2014/main" id="{1ACAE05B-D352-450F-B294-C8A7FE7DEDCA}"/>
              </a:ext>
            </a:extLst>
          </p:cNvPr>
          <p:cNvSpPr>
            <a:spLocks xmlns:a="http://schemas.openxmlformats.org/drawingml/2006/main" noGrp="1"/>
          </p:cNvSpPr>
          <p:nvPr/>
        </p:nvSpPr>
        <p:spPr>
          <a:xfrm xmlns:a="http://schemas.openxmlformats.org/drawingml/2006/main">
            <a:off x="838200" y="2152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42C6FF"/>
                </a:solidFill>
                <a:latin typeface="Aptos"/>
                <a:ea typeface="Aptos"/>
                <a:cs typeface="Aptos"/>
              </a:defRPr>
            </a:pPr>
            <a:r>
              <a:rPr sz="1800" b="1">
                <a:solidFill>
                  <a:srgbClr val="42C6FF"/>
                </a:solidFill>
                <a:latin typeface="Aptos"/>
                <a:ea typeface="Aptos"/>
                <a:cs typeface="Aptos"/>
              </a:rPr>
              <a:t>USB 0</a:t>
            </a:r>
          </a:p>
        </p:txBody>
      </p:sp>
      <p:sp>
        <p:nvSpPr>
          <p:cNvPr id="7" name="">
            <a:extLst xmlns:a="http://schemas.openxmlformats.org/drawingml/2006/main">
              <a:ext uri="{FF2B5EF4-FFF2-40B4-BE49-F238E27FC236}">
                <a16:creationId xmlns:a16="http://schemas.microsoft.com/office/drawing/2014/main" id="{45AF192F-D7D4-48FC-9DC1-25ABE4D78099}"/>
              </a:ext>
            </a:extLst>
          </p:cNvPr>
          <p:cNvSpPr>
            <a:spLocks xmlns:a="http://schemas.openxmlformats.org/drawingml/2006/main" noGrp="1"/>
          </p:cNvSpPr>
          <p:nvPr/>
        </p:nvSpPr>
        <p:spPr>
          <a:xfrm xmlns:a="http://schemas.openxmlformats.org/drawingml/2006/main">
            <a:off x="838200" y="25717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F4F7FB"/>
                </a:solidFill>
                <a:latin typeface="Aptos"/>
                <a:ea typeface="Aptos"/>
                <a:cs typeface="Aptos"/>
              </a:defRPr>
            </a:pPr>
            <a:r>
              <a:rPr sz="1875" b="1">
                <a:solidFill>
                  <a:srgbClr val="F4F7FB"/>
                </a:solidFill>
                <a:latin typeface="Aptos"/>
                <a:ea typeface="Aptos"/>
                <a:cs typeface="Aptos"/>
              </a:rPr>
              <a:t>Driver Xbox</a:t>
            </a:r>
          </a:p>
        </p:txBody>
      </p:sp>
      <p:sp>
        <p:nvSpPr>
          <p:cNvPr id="8" name="">
            <a:extLst xmlns:a="http://schemas.openxmlformats.org/drawingml/2006/main">
              <a:ext uri="{FF2B5EF4-FFF2-40B4-BE49-F238E27FC236}">
                <a16:creationId xmlns:a16="http://schemas.microsoft.com/office/drawing/2014/main" id="{71E15923-DFBD-46BA-9A84-60069B0468E9}"/>
              </a:ext>
            </a:extLst>
          </p:cNvPr>
          <p:cNvSpPr>
            <a:spLocks xmlns:a="http://schemas.openxmlformats.org/drawingml/2006/main" noGrp="1"/>
          </p:cNvSpPr>
          <p:nvPr/>
        </p:nvSpPr>
        <p:spPr>
          <a:xfrm xmlns:a="http://schemas.openxmlformats.org/drawingml/2006/main">
            <a:off x="838200" y="325755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A9B8CA"/>
                </a:solidFill>
                <a:latin typeface="Aptos"/>
                <a:ea typeface="Aptos"/>
                <a:cs typeface="Aptos"/>
              </a:defRPr>
            </a:pPr>
            <a:r>
              <a:rPr sz="1500" b="0">
                <a:solidFill>
                  <a:srgbClr val="A9B8CA"/>
                </a:solidFill>
                <a:latin typeface="Aptos"/>
                <a:ea typeface="Aptos"/>
                <a:cs typeface="Aptos"/>
              </a:rPr>
              <a:t>Left stick Y</a:t>
            </a:r>
          </a:p>
        </p:txBody>
      </p:sp>
      <p:sp>
        <p:nvSpPr>
          <p:cNvPr id="9" name="">
            <a:extLst xmlns:a="http://schemas.openxmlformats.org/drawingml/2006/main">
              <a:ext uri="{FF2B5EF4-FFF2-40B4-BE49-F238E27FC236}">
                <a16:creationId xmlns:a16="http://schemas.microsoft.com/office/drawing/2014/main" id="{D6F0A51C-08EF-4F51-9AB8-50849F4071F4}"/>
              </a:ext>
            </a:extLst>
          </p:cNvPr>
          <p:cNvSpPr>
            <a:spLocks xmlns:a="http://schemas.openxmlformats.org/drawingml/2006/main" noGrp="1"/>
          </p:cNvSpPr>
          <p:nvPr/>
        </p:nvSpPr>
        <p:spPr>
          <a:xfrm xmlns:a="http://schemas.openxmlformats.org/drawingml/2006/main">
            <a:off x="838200" y="37338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Left drive output</a:t>
            </a:r>
          </a:p>
        </p:txBody>
      </p:sp>
      <p:sp>
        <p:nvSpPr>
          <p:cNvPr id="10" name="">
            <a:extLst xmlns:a="http://schemas.openxmlformats.org/drawingml/2006/main">
              <a:ext uri="{FF2B5EF4-FFF2-40B4-BE49-F238E27FC236}">
                <a16:creationId xmlns:a16="http://schemas.microsoft.com/office/drawing/2014/main" id="{9D2B469C-1C02-4A21-A62E-67A24B5BFF48}"/>
              </a:ext>
            </a:extLst>
          </p:cNvPr>
          <p:cNvSpPr>
            <a:spLocks xmlns:a="http://schemas.openxmlformats.org/drawingml/2006/main" noGrp="1"/>
          </p:cNvSpPr>
          <p:nvPr/>
        </p:nvSpPr>
        <p:spPr>
          <a:xfrm xmlns:a="http://schemas.openxmlformats.org/drawingml/2006/main">
            <a:off x="838200" y="421005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A9B8CA"/>
                </a:solidFill>
                <a:latin typeface="Aptos"/>
                <a:ea typeface="Aptos"/>
                <a:cs typeface="Aptos"/>
              </a:defRPr>
            </a:pPr>
            <a:r>
              <a:rPr sz="1500" b="0">
                <a:solidFill>
                  <a:srgbClr val="A9B8CA"/>
                </a:solidFill>
                <a:latin typeface="Aptos"/>
                <a:ea typeface="Aptos"/>
                <a:cs typeface="Aptos"/>
              </a:rPr>
              <a:t>Right stick Y</a:t>
            </a:r>
          </a:p>
        </p:txBody>
      </p:sp>
      <p:sp>
        <p:nvSpPr>
          <p:cNvPr id="11" name="">
            <a:extLst xmlns:a="http://schemas.openxmlformats.org/drawingml/2006/main">
              <a:ext uri="{FF2B5EF4-FFF2-40B4-BE49-F238E27FC236}">
                <a16:creationId xmlns:a16="http://schemas.microsoft.com/office/drawing/2014/main" id="{2A226596-231B-4D9B-B9DE-D40291611727}"/>
              </a:ext>
            </a:extLst>
          </p:cNvPr>
          <p:cNvSpPr>
            <a:spLocks xmlns:a="http://schemas.openxmlformats.org/drawingml/2006/main" noGrp="1"/>
          </p:cNvSpPr>
          <p:nvPr/>
        </p:nvSpPr>
        <p:spPr>
          <a:xfrm xmlns:a="http://schemas.openxmlformats.org/drawingml/2006/main">
            <a:off x="838200" y="46863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Right drive output</a:t>
            </a:r>
          </a:p>
        </p:txBody>
      </p:sp>
      <p:sp>
        <p:nvSpPr>
          <p:cNvPr id="12" name="controller-1">
            <a:extLst xmlns:a="http://schemas.openxmlformats.org/drawingml/2006/main">
              <a:ext uri="{FF2B5EF4-FFF2-40B4-BE49-F238E27FC236}">
                <a16:creationId xmlns:a16="http://schemas.microsoft.com/office/drawing/2014/main" id="{6781C98F-FB9E-42A2-B83C-D79856A35D54}"/>
              </a:ext>
            </a:extLst>
          </p:cNvPr>
          <p:cNvSpPr>
            <a:spLocks xmlns:a="http://schemas.openxmlformats.org/drawingml/2006/main" noGrp="1"/>
          </p:cNvSpPr>
          <p:nvPr/>
        </p:nvSpPr>
        <p:spPr>
          <a:xfrm xmlns:a="http://schemas.openxmlformats.org/drawingml/2006/main">
            <a:off x="4267200" y="1924050"/>
            <a:ext cx="3200400" cy="3429000"/>
          </a:xfrm>
          <a:prstGeom xmlns:a="http://schemas.openxmlformats.org/drawingml/2006/main" prst="roundRect">
            <a:avLst>
              <a:gd name="adj" fmla="val 4762"/>
            </a:avLst>
          </a:prstGeom>
          <a:solidFill xmlns:a="http://schemas.openxmlformats.org/drawingml/2006/main">
            <a:srgbClr val="101E31"/>
          </a:solidFill>
          <a:ln xmlns:a="http://schemas.openxmlformats.org/drawingml/2006/main" w="9525">
            <a:solidFill>
              <a:srgbClr val="FFB64D"/>
            </a:solidFill>
            <a:prstDash val="solid"/>
          </a:ln>
        </p:spPr>
      </p:sp>
      <p:sp>
        <p:nvSpPr>
          <p:cNvPr id="13" name="">
            <a:extLst xmlns:a="http://schemas.openxmlformats.org/drawingml/2006/main">
              <a:ext uri="{FF2B5EF4-FFF2-40B4-BE49-F238E27FC236}">
                <a16:creationId xmlns:a16="http://schemas.microsoft.com/office/drawing/2014/main" id="{B9394BAC-5A3C-41C1-8D55-3FC779BB04C1}"/>
              </a:ext>
            </a:extLst>
          </p:cNvPr>
          <p:cNvSpPr>
            <a:spLocks xmlns:a="http://schemas.openxmlformats.org/drawingml/2006/main" noGrp="1"/>
          </p:cNvSpPr>
          <p:nvPr/>
        </p:nvSpPr>
        <p:spPr>
          <a:xfrm xmlns:a="http://schemas.openxmlformats.org/drawingml/2006/main">
            <a:off x="4495800" y="2152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B64D"/>
                </a:solidFill>
                <a:latin typeface="Aptos"/>
                <a:ea typeface="Aptos"/>
                <a:cs typeface="Aptos"/>
              </a:defRPr>
            </a:pPr>
            <a:r>
              <a:rPr sz="1800" b="1">
                <a:solidFill>
                  <a:srgbClr val="FFB64D"/>
                </a:solidFill>
                <a:latin typeface="Aptos"/>
                <a:ea typeface="Aptos"/>
                <a:cs typeface="Aptos"/>
              </a:rPr>
              <a:t>MODE</a:t>
            </a:r>
          </a:p>
        </p:txBody>
      </p:sp>
      <p:sp>
        <p:nvSpPr>
          <p:cNvPr id="14" name="">
            <a:extLst xmlns:a="http://schemas.openxmlformats.org/drawingml/2006/main">
              <a:ext uri="{FF2B5EF4-FFF2-40B4-BE49-F238E27FC236}">
                <a16:creationId xmlns:a16="http://schemas.microsoft.com/office/drawing/2014/main" id="{5327C287-92F7-4149-9F3B-3ED7B25AE77F}"/>
              </a:ext>
            </a:extLst>
          </p:cNvPr>
          <p:cNvSpPr>
            <a:spLocks xmlns:a="http://schemas.openxmlformats.org/drawingml/2006/main" noGrp="1"/>
          </p:cNvSpPr>
          <p:nvPr/>
        </p:nvSpPr>
        <p:spPr>
          <a:xfrm xmlns:a="http://schemas.openxmlformats.org/drawingml/2006/main">
            <a:off x="4495800" y="25717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F4F7FB"/>
                </a:solidFill>
                <a:latin typeface="Aptos"/>
                <a:ea typeface="Aptos"/>
                <a:cs typeface="Aptos"/>
              </a:defRPr>
            </a:pPr>
            <a:r>
              <a:rPr sz="1875" b="1">
                <a:solidFill>
                  <a:srgbClr val="F4F7FB"/>
                </a:solidFill>
                <a:latin typeface="Aptos"/>
                <a:ea typeface="Aptos"/>
                <a:cs typeface="Aptos"/>
              </a:rPr>
              <a:t>Slow drive</a:t>
            </a:r>
          </a:p>
        </p:txBody>
      </p:sp>
      <p:sp>
        <p:nvSpPr>
          <p:cNvPr id="15" name="">
            <a:extLst xmlns:a="http://schemas.openxmlformats.org/drawingml/2006/main">
              <a:ext uri="{FF2B5EF4-FFF2-40B4-BE49-F238E27FC236}">
                <a16:creationId xmlns:a16="http://schemas.microsoft.com/office/drawing/2014/main" id="{004074D2-B2E5-417C-AA60-98A25E9E16E6}"/>
              </a:ext>
            </a:extLst>
          </p:cNvPr>
          <p:cNvSpPr>
            <a:spLocks xmlns:a="http://schemas.openxmlformats.org/drawingml/2006/main" noGrp="1"/>
          </p:cNvSpPr>
          <p:nvPr/>
        </p:nvSpPr>
        <p:spPr>
          <a:xfrm xmlns:a="http://schemas.openxmlformats.org/drawingml/2006/main">
            <a:off x="4495800" y="325755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A9B8CA"/>
                </a:solidFill>
                <a:latin typeface="Aptos"/>
                <a:ea typeface="Aptos"/>
                <a:cs typeface="Aptos"/>
              </a:defRPr>
            </a:pPr>
            <a:r>
              <a:rPr sz="1500" b="0">
                <a:solidFill>
                  <a:srgbClr val="A9B8CA"/>
                </a:solidFill>
                <a:latin typeface="Aptos"/>
                <a:ea typeface="Aptos"/>
                <a:cs typeface="Aptos"/>
              </a:rPr>
              <a:t>Right bumper</a:t>
            </a:r>
          </a:p>
        </p:txBody>
      </p:sp>
      <p:sp>
        <p:nvSpPr>
          <p:cNvPr id="16" name="">
            <a:extLst xmlns:a="http://schemas.openxmlformats.org/drawingml/2006/main">
              <a:ext uri="{FF2B5EF4-FFF2-40B4-BE49-F238E27FC236}">
                <a16:creationId xmlns:a16="http://schemas.microsoft.com/office/drawing/2014/main" id="{2E43BBA4-F2F6-4710-9889-E45412A317A8}"/>
              </a:ext>
            </a:extLst>
          </p:cNvPr>
          <p:cNvSpPr>
            <a:spLocks xmlns:a="http://schemas.openxmlformats.org/drawingml/2006/main" noGrp="1"/>
          </p:cNvSpPr>
          <p:nvPr/>
        </p:nvSpPr>
        <p:spPr>
          <a:xfrm xmlns:a="http://schemas.openxmlformats.org/drawingml/2006/main">
            <a:off x="4495800" y="37338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Hold for 0.4 scale</a:t>
            </a:r>
          </a:p>
        </p:txBody>
      </p:sp>
      <p:sp>
        <p:nvSpPr>
          <p:cNvPr id="17" name="">
            <a:extLst xmlns:a="http://schemas.openxmlformats.org/drawingml/2006/main">
              <a:ext uri="{FF2B5EF4-FFF2-40B4-BE49-F238E27FC236}">
                <a16:creationId xmlns:a16="http://schemas.microsoft.com/office/drawing/2014/main" id="{304A77BD-3880-4554-AD02-DC15FC57EFBB}"/>
              </a:ext>
            </a:extLst>
          </p:cNvPr>
          <p:cNvSpPr>
            <a:spLocks xmlns:a="http://schemas.openxmlformats.org/drawingml/2006/main" noGrp="1"/>
          </p:cNvSpPr>
          <p:nvPr/>
        </p:nvSpPr>
        <p:spPr>
          <a:xfrm xmlns:a="http://schemas.openxmlformats.org/drawingml/2006/main">
            <a:off x="4495800" y="421005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A9B8CA"/>
                </a:solidFill>
                <a:latin typeface="Aptos"/>
                <a:ea typeface="Aptos"/>
                <a:cs typeface="Aptos"/>
              </a:defRPr>
            </a:pPr>
            <a:r>
              <a:rPr sz="1500" b="0">
                <a:solidFill>
                  <a:srgbClr val="A9B8CA"/>
                </a:solidFill>
                <a:latin typeface="Aptos"/>
                <a:ea typeface="Aptos"/>
                <a:cs typeface="Aptos"/>
              </a:rPr>
              <a:t>Release for 0.8 scale</a:t>
            </a:r>
          </a:p>
        </p:txBody>
      </p:sp>
      <p:sp>
        <p:nvSpPr>
          <p:cNvPr id="18" name="">
            <a:extLst xmlns:a="http://schemas.openxmlformats.org/drawingml/2006/main">
              <a:ext uri="{FF2B5EF4-FFF2-40B4-BE49-F238E27FC236}">
                <a16:creationId xmlns:a16="http://schemas.microsoft.com/office/drawing/2014/main" id="{DAB979E3-1DBC-4EC5-89B7-9FD3D31A38CE}"/>
              </a:ext>
            </a:extLst>
          </p:cNvPr>
          <p:cNvSpPr>
            <a:spLocks xmlns:a="http://schemas.openxmlformats.org/drawingml/2006/main" noGrp="1"/>
          </p:cNvSpPr>
          <p:nvPr/>
        </p:nvSpPr>
        <p:spPr>
          <a:xfrm xmlns:a="http://schemas.openxmlformats.org/drawingml/2006/main">
            <a:off x="4495800" y="46863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Driver control only</a:t>
            </a:r>
          </a:p>
        </p:txBody>
      </p:sp>
      <p:sp>
        <p:nvSpPr>
          <p:cNvPr id="19" name="controller-2">
            <a:extLst xmlns:a="http://schemas.openxmlformats.org/drawingml/2006/main">
              <a:ext uri="{FF2B5EF4-FFF2-40B4-BE49-F238E27FC236}">
                <a16:creationId xmlns:a16="http://schemas.microsoft.com/office/drawing/2014/main" id="{732220BA-CD98-431D-953C-825CB8E79056}"/>
              </a:ext>
            </a:extLst>
          </p:cNvPr>
          <p:cNvSpPr>
            <a:spLocks xmlns:a="http://schemas.openxmlformats.org/drawingml/2006/main" noGrp="1"/>
          </p:cNvSpPr>
          <p:nvPr/>
        </p:nvSpPr>
        <p:spPr>
          <a:xfrm xmlns:a="http://schemas.openxmlformats.org/drawingml/2006/main">
            <a:off x="7924800" y="1924050"/>
            <a:ext cx="3200400" cy="3429000"/>
          </a:xfrm>
          <a:prstGeom xmlns:a="http://schemas.openxmlformats.org/drawingml/2006/main" prst="roundRect">
            <a:avLst>
              <a:gd name="adj" fmla="val 4762"/>
            </a:avLst>
          </a:prstGeom>
          <a:solidFill xmlns:a="http://schemas.openxmlformats.org/drawingml/2006/main">
            <a:srgbClr val="101E31"/>
          </a:solidFill>
          <a:ln xmlns:a="http://schemas.openxmlformats.org/drawingml/2006/main" w="9525">
            <a:solidFill>
              <a:srgbClr val="62D48A"/>
            </a:solidFill>
            <a:prstDash val="solid"/>
          </a:ln>
        </p:spPr>
      </p:sp>
      <p:sp>
        <p:nvSpPr>
          <p:cNvPr id="20" name="">
            <a:extLst xmlns:a="http://schemas.openxmlformats.org/drawingml/2006/main">
              <a:ext uri="{FF2B5EF4-FFF2-40B4-BE49-F238E27FC236}">
                <a16:creationId xmlns:a16="http://schemas.microsoft.com/office/drawing/2014/main" id="{BABF343E-B5C4-4975-8516-3194B51990F7}"/>
              </a:ext>
            </a:extLst>
          </p:cNvPr>
          <p:cNvSpPr>
            <a:spLocks xmlns:a="http://schemas.openxmlformats.org/drawingml/2006/main" noGrp="1"/>
          </p:cNvSpPr>
          <p:nvPr/>
        </p:nvSpPr>
        <p:spPr>
          <a:xfrm xmlns:a="http://schemas.openxmlformats.org/drawingml/2006/main">
            <a:off x="8153400" y="2152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62D48A"/>
                </a:solidFill>
                <a:latin typeface="Aptos"/>
                <a:ea typeface="Aptos"/>
                <a:cs typeface="Aptos"/>
              </a:defRPr>
            </a:pPr>
            <a:r>
              <a:rPr sz="1800" b="1">
                <a:solidFill>
                  <a:srgbClr val="62D48A"/>
                </a:solidFill>
                <a:latin typeface="Aptos"/>
                <a:ea typeface="Aptos"/>
                <a:cs typeface="Aptos"/>
              </a:rPr>
              <a:t>USB 1</a:t>
            </a:r>
          </a:p>
        </p:txBody>
      </p:sp>
      <p:sp>
        <p:nvSpPr>
          <p:cNvPr id="21" name="">
            <a:extLst xmlns:a="http://schemas.openxmlformats.org/drawingml/2006/main">
              <a:ext uri="{FF2B5EF4-FFF2-40B4-BE49-F238E27FC236}">
                <a16:creationId xmlns:a16="http://schemas.microsoft.com/office/drawing/2014/main" id="{7BCBC0E1-953A-4FDC-A7B6-75ECB5CBD8F4}"/>
              </a:ext>
            </a:extLst>
          </p:cNvPr>
          <p:cNvSpPr>
            <a:spLocks xmlns:a="http://schemas.openxmlformats.org/drawingml/2006/main" noGrp="1"/>
          </p:cNvSpPr>
          <p:nvPr/>
        </p:nvSpPr>
        <p:spPr>
          <a:xfrm xmlns:a="http://schemas.openxmlformats.org/drawingml/2006/main">
            <a:off x="8153400" y="25717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F4F7FB"/>
                </a:solidFill>
                <a:latin typeface="Aptos"/>
                <a:ea typeface="Aptos"/>
                <a:cs typeface="Aptos"/>
              </a:defRPr>
            </a:pPr>
            <a:r>
              <a:rPr sz="1875" b="1">
                <a:solidFill>
                  <a:srgbClr val="F4F7FB"/>
                </a:solidFill>
                <a:latin typeface="Aptos"/>
                <a:ea typeface="Aptos"/>
                <a:cs typeface="Aptos"/>
              </a:rPr>
              <a:t>Operator Xbox</a:t>
            </a:r>
          </a:p>
        </p:txBody>
      </p:sp>
      <p:sp>
        <p:nvSpPr>
          <p:cNvPr id="22" name="">
            <a:extLst xmlns:a="http://schemas.openxmlformats.org/drawingml/2006/main">
              <a:ext uri="{FF2B5EF4-FFF2-40B4-BE49-F238E27FC236}">
                <a16:creationId xmlns:a16="http://schemas.microsoft.com/office/drawing/2014/main" id="{C3448B75-D61C-4159-AAC2-E7F4C94F2E91}"/>
              </a:ext>
            </a:extLst>
          </p:cNvPr>
          <p:cNvSpPr>
            <a:spLocks xmlns:a="http://schemas.openxmlformats.org/drawingml/2006/main" noGrp="1"/>
          </p:cNvSpPr>
          <p:nvPr/>
        </p:nvSpPr>
        <p:spPr>
          <a:xfrm xmlns:a="http://schemas.openxmlformats.org/drawingml/2006/main">
            <a:off x="8153400" y="325755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A   Belt in</a:t>
            </a:r>
          </a:p>
        </p:txBody>
      </p:sp>
      <p:sp>
        <p:nvSpPr>
          <p:cNvPr id="23" name="">
            <a:extLst xmlns:a="http://schemas.openxmlformats.org/drawingml/2006/main">
              <a:ext uri="{FF2B5EF4-FFF2-40B4-BE49-F238E27FC236}">
                <a16:creationId xmlns:a16="http://schemas.microsoft.com/office/drawing/2014/main" id="{1441C420-D430-4464-BBC5-CE9AF7C54D48}"/>
              </a:ext>
            </a:extLst>
          </p:cNvPr>
          <p:cNvSpPr>
            <a:spLocks xmlns:a="http://schemas.openxmlformats.org/drawingml/2006/main" noGrp="1"/>
          </p:cNvSpPr>
          <p:nvPr/>
        </p:nvSpPr>
        <p:spPr>
          <a:xfrm xmlns:a="http://schemas.openxmlformats.org/drawingml/2006/main">
            <a:off x="8153400" y="37338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B   Belt out</a:t>
            </a:r>
          </a:p>
        </p:txBody>
      </p:sp>
      <p:sp>
        <p:nvSpPr>
          <p:cNvPr id="24" name="">
            <a:extLst xmlns:a="http://schemas.openxmlformats.org/drawingml/2006/main">
              <a:ext uri="{FF2B5EF4-FFF2-40B4-BE49-F238E27FC236}">
                <a16:creationId xmlns:a16="http://schemas.microsoft.com/office/drawing/2014/main" id="{609A6295-11C2-44A4-BEA4-7E4F14BB680D}"/>
              </a:ext>
            </a:extLst>
          </p:cNvPr>
          <p:cNvSpPr>
            <a:spLocks xmlns:a="http://schemas.openxmlformats.org/drawingml/2006/main" noGrp="1"/>
          </p:cNvSpPr>
          <p:nvPr/>
        </p:nvSpPr>
        <p:spPr>
          <a:xfrm xmlns:a="http://schemas.openxmlformats.org/drawingml/2006/main">
            <a:off x="8153400" y="421005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X   Roller</a:t>
            </a:r>
          </a:p>
        </p:txBody>
      </p:sp>
      <p:sp>
        <p:nvSpPr>
          <p:cNvPr id="25" name="">
            <a:extLst xmlns:a="http://schemas.openxmlformats.org/drawingml/2006/main">
              <a:ext uri="{FF2B5EF4-FFF2-40B4-BE49-F238E27FC236}">
                <a16:creationId xmlns:a16="http://schemas.microsoft.com/office/drawing/2014/main" id="{F36E3896-0184-46C2-96ED-75074A0C3933}"/>
              </a:ext>
            </a:extLst>
          </p:cNvPr>
          <p:cNvSpPr>
            <a:spLocks xmlns:a="http://schemas.openxmlformats.org/drawingml/2006/main" noGrp="1"/>
          </p:cNvSpPr>
          <p:nvPr/>
        </p:nvSpPr>
        <p:spPr>
          <a:xfrm xmlns:a="http://schemas.openxmlformats.org/drawingml/2006/main">
            <a:off x="8153400" y="4686300"/>
            <a:ext cx="2724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Y   Climber</a:t>
            </a:r>
          </a:p>
        </p:txBody>
      </p:sp>
      <p:sp>
        <p:nvSpPr>
          <p:cNvPr id="26" name="">
            <a:extLst xmlns:a="http://schemas.openxmlformats.org/drawingml/2006/main">
              <a:ext uri="{FF2B5EF4-FFF2-40B4-BE49-F238E27FC236}">
                <a16:creationId xmlns:a16="http://schemas.microsoft.com/office/drawing/2014/main" id="{627864C6-A955-4D08-9F50-67AF910BC88D}"/>
              </a:ext>
            </a:extLst>
          </p:cNvPr>
          <p:cNvSpPr>
            <a:spLocks xmlns:a="http://schemas.openxmlformats.org/drawingml/2006/main" noGrp="1"/>
          </p:cNvSpPr>
          <p:nvPr/>
        </p:nvSpPr>
        <p:spPr>
          <a:xfrm xmlns:a="http://schemas.openxmlformats.org/drawingml/2006/main">
            <a:off x="609600" y="57150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FFB64D"/>
                </a:solidFill>
                <a:latin typeface="Aptos"/>
                <a:ea typeface="Aptos"/>
                <a:cs typeface="Aptos"/>
              </a:defRPr>
            </a:pPr>
            <a:r>
              <a:rPr sz="1350" b="1">
                <a:solidFill>
                  <a:srgbClr val="FFB64D"/>
                </a:solidFill>
                <a:latin typeface="Aptos"/>
                <a:ea typeface="Aptos"/>
                <a:cs typeface="Aptos"/>
              </a:rPr>
              <a:t>Two CommandXboxController instances keep driver and operator bindings distinct.</a:t>
            </a:r>
          </a:p>
        </p:txBody>
      </p:sp>
      <p:sp>
        <p:nvSpPr>
          <p:cNvPr id="27" name="footer-left">
            <a:extLst xmlns:a="http://schemas.openxmlformats.org/drawingml/2006/main">
              <a:ext uri="{FF2B5EF4-FFF2-40B4-BE49-F238E27FC236}">
                <a16:creationId xmlns:a16="http://schemas.microsoft.com/office/drawing/2014/main" id="{AAD3B33E-5BD9-4BA3-8494-A6A40C704C4D}"/>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28" name="footer-number">
            <a:extLst xmlns:a="http://schemas.openxmlformats.org/drawingml/2006/main">
              <a:ext uri="{FF2B5EF4-FFF2-40B4-BE49-F238E27FC236}">
                <a16:creationId xmlns:a16="http://schemas.microsoft.com/office/drawing/2014/main" id="{2FDC2AC1-D5CE-4190-914F-172FFABB6E7F}"/>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03</a:t>
            </a:r>
          </a:p>
        </p:txBody>
      </p:sp>
    </p:spTree>
    <p:extLst>
      <p:ext uri="{BB962C8B-B14F-4D97-AF65-F5344CB8AC3E}">
        <p14:creationId xmlns:p14="http://schemas.microsoft.com/office/powerpoint/2010/main" val="878771834"/>
      </p:ext>
    </p:extLst>
  </p:cSld>
</p:sld>
</file>

<file path=ppt/slides/slide4.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5" name="section-label">
            <a:extLst xmlns:a="http://schemas.openxmlformats.org/drawingml/2006/main">
              <a:ext uri="{FF2B5EF4-FFF2-40B4-BE49-F238E27FC236}">
                <a16:creationId xmlns:a16="http://schemas.microsoft.com/office/drawing/2014/main" id="{B920366A-E87B-4EE0-9356-6CBC40741619}"/>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2 · MAJOR SUBSYSTEMS</a:t>
            </a:r>
          </a:p>
        </p:txBody>
      </p:sp>
      <p:sp>
        <p:nvSpPr>
          <p:cNvPr id="2" name="slide-title">
            <a:extLst xmlns:a="http://schemas.openxmlformats.org/drawingml/2006/main">
              <a:ext uri="{FF2B5EF4-FFF2-40B4-BE49-F238E27FC236}">
                <a16:creationId xmlns:a16="http://schemas.microsoft.com/office/drawing/2014/main" id="{E59923DF-0FEC-4EEC-A188-6111374A18FE}"/>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Four subsystems divide the robot by mechanism</a:t>
            </a:r>
          </a:p>
        </p:txBody>
      </p:sp>
      <p:sp>
        <p:nvSpPr>
          <p:cNvPr id="3" name="slide-subtitle">
            <a:extLst xmlns:a="http://schemas.openxmlformats.org/drawingml/2006/main">
              <a:ext uri="{FF2B5EF4-FFF2-40B4-BE49-F238E27FC236}">
                <a16:creationId xmlns:a16="http://schemas.microsoft.com/office/drawing/2014/main" id="{DFFE2078-C5DF-4DD3-9467-723396BA2C55}"/>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Each subsystem owns the hardware objects and methods for one physical function.</a:t>
            </a:r>
          </a:p>
        </p:txBody>
      </p:sp>
      <p:sp>
        <p:nvSpPr>
          <p:cNvPr id="4" name="title-rule">
            <a:extLst xmlns:a="http://schemas.openxmlformats.org/drawingml/2006/main">
              <a:ext uri="{FF2B5EF4-FFF2-40B4-BE49-F238E27FC236}">
                <a16:creationId xmlns:a16="http://schemas.microsoft.com/office/drawing/2014/main" id="{68D85D80-AE19-45D8-8B3A-55BA2ADD4489}"/>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domain-0">
            <a:extLst xmlns:a="http://schemas.openxmlformats.org/drawingml/2006/main">
              <a:ext uri="{FF2B5EF4-FFF2-40B4-BE49-F238E27FC236}">
                <a16:creationId xmlns:a16="http://schemas.microsoft.com/office/drawing/2014/main" id="{9E6DD2E8-DF25-415B-9AFD-86725B1045E2}"/>
              </a:ext>
            </a:extLst>
          </p:cNvPr>
          <p:cNvSpPr>
            <a:spLocks xmlns:a="http://schemas.openxmlformats.org/drawingml/2006/main" noGrp="1"/>
          </p:cNvSpPr>
          <p:nvPr/>
        </p:nvSpPr>
        <p:spPr>
          <a:xfrm xmlns:a="http://schemas.openxmlformats.org/drawingml/2006/main">
            <a:off x="6096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42C6FF"/>
            </a:solidFill>
            <a:prstDash val="solid"/>
          </a:ln>
        </p:spPr>
      </p:sp>
      <p:sp>
        <p:nvSpPr>
          <p:cNvPr id="6" name="">
            <a:extLst xmlns:a="http://schemas.openxmlformats.org/drawingml/2006/main">
              <a:ext uri="{FF2B5EF4-FFF2-40B4-BE49-F238E27FC236}">
                <a16:creationId xmlns:a16="http://schemas.microsoft.com/office/drawing/2014/main" id="{419B387F-8D24-4CBB-A29C-B833B1B71FC2}"/>
              </a:ext>
            </a:extLst>
          </p:cNvPr>
          <p:cNvSpPr>
            <a:spLocks xmlns:a="http://schemas.openxmlformats.org/drawingml/2006/main" noGrp="1"/>
          </p:cNvSpPr>
          <p:nvPr/>
        </p:nvSpPr>
        <p:spPr>
          <a:xfrm xmlns:a="http://schemas.openxmlformats.org/drawingml/2006/main">
            <a:off x="8191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42C6FF"/>
                </a:solidFill>
                <a:latin typeface="Aptos"/>
                <a:ea typeface="Aptos"/>
                <a:cs typeface="Aptos"/>
              </a:defRPr>
            </a:pPr>
            <a:r>
              <a:rPr sz="2025" b="1">
                <a:solidFill>
                  <a:srgbClr val="42C6FF"/>
                </a:solidFill>
                <a:latin typeface="Aptos"/>
                <a:ea typeface="Aptos"/>
                <a:cs typeface="Aptos"/>
              </a:rPr>
              <a:t>Drive</a:t>
            </a:r>
          </a:p>
        </p:txBody>
      </p:sp>
      <p:sp>
        <p:nvSpPr>
          <p:cNvPr id="7" name="">
            <a:extLst xmlns:a="http://schemas.openxmlformats.org/drawingml/2006/main">
              <a:ext uri="{FF2B5EF4-FFF2-40B4-BE49-F238E27FC236}">
                <a16:creationId xmlns:a16="http://schemas.microsoft.com/office/drawing/2014/main" id="{BE018474-D259-44EE-9715-94197C6F0546}"/>
              </a:ext>
            </a:extLst>
          </p:cNvPr>
          <p:cNvSpPr>
            <a:spLocks xmlns:a="http://schemas.openxmlformats.org/drawingml/2006/main" noGrp="1"/>
          </p:cNvSpPr>
          <p:nvPr/>
        </p:nvSpPr>
        <p:spPr>
          <a:xfrm xmlns:a="http://schemas.openxmlformats.org/drawingml/2006/main">
            <a:off x="8191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4 motor controllers</a:t>
            </a:r>
          </a:p>
        </p:txBody>
      </p:sp>
      <p:sp>
        <p:nvSpPr>
          <p:cNvPr id="8" name="">
            <a:extLst xmlns:a="http://schemas.openxmlformats.org/drawingml/2006/main">
              <a:ext uri="{FF2B5EF4-FFF2-40B4-BE49-F238E27FC236}">
                <a16:creationId xmlns:a16="http://schemas.microsoft.com/office/drawing/2014/main" id="{50C5241D-340E-4DDE-8AF9-AECFFC9684A3}"/>
              </a:ext>
            </a:extLst>
          </p:cNvPr>
          <p:cNvSpPr>
            <a:spLocks xmlns:a="http://schemas.openxmlformats.org/drawingml/2006/main" noGrp="1"/>
          </p:cNvSpPr>
          <p:nvPr/>
        </p:nvSpPr>
        <p:spPr>
          <a:xfrm xmlns:a="http://schemas.openxmlformats.org/drawingml/2006/main">
            <a:off x="8191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drive(left, right)</a:t>
            </a:r>
          </a:p>
        </p:txBody>
      </p:sp>
      <p:sp>
        <p:nvSpPr>
          <p:cNvPr id="9" name="domain-1">
            <a:extLst xmlns:a="http://schemas.openxmlformats.org/drawingml/2006/main">
              <a:ext uri="{FF2B5EF4-FFF2-40B4-BE49-F238E27FC236}">
                <a16:creationId xmlns:a16="http://schemas.microsoft.com/office/drawing/2014/main" id="{48FA02EF-F5E9-4E1A-8C21-E5403B4488FB}"/>
              </a:ext>
            </a:extLst>
          </p:cNvPr>
          <p:cNvSpPr>
            <a:spLocks xmlns:a="http://schemas.openxmlformats.org/drawingml/2006/main" noGrp="1"/>
          </p:cNvSpPr>
          <p:nvPr/>
        </p:nvSpPr>
        <p:spPr>
          <a:xfrm xmlns:a="http://schemas.openxmlformats.org/drawingml/2006/main">
            <a:off x="33528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FFB64D"/>
            </a:solidFill>
            <a:prstDash val="solid"/>
          </a:ln>
        </p:spPr>
      </p:sp>
      <p:sp>
        <p:nvSpPr>
          <p:cNvPr id="10" name="">
            <a:extLst xmlns:a="http://schemas.openxmlformats.org/drawingml/2006/main">
              <a:ext uri="{FF2B5EF4-FFF2-40B4-BE49-F238E27FC236}">
                <a16:creationId xmlns:a16="http://schemas.microsoft.com/office/drawing/2014/main" id="{E0FCFB05-27B0-4030-B138-50E1D81C4740}"/>
              </a:ext>
            </a:extLst>
          </p:cNvPr>
          <p:cNvSpPr>
            <a:spLocks xmlns:a="http://schemas.openxmlformats.org/drawingml/2006/main" noGrp="1"/>
          </p:cNvSpPr>
          <p:nvPr/>
        </p:nvSpPr>
        <p:spPr>
          <a:xfrm xmlns:a="http://schemas.openxmlformats.org/drawingml/2006/main">
            <a:off x="35623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FB64D"/>
                </a:solidFill>
                <a:latin typeface="Aptos"/>
                <a:ea typeface="Aptos"/>
                <a:cs typeface="Aptos"/>
              </a:defRPr>
            </a:pPr>
            <a:r>
              <a:rPr sz="2025" b="1">
                <a:solidFill>
                  <a:srgbClr val="FFB64D"/>
                </a:solidFill>
                <a:latin typeface="Aptos"/>
                <a:ea typeface="Aptos"/>
                <a:cs typeface="Aptos"/>
              </a:rPr>
              <a:t>Ball belt</a:t>
            </a:r>
          </a:p>
        </p:txBody>
      </p:sp>
      <p:sp>
        <p:nvSpPr>
          <p:cNvPr id="11" name="">
            <a:extLst xmlns:a="http://schemas.openxmlformats.org/drawingml/2006/main">
              <a:ext uri="{FF2B5EF4-FFF2-40B4-BE49-F238E27FC236}">
                <a16:creationId xmlns:a16="http://schemas.microsoft.com/office/drawing/2014/main" id="{4C8620C2-346C-4676-BDE9-8D3CFE6F92D0}"/>
              </a:ext>
            </a:extLst>
          </p:cNvPr>
          <p:cNvSpPr>
            <a:spLocks xmlns:a="http://schemas.openxmlformats.org/drawingml/2006/main" noGrp="1"/>
          </p:cNvSpPr>
          <p:nvPr/>
        </p:nvSpPr>
        <p:spPr>
          <a:xfrm xmlns:a="http://schemas.openxmlformats.org/drawingml/2006/main">
            <a:off x="35623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1 motor controller</a:t>
            </a:r>
          </a:p>
        </p:txBody>
      </p:sp>
      <p:sp>
        <p:nvSpPr>
          <p:cNvPr id="12" name="">
            <a:extLst xmlns:a="http://schemas.openxmlformats.org/drawingml/2006/main">
              <a:ext uri="{FF2B5EF4-FFF2-40B4-BE49-F238E27FC236}">
                <a16:creationId xmlns:a16="http://schemas.microsoft.com/office/drawing/2014/main" id="{64A912F1-6850-4B91-A49B-3381464A93D4}"/>
              </a:ext>
            </a:extLst>
          </p:cNvPr>
          <p:cNvSpPr>
            <a:spLocks xmlns:a="http://schemas.openxmlformats.org/drawingml/2006/main" noGrp="1"/>
          </p:cNvSpPr>
          <p:nvPr/>
        </p:nvSpPr>
        <p:spPr>
          <a:xfrm xmlns:a="http://schemas.openxmlformats.org/drawingml/2006/main">
            <a:off x="35623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run(speed), stop()</a:t>
            </a:r>
          </a:p>
        </p:txBody>
      </p:sp>
      <p:sp>
        <p:nvSpPr>
          <p:cNvPr id="13" name="domain-2">
            <a:extLst xmlns:a="http://schemas.openxmlformats.org/drawingml/2006/main">
              <a:ext uri="{FF2B5EF4-FFF2-40B4-BE49-F238E27FC236}">
                <a16:creationId xmlns:a16="http://schemas.microsoft.com/office/drawing/2014/main" id="{3DFF3078-97FB-4122-A512-3D3B664132FC}"/>
              </a:ext>
            </a:extLst>
          </p:cNvPr>
          <p:cNvSpPr>
            <a:spLocks xmlns:a="http://schemas.openxmlformats.org/drawingml/2006/main" noGrp="1"/>
          </p:cNvSpPr>
          <p:nvPr/>
        </p:nvSpPr>
        <p:spPr>
          <a:xfrm xmlns:a="http://schemas.openxmlformats.org/drawingml/2006/main">
            <a:off x="60960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62D48A"/>
            </a:solidFill>
            <a:prstDash val="solid"/>
          </a:ln>
        </p:spPr>
      </p:sp>
      <p:sp>
        <p:nvSpPr>
          <p:cNvPr id="14" name="">
            <a:extLst xmlns:a="http://schemas.openxmlformats.org/drawingml/2006/main">
              <a:ext uri="{FF2B5EF4-FFF2-40B4-BE49-F238E27FC236}">
                <a16:creationId xmlns:a16="http://schemas.microsoft.com/office/drawing/2014/main" id="{F2EC537E-191D-429B-82E6-EE0F30E94015}"/>
              </a:ext>
            </a:extLst>
          </p:cNvPr>
          <p:cNvSpPr>
            <a:spLocks xmlns:a="http://schemas.openxmlformats.org/drawingml/2006/main" noGrp="1"/>
          </p:cNvSpPr>
          <p:nvPr/>
        </p:nvSpPr>
        <p:spPr>
          <a:xfrm xmlns:a="http://schemas.openxmlformats.org/drawingml/2006/main">
            <a:off x="63055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62D48A"/>
                </a:solidFill>
                <a:latin typeface="Aptos"/>
                <a:ea typeface="Aptos"/>
                <a:cs typeface="Aptos"/>
              </a:defRPr>
            </a:pPr>
            <a:r>
              <a:rPr sz="2025" b="1">
                <a:solidFill>
                  <a:srgbClr val="62D48A"/>
                </a:solidFill>
                <a:latin typeface="Aptos"/>
                <a:ea typeface="Aptos"/>
                <a:cs typeface="Aptos"/>
              </a:rPr>
              <a:t>Scoring roller</a:t>
            </a:r>
          </a:p>
        </p:txBody>
      </p:sp>
      <p:sp>
        <p:nvSpPr>
          <p:cNvPr id="15" name="">
            <a:extLst xmlns:a="http://schemas.openxmlformats.org/drawingml/2006/main">
              <a:ext uri="{FF2B5EF4-FFF2-40B4-BE49-F238E27FC236}">
                <a16:creationId xmlns:a16="http://schemas.microsoft.com/office/drawing/2014/main" id="{A18439AC-21B0-41B6-81A3-F188D6AE7B49}"/>
              </a:ext>
            </a:extLst>
          </p:cNvPr>
          <p:cNvSpPr>
            <a:spLocks xmlns:a="http://schemas.openxmlformats.org/drawingml/2006/main" noGrp="1"/>
          </p:cNvSpPr>
          <p:nvPr/>
        </p:nvSpPr>
        <p:spPr>
          <a:xfrm xmlns:a="http://schemas.openxmlformats.org/drawingml/2006/main">
            <a:off x="63055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1 motor controller</a:t>
            </a:r>
          </a:p>
        </p:txBody>
      </p:sp>
      <p:sp>
        <p:nvSpPr>
          <p:cNvPr id="16" name="">
            <a:extLst xmlns:a="http://schemas.openxmlformats.org/drawingml/2006/main">
              <a:ext uri="{FF2B5EF4-FFF2-40B4-BE49-F238E27FC236}">
                <a16:creationId xmlns:a16="http://schemas.microsoft.com/office/drawing/2014/main" id="{175DAE41-8C58-4DE0-8A68-2785CFE55B43}"/>
              </a:ext>
            </a:extLst>
          </p:cNvPr>
          <p:cNvSpPr>
            <a:spLocks xmlns:a="http://schemas.openxmlformats.org/drawingml/2006/main" noGrp="1"/>
          </p:cNvSpPr>
          <p:nvPr/>
        </p:nvSpPr>
        <p:spPr>
          <a:xfrm xmlns:a="http://schemas.openxmlformats.org/drawingml/2006/main">
            <a:off x="63055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run(speed), stop()</a:t>
            </a:r>
          </a:p>
        </p:txBody>
      </p:sp>
      <p:sp>
        <p:nvSpPr>
          <p:cNvPr id="17" name="domain-3">
            <a:extLst xmlns:a="http://schemas.openxmlformats.org/drawingml/2006/main">
              <a:ext uri="{FF2B5EF4-FFF2-40B4-BE49-F238E27FC236}">
                <a16:creationId xmlns:a16="http://schemas.microsoft.com/office/drawing/2014/main" id="{F127421D-DD7B-4160-BC18-9E57ED126A75}"/>
              </a:ext>
            </a:extLst>
          </p:cNvPr>
          <p:cNvSpPr>
            <a:spLocks xmlns:a="http://schemas.openxmlformats.org/drawingml/2006/main" noGrp="1"/>
          </p:cNvSpPr>
          <p:nvPr/>
        </p:nvSpPr>
        <p:spPr>
          <a:xfrm xmlns:a="http://schemas.openxmlformats.org/drawingml/2006/main">
            <a:off x="8839200" y="2076450"/>
            <a:ext cx="2400300" cy="2819400"/>
          </a:xfrm>
          <a:prstGeom xmlns:a="http://schemas.openxmlformats.org/drawingml/2006/main" prst="roundRect">
            <a:avLst>
              <a:gd name="adj" fmla="val 6349"/>
            </a:avLst>
          </a:prstGeom>
          <a:solidFill xmlns:a="http://schemas.openxmlformats.org/drawingml/2006/main">
            <a:srgbClr val="101E31"/>
          </a:solidFill>
          <a:ln xmlns:a="http://schemas.openxmlformats.org/drawingml/2006/main" w="9525">
            <a:solidFill>
              <a:srgbClr val="FF7A7A"/>
            </a:solidFill>
            <a:prstDash val="solid"/>
          </a:ln>
        </p:spPr>
      </p:sp>
      <p:sp>
        <p:nvSpPr>
          <p:cNvPr id="18" name="">
            <a:extLst xmlns:a="http://schemas.openxmlformats.org/drawingml/2006/main">
              <a:ext uri="{FF2B5EF4-FFF2-40B4-BE49-F238E27FC236}">
                <a16:creationId xmlns:a16="http://schemas.microsoft.com/office/drawing/2014/main" id="{27605E0B-4AAC-4D98-B33C-B5B38EAE2D0B}"/>
              </a:ext>
            </a:extLst>
          </p:cNvPr>
          <p:cNvSpPr>
            <a:spLocks xmlns:a="http://schemas.openxmlformats.org/drawingml/2006/main" noGrp="1"/>
          </p:cNvSpPr>
          <p:nvPr/>
        </p:nvSpPr>
        <p:spPr>
          <a:xfrm xmlns:a="http://schemas.openxmlformats.org/drawingml/2006/main">
            <a:off x="9048750" y="2324100"/>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F7A7A"/>
                </a:solidFill>
                <a:latin typeface="Aptos"/>
                <a:ea typeface="Aptos"/>
                <a:cs typeface="Aptos"/>
              </a:defRPr>
            </a:pPr>
            <a:r>
              <a:rPr sz="2025" b="1">
                <a:solidFill>
                  <a:srgbClr val="FF7A7A"/>
                </a:solidFill>
                <a:latin typeface="Aptos"/>
                <a:ea typeface="Aptos"/>
                <a:cs typeface="Aptos"/>
              </a:rPr>
              <a:t>Climber</a:t>
            </a:r>
          </a:p>
        </p:txBody>
      </p:sp>
      <p:sp>
        <p:nvSpPr>
          <p:cNvPr id="19" name="">
            <a:extLst xmlns:a="http://schemas.openxmlformats.org/drawingml/2006/main">
              <a:ext uri="{FF2B5EF4-FFF2-40B4-BE49-F238E27FC236}">
                <a16:creationId xmlns:a16="http://schemas.microsoft.com/office/drawing/2014/main" id="{785C76EB-9132-4548-BCD2-D1203F03A69C}"/>
              </a:ext>
            </a:extLst>
          </p:cNvPr>
          <p:cNvSpPr>
            <a:spLocks xmlns:a="http://schemas.openxmlformats.org/drawingml/2006/main" noGrp="1"/>
          </p:cNvSpPr>
          <p:nvPr/>
        </p:nvSpPr>
        <p:spPr>
          <a:xfrm xmlns:a="http://schemas.openxmlformats.org/drawingml/2006/main">
            <a:off x="9048750" y="3048000"/>
            <a:ext cx="1962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CAN module and 2 valves</a:t>
            </a:r>
          </a:p>
        </p:txBody>
      </p:sp>
      <p:sp>
        <p:nvSpPr>
          <p:cNvPr id="20" name="">
            <a:extLst xmlns:a="http://schemas.openxmlformats.org/drawingml/2006/main">
              <a:ext uri="{FF2B5EF4-FFF2-40B4-BE49-F238E27FC236}">
                <a16:creationId xmlns:a16="http://schemas.microsoft.com/office/drawing/2014/main" id="{CE7E9AAD-F899-47AD-ACBA-54E919019F2B}"/>
              </a:ext>
            </a:extLst>
          </p:cNvPr>
          <p:cNvSpPr>
            <a:spLocks xmlns:a="http://schemas.openxmlformats.org/drawingml/2006/main" noGrp="1"/>
          </p:cNvSpPr>
          <p:nvPr/>
        </p:nvSpPr>
        <p:spPr>
          <a:xfrm xmlns:a="http://schemas.openxmlformats.org/drawingml/2006/main">
            <a:off x="9048750" y="4095750"/>
            <a:ext cx="1962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A9B8CA"/>
                </a:solidFill>
                <a:latin typeface="Aptos"/>
                <a:ea typeface="Aptos"/>
                <a:cs typeface="Aptos"/>
              </a:defRPr>
            </a:pPr>
            <a:r>
              <a:rPr sz="1350" b="0">
                <a:solidFill>
                  <a:srgbClr val="A9B8CA"/>
                </a:solidFill>
                <a:latin typeface="Aptos"/>
                <a:ea typeface="Aptos"/>
                <a:cs typeface="Aptos"/>
              </a:rPr>
              <a:t>toggleArms()</a:t>
            </a:r>
          </a:p>
        </p:txBody>
      </p:sp>
      <p:sp>
        <p:nvSpPr>
          <p:cNvPr id="21" name="">
            <a:extLst xmlns:a="http://schemas.openxmlformats.org/drawingml/2006/main">
              <a:ext uri="{FF2B5EF4-FFF2-40B4-BE49-F238E27FC236}">
                <a16:creationId xmlns:a16="http://schemas.microsoft.com/office/drawing/2014/main" id="{9487A41E-F3AF-4289-88C8-1E1E339D5174}"/>
              </a:ext>
            </a:extLst>
          </p:cNvPr>
          <p:cNvSpPr>
            <a:spLocks xmlns:a="http://schemas.openxmlformats.org/drawingml/2006/main" noGrp="1"/>
          </p:cNvSpPr>
          <p:nvPr/>
        </p:nvSpPr>
        <p:spPr>
          <a:xfrm xmlns:a="http://schemas.openxmlformats.org/drawingml/2006/main">
            <a:off x="1981200" y="5334000"/>
            <a:ext cx="8229600" cy="533400"/>
          </a:xfrm>
          <a:prstGeom xmlns:a="http://schemas.openxmlformats.org/drawingml/2006/main" prst="roundRect">
            <a:avLst>
              <a:gd name="adj" fmla="val 17857"/>
            </a:avLst>
          </a:prstGeom>
          <a:solidFill xmlns:a="http://schemas.openxmlformats.org/drawingml/2006/main">
            <a:srgbClr val="162941"/>
          </a:solidFill>
          <a:ln xmlns:a="http://schemas.openxmlformats.org/drawingml/2006/main" w="9525">
            <a:solidFill>
              <a:srgbClr val="2D425B"/>
            </a:solidFill>
            <a:prstDash val="solid"/>
          </a:ln>
        </p:spPr>
      </p:sp>
      <p:sp>
        <p:nvSpPr>
          <p:cNvPr id="22" name="">
            <a:extLst xmlns:a="http://schemas.openxmlformats.org/drawingml/2006/main">
              <a:ext uri="{FF2B5EF4-FFF2-40B4-BE49-F238E27FC236}">
                <a16:creationId xmlns:a16="http://schemas.microsoft.com/office/drawing/2014/main" id="{3FA2436F-5E24-489F-9173-AFE398BEB529}"/>
              </a:ext>
            </a:extLst>
          </p:cNvPr>
          <p:cNvSpPr>
            <a:spLocks xmlns:a="http://schemas.openxmlformats.org/drawingml/2006/main" noGrp="1"/>
          </p:cNvSpPr>
          <p:nvPr/>
        </p:nvSpPr>
        <p:spPr>
          <a:xfrm xmlns:a="http://schemas.openxmlformats.org/drawingml/2006/main">
            <a:off x="2247900" y="5467350"/>
            <a:ext cx="769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F4F7FB"/>
                </a:solidFill>
                <a:latin typeface="Aptos"/>
                <a:ea typeface="Aptos"/>
                <a:cs typeface="Aptos"/>
              </a:defRPr>
            </a:pPr>
            <a:r>
              <a:rPr sz="1575" b="1">
                <a:solidFill>
                  <a:srgbClr val="F4F7FB"/>
                </a:solidFill>
                <a:latin typeface="Aptos"/>
                <a:ea typeface="Aptos"/>
                <a:cs typeface="Aptos"/>
              </a:rPr>
              <a:t>DriveSubsystem, BeltSubsystem, RollerSubsystem, and ClimberSubsystem each own one mechanism.</a:t>
            </a:r>
          </a:p>
        </p:txBody>
      </p:sp>
      <p:sp>
        <p:nvSpPr>
          <p:cNvPr id="23" name="footer-left">
            <a:extLst xmlns:a="http://schemas.openxmlformats.org/drawingml/2006/main">
              <a:ext uri="{FF2B5EF4-FFF2-40B4-BE49-F238E27FC236}">
                <a16:creationId xmlns:a16="http://schemas.microsoft.com/office/drawing/2014/main" id="{FB17E4CA-9F57-4189-BAA8-8714306BC078}"/>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24" name="footer-number">
            <a:extLst xmlns:a="http://schemas.openxmlformats.org/drawingml/2006/main">
              <a:ext uri="{FF2B5EF4-FFF2-40B4-BE49-F238E27FC236}">
                <a16:creationId xmlns:a16="http://schemas.microsoft.com/office/drawing/2014/main" id="{3E2E5D3D-D9D0-46D4-964E-46A3B713A516}"/>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04</a:t>
            </a:r>
          </a:p>
        </p:txBody>
      </p:sp>
    </p:spTree>
    <p:extLst>
      <p:ext uri="{BB962C8B-B14F-4D97-AF65-F5344CB8AC3E}">
        <p14:creationId xmlns:p14="http://schemas.microsoft.com/office/powerpoint/2010/main" val="343510709"/>
      </p:ext>
    </p:extLst>
  </p:cSld>
</p:sld>
</file>

<file path=ppt/slides/slide5.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4E20D447-86AE-4008-99FF-64CF9A9D8C6F}"/>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3 · HARDWARE OPERATION</a:t>
            </a:r>
          </a:p>
        </p:txBody>
      </p:sp>
      <p:sp>
        <p:nvSpPr>
          <p:cNvPr id="2" name="slide-title">
            <a:extLst xmlns:a="http://schemas.openxmlformats.org/drawingml/2006/main">
              <a:ext uri="{FF2B5EF4-FFF2-40B4-BE49-F238E27FC236}">
                <a16:creationId xmlns:a16="http://schemas.microsoft.com/office/drawing/2014/main" id="{FE5CB98C-3708-48EB-B1DE-07F79B89D56E}"/>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This 2020 robot uses PWM for motors and CAN for pneumatics</a:t>
            </a:r>
          </a:p>
        </p:txBody>
      </p:sp>
      <p:sp>
        <p:nvSpPr>
          <p:cNvPr id="3" name="slide-subtitle">
            <a:extLst xmlns:a="http://schemas.openxmlformats.org/drawingml/2006/main">
              <a:ext uri="{FF2B5EF4-FFF2-40B4-BE49-F238E27FC236}">
                <a16:creationId xmlns:a16="http://schemas.microsoft.com/office/drawing/2014/main" id="{6B052F71-2B50-4B69-9E15-E65119EEB8B6}"/>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These connections describe this robot's installed hardware, not the command-based architecture.</a:t>
            </a:r>
          </a:p>
        </p:txBody>
      </p:sp>
      <p:sp>
        <p:nvSpPr>
          <p:cNvPr id="4" name="title-rule">
            <a:extLst xmlns:a="http://schemas.openxmlformats.org/drawingml/2006/main">
              <a:ext uri="{FF2B5EF4-FFF2-40B4-BE49-F238E27FC236}">
                <a16:creationId xmlns:a16="http://schemas.microsoft.com/office/drawing/2014/main" id="{C73538AE-2D8B-4D57-9D05-2F085FD1DDC6}"/>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hardware-table-cell-0-0">
            <a:extLst xmlns:a="http://schemas.openxmlformats.org/drawingml/2006/main">
              <a:ext uri="{FF2B5EF4-FFF2-40B4-BE49-F238E27FC236}">
                <a16:creationId xmlns:a16="http://schemas.microsoft.com/office/drawing/2014/main" id="{7BAA3EE5-76E4-4ABF-84DB-11361DF6DFED}"/>
              </a:ext>
            </a:extLst>
          </p:cNvPr>
          <p:cNvSpPr>
            <a:spLocks xmlns:a="http://schemas.openxmlformats.org/drawingml/2006/main" noGrp="1"/>
          </p:cNvSpPr>
          <p:nvPr/>
        </p:nvSpPr>
        <p:spPr>
          <a:xfrm xmlns:a="http://schemas.openxmlformats.org/drawingml/2006/main">
            <a:off x="609600" y="1790700"/>
            <a:ext cx="2381250" cy="51435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6" name="hardware-table-text-0-0">
            <a:extLst xmlns:a="http://schemas.openxmlformats.org/drawingml/2006/main">
              <a:ext uri="{FF2B5EF4-FFF2-40B4-BE49-F238E27FC236}">
                <a16:creationId xmlns:a16="http://schemas.microsoft.com/office/drawing/2014/main" id="{06D55707-6D09-4BF5-BA4E-7C0821908EA6}"/>
              </a:ext>
            </a:extLst>
          </p:cNvPr>
          <p:cNvSpPr>
            <a:spLocks xmlns:a="http://schemas.openxmlformats.org/drawingml/2006/main" noGrp="1"/>
          </p:cNvSpPr>
          <p:nvPr/>
        </p:nvSpPr>
        <p:spPr>
          <a:xfrm xmlns:a="http://schemas.openxmlformats.org/drawingml/2006/main">
            <a:off x="723900" y="186690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1">
                <a:solidFill>
                  <a:srgbClr val="42C6FF"/>
                </a:solidFill>
                <a:latin typeface="Aptos"/>
                <a:ea typeface="Aptos"/>
                <a:cs typeface="Aptos"/>
              </a:defRPr>
            </a:pPr>
            <a:r>
              <a:rPr sz="1275" b="1">
                <a:solidFill>
                  <a:srgbClr val="42C6FF"/>
                </a:solidFill>
                <a:latin typeface="Aptos"/>
                <a:ea typeface="Aptos"/>
                <a:cs typeface="Aptos"/>
              </a:rPr>
              <a:t>Mechanism</a:t>
            </a:r>
          </a:p>
        </p:txBody>
      </p:sp>
      <p:sp>
        <p:nvSpPr>
          <p:cNvPr id="7" name="hardware-table-cell-0-1">
            <a:extLst xmlns:a="http://schemas.openxmlformats.org/drawingml/2006/main">
              <a:ext uri="{FF2B5EF4-FFF2-40B4-BE49-F238E27FC236}">
                <a16:creationId xmlns:a16="http://schemas.microsoft.com/office/drawing/2014/main" id="{D5A06C51-9865-4126-9C7C-D8A81AFB00BE}"/>
              </a:ext>
            </a:extLst>
          </p:cNvPr>
          <p:cNvSpPr>
            <a:spLocks xmlns:a="http://schemas.openxmlformats.org/drawingml/2006/main" noGrp="1"/>
          </p:cNvSpPr>
          <p:nvPr/>
        </p:nvSpPr>
        <p:spPr>
          <a:xfrm xmlns:a="http://schemas.openxmlformats.org/drawingml/2006/main">
            <a:off x="2990850" y="1790700"/>
            <a:ext cx="2381250" cy="51435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8" name="hardware-table-text-0-1">
            <a:extLst xmlns:a="http://schemas.openxmlformats.org/drawingml/2006/main">
              <a:ext uri="{FF2B5EF4-FFF2-40B4-BE49-F238E27FC236}">
                <a16:creationId xmlns:a16="http://schemas.microsoft.com/office/drawing/2014/main" id="{F4E261B0-E0E4-4309-9FC1-8F2CF8738386}"/>
              </a:ext>
            </a:extLst>
          </p:cNvPr>
          <p:cNvSpPr>
            <a:spLocks xmlns:a="http://schemas.openxmlformats.org/drawingml/2006/main" noGrp="1"/>
          </p:cNvSpPr>
          <p:nvPr/>
        </p:nvSpPr>
        <p:spPr>
          <a:xfrm xmlns:a="http://schemas.openxmlformats.org/drawingml/2006/main">
            <a:off x="3105150" y="186690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1">
                <a:solidFill>
                  <a:srgbClr val="42C6FF"/>
                </a:solidFill>
                <a:latin typeface="Aptos"/>
                <a:ea typeface="Aptos"/>
                <a:cs typeface="Aptos"/>
              </a:defRPr>
            </a:pPr>
            <a:r>
              <a:rPr sz="1275" b="1">
                <a:solidFill>
                  <a:srgbClr val="42C6FF"/>
                </a:solidFill>
                <a:latin typeface="Aptos"/>
                <a:ea typeface="Aptos"/>
                <a:cs typeface="Aptos"/>
              </a:rPr>
              <a:t>Owned device</a:t>
            </a:r>
          </a:p>
        </p:txBody>
      </p:sp>
      <p:sp>
        <p:nvSpPr>
          <p:cNvPr id="9" name="hardware-table-cell-0-2">
            <a:extLst xmlns:a="http://schemas.openxmlformats.org/drawingml/2006/main">
              <a:ext uri="{FF2B5EF4-FFF2-40B4-BE49-F238E27FC236}">
                <a16:creationId xmlns:a16="http://schemas.microsoft.com/office/drawing/2014/main" id="{2C54FB0E-4F68-49AE-9186-9A9ADF636A30}"/>
              </a:ext>
            </a:extLst>
          </p:cNvPr>
          <p:cNvSpPr>
            <a:spLocks xmlns:a="http://schemas.openxmlformats.org/drawingml/2006/main" noGrp="1"/>
          </p:cNvSpPr>
          <p:nvPr/>
        </p:nvSpPr>
        <p:spPr>
          <a:xfrm xmlns:a="http://schemas.openxmlformats.org/drawingml/2006/main">
            <a:off x="5372100" y="1790700"/>
            <a:ext cx="2476500" cy="51435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10" name="hardware-table-text-0-2">
            <a:extLst xmlns:a="http://schemas.openxmlformats.org/drawingml/2006/main">
              <a:ext uri="{FF2B5EF4-FFF2-40B4-BE49-F238E27FC236}">
                <a16:creationId xmlns:a16="http://schemas.microsoft.com/office/drawing/2014/main" id="{3E94B4B7-3879-49A9-BC98-1A2BB66A0119}"/>
              </a:ext>
            </a:extLst>
          </p:cNvPr>
          <p:cNvSpPr>
            <a:spLocks xmlns:a="http://schemas.openxmlformats.org/drawingml/2006/main" noGrp="1"/>
          </p:cNvSpPr>
          <p:nvPr/>
        </p:nvSpPr>
        <p:spPr>
          <a:xfrm xmlns:a="http://schemas.openxmlformats.org/drawingml/2006/main">
            <a:off x="5486400" y="1866900"/>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1">
                <a:solidFill>
                  <a:srgbClr val="42C6FF"/>
                </a:solidFill>
                <a:latin typeface="Aptos"/>
                <a:ea typeface="Aptos"/>
                <a:cs typeface="Aptos"/>
              </a:defRPr>
            </a:pPr>
            <a:r>
              <a:rPr sz="1275" b="1">
                <a:solidFill>
                  <a:srgbClr val="42C6FF"/>
                </a:solidFill>
                <a:latin typeface="Aptos"/>
                <a:ea typeface="Aptos"/>
                <a:cs typeface="Aptos"/>
              </a:rPr>
              <a:t>2020 connection</a:t>
            </a:r>
          </a:p>
        </p:txBody>
      </p:sp>
      <p:sp>
        <p:nvSpPr>
          <p:cNvPr id="13" name="hardware-table-cell-1-0">
            <a:extLst xmlns:a="http://schemas.openxmlformats.org/drawingml/2006/main">
              <a:ext uri="{FF2B5EF4-FFF2-40B4-BE49-F238E27FC236}">
                <a16:creationId xmlns:a16="http://schemas.microsoft.com/office/drawing/2014/main" id="{99D8FA02-60DE-4BFE-97DD-E6B6150AA33B}"/>
              </a:ext>
            </a:extLst>
          </p:cNvPr>
          <p:cNvSpPr>
            <a:spLocks xmlns:a="http://schemas.openxmlformats.org/drawingml/2006/main" noGrp="1"/>
          </p:cNvSpPr>
          <p:nvPr/>
        </p:nvSpPr>
        <p:spPr>
          <a:xfrm xmlns:a="http://schemas.openxmlformats.org/drawingml/2006/main">
            <a:off x="609600" y="2305050"/>
            <a:ext cx="2381250" cy="7239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4" name="hardware-table-text-1-0">
            <a:extLst xmlns:a="http://schemas.openxmlformats.org/drawingml/2006/main">
              <a:ext uri="{FF2B5EF4-FFF2-40B4-BE49-F238E27FC236}">
                <a16:creationId xmlns:a16="http://schemas.microsoft.com/office/drawing/2014/main" id="{0545CC51-D78A-4B5C-9F00-4B1D03C2EF8A}"/>
              </a:ext>
            </a:extLst>
          </p:cNvPr>
          <p:cNvSpPr>
            <a:spLocks xmlns:a="http://schemas.openxmlformats.org/drawingml/2006/main" noGrp="1"/>
          </p:cNvSpPr>
          <p:nvPr/>
        </p:nvSpPr>
        <p:spPr>
          <a:xfrm xmlns:a="http://schemas.openxmlformats.org/drawingml/2006/main">
            <a:off x="723900" y="23812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Left drivetrain</a:t>
            </a:r>
          </a:p>
        </p:txBody>
      </p:sp>
      <p:sp>
        <p:nvSpPr>
          <p:cNvPr id="15" name="hardware-table-cell-1-1">
            <a:extLst xmlns:a="http://schemas.openxmlformats.org/drawingml/2006/main">
              <a:ext uri="{FF2B5EF4-FFF2-40B4-BE49-F238E27FC236}">
                <a16:creationId xmlns:a16="http://schemas.microsoft.com/office/drawing/2014/main" id="{C424B944-56B6-4F99-A187-702E4057632E}"/>
              </a:ext>
            </a:extLst>
          </p:cNvPr>
          <p:cNvSpPr>
            <a:spLocks xmlns:a="http://schemas.openxmlformats.org/drawingml/2006/main" noGrp="1"/>
          </p:cNvSpPr>
          <p:nvPr/>
        </p:nvSpPr>
        <p:spPr>
          <a:xfrm xmlns:a="http://schemas.openxmlformats.org/drawingml/2006/main">
            <a:off x="2990850" y="2305050"/>
            <a:ext cx="2381250" cy="7239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6" name="hardware-table-text-1-1">
            <a:extLst xmlns:a="http://schemas.openxmlformats.org/drawingml/2006/main">
              <a:ext uri="{FF2B5EF4-FFF2-40B4-BE49-F238E27FC236}">
                <a16:creationId xmlns:a16="http://schemas.microsoft.com/office/drawing/2014/main" id="{D1B796CB-4039-4862-A14A-4F1A53E40CFA}"/>
              </a:ext>
            </a:extLst>
          </p:cNvPr>
          <p:cNvSpPr>
            <a:spLocks xmlns:a="http://schemas.openxmlformats.org/drawingml/2006/main" noGrp="1"/>
          </p:cNvSpPr>
          <p:nvPr/>
        </p:nvSpPr>
        <p:spPr>
          <a:xfrm xmlns:a="http://schemas.openxmlformats.org/drawingml/2006/main">
            <a:off x="3105150" y="23812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2 motor controllers</a:t>
            </a:r>
          </a:p>
        </p:txBody>
      </p:sp>
      <p:sp>
        <p:nvSpPr>
          <p:cNvPr id="17" name="hardware-table-cell-1-2">
            <a:extLst xmlns:a="http://schemas.openxmlformats.org/drawingml/2006/main">
              <a:ext uri="{FF2B5EF4-FFF2-40B4-BE49-F238E27FC236}">
                <a16:creationId xmlns:a16="http://schemas.microsoft.com/office/drawing/2014/main" id="{E8ADBBB4-8720-4CDB-A566-F5D96559C000}"/>
              </a:ext>
            </a:extLst>
          </p:cNvPr>
          <p:cNvSpPr>
            <a:spLocks xmlns:a="http://schemas.openxmlformats.org/drawingml/2006/main" noGrp="1"/>
          </p:cNvSpPr>
          <p:nvPr/>
        </p:nvSpPr>
        <p:spPr>
          <a:xfrm xmlns:a="http://schemas.openxmlformats.org/drawingml/2006/main">
            <a:off x="5372100" y="2305050"/>
            <a:ext cx="2476500" cy="7239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8" name="hardware-table-text-1-2">
            <a:extLst xmlns:a="http://schemas.openxmlformats.org/drawingml/2006/main">
              <a:ext uri="{FF2B5EF4-FFF2-40B4-BE49-F238E27FC236}">
                <a16:creationId xmlns:a16="http://schemas.microsoft.com/office/drawing/2014/main" id="{1A16BF7A-1949-44DA-ACD3-9DBC35B27BDC}"/>
              </a:ext>
            </a:extLst>
          </p:cNvPr>
          <p:cNvSpPr>
            <a:spLocks xmlns:a="http://schemas.openxmlformats.org/drawingml/2006/main" noGrp="1"/>
          </p:cNvSpPr>
          <p:nvPr/>
        </p:nvSpPr>
        <p:spPr>
          <a:xfrm xmlns:a="http://schemas.openxmlformats.org/drawingml/2006/main">
            <a:off x="5486400" y="2381250"/>
            <a:ext cx="224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PWM</a:t>
            </a:r>
          </a:p>
        </p:txBody>
      </p:sp>
      <p:sp>
        <p:nvSpPr>
          <p:cNvPr id="21" name="hardware-table-cell-2-0">
            <a:extLst xmlns:a="http://schemas.openxmlformats.org/drawingml/2006/main">
              <a:ext uri="{FF2B5EF4-FFF2-40B4-BE49-F238E27FC236}">
                <a16:creationId xmlns:a16="http://schemas.microsoft.com/office/drawing/2014/main" id="{74BE3E48-3070-409E-8A40-5437408D7D0E}"/>
              </a:ext>
            </a:extLst>
          </p:cNvPr>
          <p:cNvSpPr>
            <a:spLocks xmlns:a="http://schemas.openxmlformats.org/drawingml/2006/main" noGrp="1"/>
          </p:cNvSpPr>
          <p:nvPr/>
        </p:nvSpPr>
        <p:spPr>
          <a:xfrm xmlns:a="http://schemas.openxmlformats.org/drawingml/2006/main">
            <a:off x="609600" y="3028950"/>
            <a:ext cx="2381250" cy="7239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2" name="hardware-table-text-2-0">
            <a:extLst xmlns:a="http://schemas.openxmlformats.org/drawingml/2006/main">
              <a:ext uri="{FF2B5EF4-FFF2-40B4-BE49-F238E27FC236}">
                <a16:creationId xmlns:a16="http://schemas.microsoft.com/office/drawing/2014/main" id="{428E62EE-153F-4780-B861-57F6AD43FDA8}"/>
              </a:ext>
            </a:extLst>
          </p:cNvPr>
          <p:cNvSpPr>
            <a:spLocks xmlns:a="http://schemas.openxmlformats.org/drawingml/2006/main" noGrp="1"/>
          </p:cNvSpPr>
          <p:nvPr/>
        </p:nvSpPr>
        <p:spPr>
          <a:xfrm xmlns:a="http://schemas.openxmlformats.org/drawingml/2006/main">
            <a:off x="723900" y="31051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Right drivetrain</a:t>
            </a:r>
          </a:p>
        </p:txBody>
      </p:sp>
      <p:sp>
        <p:nvSpPr>
          <p:cNvPr id="23" name="hardware-table-cell-2-1">
            <a:extLst xmlns:a="http://schemas.openxmlformats.org/drawingml/2006/main">
              <a:ext uri="{FF2B5EF4-FFF2-40B4-BE49-F238E27FC236}">
                <a16:creationId xmlns:a16="http://schemas.microsoft.com/office/drawing/2014/main" id="{D2872D21-CC3F-4725-BA6A-0FDAE9F31174}"/>
              </a:ext>
            </a:extLst>
          </p:cNvPr>
          <p:cNvSpPr>
            <a:spLocks xmlns:a="http://schemas.openxmlformats.org/drawingml/2006/main" noGrp="1"/>
          </p:cNvSpPr>
          <p:nvPr/>
        </p:nvSpPr>
        <p:spPr>
          <a:xfrm xmlns:a="http://schemas.openxmlformats.org/drawingml/2006/main">
            <a:off x="2990850" y="3028950"/>
            <a:ext cx="2381250" cy="7239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4" name="hardware-table-text-2-1">
            <a:extLst xmlns:a="http://schemas.openxmlformats.org/drawingml/2006/main">
              <a:ext uri="{FF2B5EF4-FFF2-40B4-BE49-F238E27FC236}">
                <a16:creationId xmlns:a16="http://schemas.microsoft.com/office/drawing/2014/main" id="{1BD5C605-0A45-41A4-87E2-6EB359669A40}"/>
              </a:ext>
            </a:extLst>
          </p:cNvPr>
          <p:cNvSpPr>
            <a:spLocks xmlns:a="http://schemas.openxmlformats.org/drawingml/2006/main" noGrp="1"/>
          </p:cNvSpPr>
          <p:nvPr/>
        </p:nvSpPr>
        <p:spPr>
          <a:xfrm xmlns:a="http://schemas.openxmlformats.org/drawingml/2006/main">
            <a:off x="3105150" y="31051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2 motor controllers</a:t>
            </a:r>
          </a:p>
        </p:txBody>
      </p:sp>
      <p:sp>
        <p:nvSpPr>
          <p:cNvPr id="25" name="hardware-table-cell-2-2">
            <a:extLst xmlns:a="http://schemas.openxmlformats.org/drawingml/2006/main">
              <a:ext uri="{FF2B5EF4-FFF2-40B4-BE49-F238E27FC236}">
                <a16:creationId xmlns:a16="http://schemas.microsoft.com/office/drawing/2014/main" id="{05C53C54-BB41-4810-85FB-C1296C7CDF99}"/>
              </a:ext>
            </a:extLst>
          </p:cNvPr>
          <p:cNvSpPr>
            <a:spLocks xmlns:a="http://schemas.openxmlformats.org/drawingml/2006/main" noGrp="1"/>
          </p:cNvSpPr>
          <p:nvPr/>
        </p:nvSpPr>
        <p:spPr>
          <a:xfrm xmlns:a="http://schemas.openxmlformats.org/drawingml/2006/main">
            <a:off x="5372100" y="3028950"/>
            <a:ext cx="2476500" cy="7239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6" name="hardware-table-text-2-2">
            <a:extLst xmlns:a="http://schemas.openxmlformats.org/drawingml/2006/main">
              <a:ext uri="{FF2B5EF4-FFF2-40B4-BE49-F238E27FC236}">
                <a16:creationId xmlns:a16="http://schemas.microsoft.com/office/drawing/2014/main" id="{B4AB9608-8FF4-42C4-B717-05811B063873}"/>
              </a:ext>
            </a:extLst>
          </p:cNvPr>
          <p:cNvSpPr>
            <a:spLocks xmlns:a="http://schemas.openxmlformats.org/drawingml/2006/main" noGrp="1"/>
          </p:cNvSpPr>
          <p:nvPr/>
        </p:nvSpPr>
        <p:spPr>
          <a:xfrm xmlns:a="http://schemas.openxmlformats.org/drawingml/2006/main">
            <a:off x="5486400" y="3105150"/>
            <a:ext cx="224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PWM</a:t>
            </a:r>
          </a:p>
        </p:txBody>
      </p:sp>
      <p:sp>
        <p:nvSpPr>
          <p:cNvPr id="29" name="hardware-table-cell-3-0">
            <a:extLst xmlns:a="http://schemas.openxmlformats.org/drawingml/2006/main">
              <a:ext uri="{FF2B5EF4-FFF2-40B4-BE49-F238E27FC236}">
                <a16:creationId xmlns:a16="http://schemas.microsoft.com/office/drawing/2014/main" id="{EB938E54-A612-4ED0-8FC0-A7949DC46AD6}"/>
              </a:ext>
            </a:extLst>
          </p:cNvPr>
          <p:cNvSpPr>
            <a:spLocks xmlns:a="http://schemas.openxmlformats.org/drawingml/2006/main" noGrp="1"/>
          </p:cNvSpPr>
          <p:nvPr/>
        </p:nvSpPr>
        <p:spPr>
          <a:xfrm xmlns:a="http://schemas.openxmlformats.org/drawingml/2006/main">
            <a:off x="609600" y="3752850"/>
            <a:ext cx="2381250" cy="7239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30" name="hardware-table-text-3-0">
            <a:extLst xmlns:a="http://schemas.openxmlformats.org/drawingml/2006/main">
              <a:ext uri="{FF2B5EF4-FFF2-40B4-BE49-F238E27FC236}">
                <a16:creationId xmlns:a16="http://schemas.microsoft.com/office/drawing/2014/main" id="{DE2B1139-8024-40F7-A0F1-F51231347D1D}"/>
              </a:ext>
            </a:extLst>
          </p:cNvPr>
          <p:cNvSpPr>
            <a:spLocks xmlns:a="http://schemas.openxmlformats.org/drawingml/2006/main" noGrp="1"/>
          </p:cNvSpPr>
          <p:nvPr/>
        </p:nvSpPr>
        <p:spPr>
          <a:xfrm xmlns:a="http://schemas.openxmlformats.org/drawingml/2006/main">
            <a:off x="723900" y="38290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Ball belt</a:t>
            </a:r>
          </a:p>
        </p:txBody>
      </p:sp>
      <p:sp>
        <p:nvSpPr>
          <p:cNvPr id="31" name="hardware-table-cell-3-1">
            <a:extLst xmlns:a="http://schemas.openxmlformats.org/drawingml/2006/main">
              <a:ext uri="{FF2B5EF4-FFF2-40B4-BE49-F238E27FC236}">
                <a16:creationId xmlns:a16="http://schemas.microsoft.com/office/drawing/2014/main" id="{5495E842-27D4-46C9-A3AF-28A36EB700E2}"/>
              </a:ext>
            </a:extLst>
          </p:cNvPr>
          <p:cNvSpPr>
            <a:spLocks xmlns:a="http://schemas.openxmlformats.org/drawingml/2006/main" noGrp="1"/>
          </p:cNvSpPr>
          <p:nvPr/>
        </p:nvSpPr>
        <p:spPr>
          <a:xfrm xmlns:a="http://schemas.openxmlformats.org/drawingml/2006/main">
            <a:off x="2990850" y="3752850"/>
            <a:ext cx="2381250" cy="7239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32" name="hardware-table-text-3-1">
            <a:extLst xmlns:a="http://schemas.openxmlformats.org/drawingml/2006/main">
              <a:ext uri="{FF2B5EF4-FFF2-40B4-BE49-F238E27FC236}">
                <a16:creationId xmlns:a16="http://schemas.microsoft.com/office/drawing/2014/main" id="{2F18A062-608A-41C9-9C9F-B428E60B65B7}"/>
              </a:ext>
            </a:extLst>
          </p:cNvPr>
          <p:cNvSpPr>
            <a:spLocks xmlns:a="http://schemas.openxmlformats.org/drawingml/2006/main" noGrp="1"/>
          </p:cNvSpPr>
          <p:nvPr/>
        </p:nvSpPr>
        <p:spPr>
          <a:xfrm xmlns:a="http://schemas.openxmlformats.org/drawingml/2006/main">
            <a:off x="3105150" y="38290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1 motor controller</a:t>
            </a:r>
          </a:p>
        </p:txBody>
      </p:sp>
      <p:sp>
        <p:nvSpPr>
          <p:cNvPr id="33" name="hardware-table-cell-3-2">
            <a:extLst xmlns:a="http://schemas.openxmlformats.org/drawingml/2006/main">
              <a:ext uri="{FF2B5EF4-FFF2-40B4-BE49-F238E27FC236}">
                <a16:creationId xmlns:a16="http://schemas.microsoft.com/office/drawing/2014/main" id="{ED4B427D-7087-4898-BB97-1E59AFC2C8DA}"/>
              </a:ext>
            </a:extLst>
          </p:cNvPr>
          <p:cNvSpPr>
            <a:spLocks xmlns:a="http://schemas.openxmlformats.org/drawingml/2006/main" noGrp="1"/>
          </p:cNvSpPr>
          <p:nvPr/>
        </p:nvSpPr>
        <p:spPr>
          <a:xfrm xmlns:a="http://schemas.openxmlformats.org/drawingml/2006/main">
            <a:off x="5372100" y="3752850"/>
            <a:ext cx="2476500" cy="7239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34" name="hardware-table-text-3-2">
            <a:extLst xmlns:a="http://schemas.openxmlformats.org/drawingml/2006/main">
              <a:ext uri="{FF2B5EF4-FFF2-40B4-BE49-F238E27FC236}">
                <a16:creationId xmlns:a16="http://schemas.microsoft.com/office/drawing/2014/main" id="{A654D651-884A-4B98-A4E4-7282444C86CC}"/>
              </a:ext>
            </a:extLst>
          </p:cNvPr>
          <p:cNvSpPr>
            <a:spLocks xmlns:a="http://schemas.openxmlformats.org/drawingml/2006/main" noGrp="1"/>
          </p:cNvSpPr>
          <p:nvPr/>
        </p:nvSpPr>
        <p:spPr>
          <a:xfrm xmlns:a="http://schemas.openxmlformats.org/drawingml/2006/main">
            <a:off x="5486400" y="3829050"/>
            <a:ext cx="224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PWM</a:t>
            </a:r>
          </a:p>
        </p:txBody>
      </p:sp>
      <p:sp>
        <p:nvSpPr>
          <p:cNvPr id="37" name="hardware-table-cell-4-0">
            <a:extLst xmlns:a="http://schemas.openxmlformats.org/drawingml/2006/main">
              <a:ext uri="{FF2B5EF4-FFF2-40B4-BE49-F238E27FC236}">
                <a16:creationId xmlns:a16="http://schemas.microsoft.com/office/drawing/2014/main" id="{09E9F3E1-592F-43AD-BF31-DADFFCE12579}"/>
              </a:ext>
            </a:extLst>
          </p:cNvPr>
          <p:cNvSpPr>
            <a:spLocks xmlns:a="http://schemas.openxmlformats.org/drawingml/2006/main" noGrp="1"/>
          </p:cNvSpPr>
          <p:nvPr/>
        </p:nvSpPr>
        <p:spPr>
          <a:xfrm xmlns:a="http://schemas.openxmlformats.org/drawingml/2006/main">
            <a:off x="609600" y="4476750"/>
            <a:ext cx="2381250" cy="7239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38" name="hardware-table-text-4-0">
            <a:extLst xmlns:a="http://schemas.openxmlformats.org/drawingml/2006/main">
              <a:ext uri="{FF2B5EF4-FFF2-40B4-BE49-F238E27FC236}">
                <a16:creationId xmlns:a16="http://schemas.microsoft.com/office/drawing/2014/main" id="{CEB804B6-EF5F-4C25-8838-FFCD235576FF}"/>
              </a:ext>
            </a:extLst>
          </p:cNvPr>
          <p:cNvSpPr>
            <a:spLocks xmlns:a="http://schemas.openxmlformats.org/drawingml/2006/main" noGrp="1"/>
          </p:cNvSpPr>
          <p:nvPr/>
        </p:nvSpPr>
        <p:spPr>
          <a:xfrm xmlns:a="http://schemas.openxmlformats.org/drawingml/2006/main">
            <a:off x="723900" y="45529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Scoring roller</a:t>
            </a:r>
          </a:p>
        </p:txBody>
      </p:sp>
      <p:sp>
        <p:nvSpPr>
          <p:cNvPr id="39" name="hardware-table-cell-4-1">
            <a:extLst xmlns:a="http://schemas.openxmlformats.org/drawingml/2006/main">
              <a:ext uri="{FF2B5EF4-FFF2-40B4-BE49-F238E27FC236}">
                <a16:creationId xmlns:a16="http://schemas.microsoft.com/office/drawing/2014/main" id="{EDFB9A88-A1C7-4727-952C-D072E63FCE90}"/>
              </a:ext>
            </a:extLst>
          </p:cNvPr>
          <p:cNvSpPr>
            <a:spLocks xmlns:a="http://schemas.openxmlformats.org/drawingml/2006/main" noGrp="1"/>
          </p:cNvSpPr>
          <p:nvPr/>
        </p:nvSpPr>
        <p:spPr>
          <a:xfrm xmlns:a="http://schemas.openxmlformats.org/drawingml/2006/main">
            <a:off x="2990850" y="4476750"/>
            <a:ext cx="2381250" cy="7239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40" name="hardware-table-text-4-1">
            <a:extLst xmlns:a="http://schemas.openxmlformats.org/drawingml/2006/main">
              <a:ext uri="{FF2B5EF4-FFF2-40B4-BE49-F238E27FC236}">
                <a16:creationId xmlns:a16="http://schemas.microsoft.com/office/drawing/2014/main" id="{2303308D-9807-42CE-B7B4-41095844029C}"/>
              </a:ext>
            </a:extLst>
          </p:cNvPr>
          <p:cNvSpPr>
            <a:spLocks xmlns:a="http://schemas.openxmlformats.org/drawingml/2006/main" noGrp="1"/>
          </p:cNvSpPr>
          <p:nvPr/>
        </p:nvSpPr>
        <p:spPr>
          <a:xfrm xmlns:a="http://schemas.openxmlformats.org/drawingml/2006/main">
            <a:off x="3105150" y="4552950"/>
            <a:ext cx="2152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1 motor controller</a:t>
            </a:r>
          </a:p>
        </p:txBody>
      </p:sp>
      <p:sp>
        <p:nvSpPr>
          <p:cNvPr id="41" name="hardware-table-cell-4-2">
            <a:extLst xmlns:a="http://schemas.openxmlformats.org/drawingml/2006/main">
              <a:ext uri="{FF2B5EF4-FFF2-40B4-BE49-F238E27FC236}">
                <a16:creationId xmlns:a16="http://schemas.microsoft.com/office/drawing/2014/main" id="{A2B7564F-58BC-4266-8EBF-68C75D4996A7}"/>
              </a:ext>
            </a:extLst>
          </p:cNvPr>
          <p:cNvSpPr>
            <a:spLocks xmlns:a="http://schemas.openxmlformats.org/drawingml/2006/main" noGrp="1"/>
          </p:cNvSpPr>
          <p:nvPr/>
        </p:nvSpPr>
        <p:spPr>
          <a:xfrm xmlns:a="http://schemas.openxmlformats.org/drawingml/2006/main">
            <a:off x="5372100" y="4476750"/>
            <a:ext cx="2476500" cy="7239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42" name="hardware-table-text-4-2">
            <a:extLst xmlns:a="http://schemas.openxmlformats.org/drawingml/2006/main">
              <a:ext uri="{FF2B5EF4-FFF2-40B4-BE49-F238E27FC236}">
                <a16:creationId xmlns:a16="http://schemas.microsoft.com/office/drawing/2014/main" id="{2C935CBD-8249-40E4-B177-1CBF52DC7D83}"/>
              </a:ext>
            </a:extLst>
          </p:cNvPr>
          <p:cNvSpPr>
            <a:spLocks xmlns:a="http://schemas.openxmlformats.org/drawingml/2006/main" noGrp="1"/>
          </p:cNvSpPr>
          <p:nvPr/>
        </p:nvSpPr>
        <p:spPr>
          <a:xfrm xmlns:a="http://schemas.openxmlformats.org/drawingml/2006/main">
            <a:off x="5486400" y="4552950"/>
            <a:ext cx="224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PWM</a:t>
            </a:r>
          </a:p>
        </p:txBody>
      </p:sp>
      <p:sp>
        <p:nvSpPr>
          <p:cNvPr id="45" name="hardware-table-cell-5-0">
            <a:extLst xmlns:a="http://schemas.openxmlformats.org/drawingml/2006/main">
              <a:ext uri="{FF2B5EF4-FFF2-40B4-BE49-F238E27FC236}">
                <a16:creationId xmlns:a16="http://schemas.microsoft.com/office/drawing/2014/main" id="{19E6A5FA-6300-4DA3-9016-EF8C49F0CEA5}"/>
              </a:ext>
            </a:extLst>
          </p:cNvPr>
          <p:cNvSpPr>
            <a:spLocks xmlns:a="http://schemas.openxmlformats.org/drawingml/2006/main" noGrp="1"/>
          </p:cNvSpPr>
          <p:nvPr/>
        </p:nvSpPr>
        <p:spPr>
          <a:xfrm xmlns:a="http://schemas.openxmlformats.org/drawingml/2006/main">
            <a:off x="609600" y="5200650"/>
            <a:ext cx="2381250" cy="8191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46" name="hardware-table-text-5-0">
            <a:extLst xmlns:a="http://schemas.openxmlformats.org/drawingml/2006/main">
              <a:ext uri="{FF2B5EF4-FFF2-40B4-BE49-F238E27FC236}">
                <a16:creationId xmlns:a16="http://schemas.microsoft.com/office/drawing/2014/main" id="{80477EB4-8832-4FD6-B7B4-42C75405CFAC}"/>
              </a:ext>
            </a:extLst>
          </p:cNvPr>
          <p:cNvSpPr>
            <a:spLocks xmlns:a="http://schemas.openxmlformats.org/drawingml/2006/main" noGrp="1"/>
          </p:cNvSpPr>
          <p:nvPr/>
        </p:nvSpPr>
        <p:spPr>
          <a:xfrm xmlns:a="http://schemas.openxmlformats.org/drawingml/2006/main">
            <a:off x="723900" y="52768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Climber</a:t>
            </a:r>
          </a:p>
        </p:txBody>
      </p:sp>
      <p:sp>
        <p:nvSpPr>
          <p:cNvPr id="47" name="hardware-table-cell-5-1">
            <a:extLst xmlns:a="http://schemas.openxmlformats.org/drawingml/2006/main">
              <a:ext uri="{FF2B5EF4-FFF2-40B4-BE49-F238E27FC236}">
                <a16:creationId xmlns:a16="http://schemas.microsoft.com/office/drawing/2014/main" id="{84D09468-D468-4832-9E20-8DA3B7921BBE}"/>
              </a:ext>
            </a:extLst>
          </p:cNvPr>
          <p:cNvSpPr>
            <a:spLocks xmlns:a="http://schemas.openxmlformats.org/drawingml/2006/main" noGrp="1"/>
          </p:cNvSpPr>
          <p:nvPr/>
        </p:nvSpPr>
        <p:spPr>
          <a:xfrm xmlns:a="http://schemas.openxmlformats.org/drawingml/2006/main">
            <a:off x="2990850" y="5200650"/>
            <a:ext cx="2381250" cy="8191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48" name="hardware-table-text-5-1">
            <a:extLst xmlns:a="http://schemas.openxmlformats.org/drawingml/2006/main">
              <a:ext uri="{FF2B5EF4-FFF2-40B4-BE49-F238E27FC236}">
                <a16:creationId xmlns:a16="http://schemas.microsoft.com/office/drawing/2014/main" id="{CBE5D07E-F41B-4453-BE23-7C782C0AE746}"/>
              </a:ext>
            </a:extLst>
          </p:cNvPr>
          <p:cNvSpPr>
            <a:spLocks xmlns:a="http://schemas.openxmlformats.org/drawingml/2006/main" noGrp="1"/>
          </p:cNvSpPr>
          <p:nvPr/>
        </p:nvSpPr>
        <p:spPr>
          <a:xfrm xmlns:a="http://schemas.openxmlformats.org/drawingml/2006/main">
            <a:off x="3105150" y="52768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CAN module and 2 valves</a:t>
            </a:r>
          </a:p>
        </p:txBody>
      </p:sp>
      <p:sp>
        <p:nvSpPr>
          <p:cNvPr id="49" name="hardware-table-cell-5-2">
            <a:extLst xmlns:a="http://schemas.openxmlformats.org/drawingml/2006/main">
              <a:ext uri="{FF2B5EF4-FFF2-40B4-BE49-F238E27FC236}">
                <a16:creationId xmlns:a16="http://schemas.microsoft.com/office/drawing/2014/main" id="{3EAB05C8-E4AA-4E21-922B-8A3FD3EE9FC0}"/>
              </a:ext>
            </a:extLst>
          </p:cNvPr>
          <p:cNvSpPr>
            <a:spLocks xmlns:a="http://schemas.openxmlformats.org/drawingml/2006/main" noGrp="1"/>
          </p:cNvSpPr>
          <p:nvPr/>
        </p:nvSpPr>
        <p:spPr>
          <a:xfrm xmlns:a="http://schemas.openxmlformats.org/drawingml/2006/main">
            <a:off x="5372100" y="5200650"/>
            <a:ext cx="2476500" cy="8191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50" name="hardware-table-text-5-2">
            <a:extLst xmlns:a="http://schemas.openxmlformats.org/drawingml/2006/main">
              <a:ext uri="{FF2B5EF4-FFF2-40B4-BE49-F238E27FC236}">
                <a16:creationId xmlns:a16="http://schemas.microsoft.com/office/drawing/2014/main" id="{4ED71D25-0619-4138-828C-D357447AF1A9}"/>
              </a:ext>
            </a:extLst>
          </p:cNvPr>
          <p:cNvSpPr>
            <a:spLocks xmlns:a="http://schemas.openxmlformats.org/drawingml/2006/main" noGrp="1"/>
          </p:cNvSpPr>
          <p:nvPr/>
        </p:nvSpPr>
        <p:spPr>
          <a:xfrm xmlns:a="http://schemas.openxmlformats.org/drawingml/2006/main">
            <a:off x="5486400" y="5276850"/>
            <a:ext cx="2247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00" b="0">
                <a:solidFill>
                  <a:srgbClr val="F4F7FB"/>
                </a:solidFill>
                <a:latin typeface="Aptos"/>
                <a:ea typeface="Aptos"/>
                <a:cs typeface="Aptos"/>
              </a:defRPr>
            </a:pPr>
            <a:r>
              <a:rPr sz="1200" b="0">
                <a:solidFill>
                  <a:srgbClr val="F4F7FB"/>
                </a:solidFill>
                <a:latin typeface="Aptos"/>
                <a:ea typeface="Aptos"/>
                <a:cs typeface="Aptos"/>
              </a:rPr>
              <a:t>CAN to module</a:t>
            </a:r>
          </a:p>
        </p:txBody>
      </p:sp>
      <p:sp>
        <p:nvSpPr>
          <p:cNvPr id="53" name="footer-left">
            <a:extLst xmlns:a="http://schemas.openxmlformats.org/drawingml/2006/main">
              <a:ext uri="{FF2B5EF4-FFF2-40B4-BE49-F238E27FC236}">
                <a16:creationId xmlns:a16="http://schemas.microsoft.com/office/drawing/2014/main" id="{004FD0F5-181B-452F-BAF0-4BEF9CEDEF47}"/>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54" name="footer-number">
            <a:extLst xmlns:a="http://schemas.openxmlformats.org/drawingml/2006/main">
              <a:ext uri="{FF2B5EF4-FFF2-40B4-BE49-F238E27FC236}">
                <a16:creationId xmlns:a16="http://schemas.microsoft.com/office/drawing/2014/main" id="{15761F37-6636-4C42-AC49-A7B869527DD1}"/>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05</a:t>
            </a:r>
          </a:p>
        </p:txBody>
      </p:sp>
      <p:pic>
        <p:nvPicPr>
          <p:cNvPr id="103" name=""/>
          <p:cNvPicPr>
            <a:picLocks xmlns:a="http://schemas.openxmlformats.org/drawingml/2006/main" noChangeAspect="1"/>
          </p:cNvPicPr>
          <p:nvPr/>
        </p:nvPicPr>
        <p:blipFill>
          <a:blip xmlns:r="http://schemas.openxmlformats.org/officeDocument/2006/relationships" xmlns:a="http://schemas.openxmlformats.org/drawingml/2006/main" r:embed="Recada53e077f4c9a"/>
          <a:stretch xmlns:a="http://schemas.openxmlformats.org/drawingml/2006/main"/>
        </p:blipFill>
        <p:spPr>
          <a:xfrm xmlns:a="http://schemas.openxmlformats.org/drawingml/2006/main">
            <a:off x="8096250" y="1986803"/>
            <a:ext cx="3143250" cy="2884394"/>
          </a:xfrm>
          <a:prstGeom xmlns:a="http://schemas.openxmlformats.org/drawingml/2006/main" prst="rect">
            <a:avLst/>
          </a:prstGeom>
        </p:spPr>
      </p:pic>
      <p:sp>
        <p:nvSpPr>
          <p:cNvPr id="57" name="pwm-header-highlight">
            <a:extLst xmlns:a="http://schemas.openxmlformats.org/drawingml/2006/main">
              <a:ext uri="{FF2B5EF4-FFF2-40B4-BE49-F238E27FC236}">
                <a16:creationId xmlns:a16="http://schemas.microsoft.com/office/drawing/2014/main" id="{B6E82571-C1FD-4B43-A119-174CB89E6350}"/>
              </a:ext>
            </a:extLst>
          </p:cNvPr>
          <p:cNvSpPr>
            <a:spLocks xmlns:a="http://schemas.openxmlformats.org/drawingml/2006/main" noGrp="1"/>
          </p:cNvSpPr>
          <p:nvPr/>
        </p:nvSpPr>
        <p:spPr>
          <a:xfrm xmlns:a="http://schemas.openxmlformats.org/drawingml/2006/main">
            <a:off x="10572750" y="2638425"/>
            <a:ext cx="314325" cy="1695450"/>
          </a:xfrm>
          <a:prstGeom xmlns:a="http://schemas.openxmlformats.org/drawingml/2006/main" prst="rect">
            <a:avLst/>
          </a:prstGeom>
          <a:solidFill xmlns:a="http://schemas.openxmlformats.org/drawingml/2006/main">
            <a:srgbClr val="000000">
              <a:alpha val="0"/>
            </a:srgbClr>
          </a:solidFill>
          <a:ln xmlns:a="http://schemas.openxmlformats.org/drawingml/2006/main" w="28575">
            <a:solidFill>
              <a:srgbClr val="FFBE3D"/>
            </a:solidFill>
            <a:prstDash val="solid"/>
          </a:ln>
        </p:spPr>
      </p:sp>
      <p:sp>
        <p:nvSpPr>
          <p:cNvPr id="58" name="pwm-header-label">
            <a:extLst xmlns:a="http://schemas.openxmlformats.org/drawingml/2006/main">
              <a:ext uri="{FF2B5EF4-FFF2-40B4-BE49-F238E27FC236}">
                <a16:creationId xmlns:a16="http://schemas.microsoft.com/office/drawing/2014/main" id="{A0FA9A56-C417-4E54-B23D-398ADF0E2AB4}"/>
              </a:ext>
            </a:extLst>
          </p:cNvPr>
          <p:cNvSpPr>
            <a:spLocks xmlns:a="http://schemas.openxmlformats.org/drawingml/2006/main" noGrp="1"/>
          </p:cNvSpPr>
          <p:nvPr/>
        </p:nvSpPr>
        <p:spPr>
          <a:xfrm xmlns:a="http://schemas.openxmlformats.org/drawingml/2006/main">
            <a:off x="9382125" y="4591050"/>
            <a:ext cx="1857375" cy="381000"/>
          </a:xfrm>
          <a:prstGeom xmlns:a="http://schemas.openxmlformats.org/drawingml/2006/main" prst="roundRect">
            <a:avLst>
              <a:gd name="adj" fmla="val 20000"/>
            </a:avLst>
          </a:prstGeom>
          <a:solidFill xmlns:a="http://schemas.openxmlformats.org/drawingml/2006/main">
            <a:srgbClr val="162941"/>
          </a:solidFill>
          <a:ln xmlns:a="http://schemas.openxmlformats.org/drawingml/2006/main" w="14288">
            <a:solidFill>
              <a:srgbClr val="FFBE3D"/>
            </a:solidFill>
            <a:prstDash val="solid"/>
          </a:ln>
        </p:spPr>
        <p:txBody>
          <a:bodyPr xmlns:a="http://schemas.openxmlformats.org/drawingml/2006/main" lIns="38100" tIns="0" rIns="38100" bIns="0" anchor="ctr"/>
          <a:lstStyle xmlns:a="http://schemas.openxmlformats.org/drawingml/2006/main"/>
          <a:p xmlns:a="http://schemas.openxmlformats.org/drawingml/2006/main">
            <a:pPr algn="ctr">
              <a:buNone/>
              <a:defRPr sz="1125" b="1">
                <a:solidFill>
                  <a:srgbClr val="F4F7FB"/>
                </a:solidFill>
                <a:latin typeface="Aptos"/>
                <a:ea typeface="Aptos"/>
                <a:cs typeface="Aptos"/>
              </a:defRPr>
            </a:pPr>
            <a:r>
              <a:rPr sz="1125" b="1">
                <a:solidFill>
                  <a:srgbClr val="F4F7FB"/>
                </a:solidFill>
                <a:latin typeface="Aptos"/>
                <a:ea typeface="Aptos"/>
                <a:cs typeface="Aptos"/>
              </a:rPr>
              <a:t>2020 PWM outputs</a:t>
            </a:r>
          </a:p>
        </p:txBody>
      </p:sp>
      <p:sp>
        <p:nvSpPr>
          <p:cNvPr id="59" name="roboRIO-image-credit">
            <a:extLst xmlns:a="http://schemas.openxmlformats.org/drawingml/2006/main">
              <a:ext uri="{FF2B5EF4-FFF2-40B4-BE49-F238E27FC236}">
                <a16:creationId xmlns:a16="http://schemas.microsoft.com/office/drawing/2014/main" id="{E71E8314-6DC0-40C4-B376-8156D2C82D32}"/>
              </a:ext>
            </a:extLst>
          </p:cNvPr>
          <p:cNvSpPr>
            <a:spLocks xmlns:a="http://schemas.openxmlformats.org/drawingml/2006/main" noGrp="1"/>
          </p:cNvSpPr>
          <p:nvPr/>
        </p:nvSpPr>
        <p:spPr>
          <a:xfrm xmlns:a="http://schemas.openxmlformats.org/drawingml/2006/main">
            <a:off x="8477250" y="5095875"/>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750">
                <a:solidFill>
                  <a:srgbClr val="5E7188"/>
                </a:solidFill>
                <a:latin typeface="Aptos"/>
                <a:ea typeface="Aptos"/>
                <a:cs typeface="Aptos"/>
              </a:defRPr>
            </a:pPr>
            <a:r>
              <a:rPr sz="750">
                <a:solidFill>
                  <a:srgbClr val="5E7188"/>
                </a:solidFill>
                <a:latin typeface="Aptos"/>
                <a:ea typeface="Aptos"/>
                <a:cs typeface="Aptos"/>
              </a:rPr>
              <a:t>NI roboRIO | WPILib documentation</a:t>
            </a:r>
          </a:p>
        </p:txBody>
      </p:sp>
    </p:spTree>
    <p:extLst>
      <p:ext uri="{BB962C8B-B14F-4D97-AF65-F5344CB8AC3E}">
        <p14:creationId xmlns:p14="http://schemas.microsoft.com/office/powerpoint/2010/main" val="492645688"/>
      </p:ext>
    </p:extLst>
  </p:cSld>
</p:sld>
</file>

<file path=ppt/slides/slide6.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17" name="section-label">
            <a:extLst xmlns:a="http://schemas.openxmlformats.org/drawingml/2006/main">
              <a:ext uri="{FF2B5EF4-FFF2-40B4-BE49-F238E27FC236}">
                <a16:creationId xmlns:a16="http://schemas.microsoft.com/office/drawing/2014/main" id="{2226F70C-8AC6-4193-BA4B-1A78C1F5038D}"/>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3 · HARDWARE OPERATION</a:t>
            </a:r>
          </a:p>
        </p:txBody>
      </p:sp>
      <p:sp>
        <p:nvSpPr>
          <p:cNvPr id="2" name="slide-title">
            <a:extLst xmlns:a="http://schemas.openxmlformats.org/drawingml/2006/main">
              <a:ext uri="{FF2B5EF4-FFF2-40B4-BE49-F238E27FC236}">
                <a16:creationId xmlns:a16="http://schemas.microsoft.com/office/drawing/2014/main" id="{EC675548-2E7F-4EEA-A787-8CFD10C7885D}"/>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A PWM channel becomes a CAN ID; the subsystem boundary stays</a:t>
            </a:r>
          </a:p>
        </p:txBody>
      </p:sp>
      <p:sp>
        <p:nvSpPr>
          <p:cNvPr id="3" name="slide-subtitle">
            <a:extLst xmlns:a="http://schemas.openxmlformats.org/drawingml/2006/main">
              <a:ext uri="{FF2B5EF4-FFF2-40B4-BE49-F238E27FC236}">
                <a16:creationId xmlns:a16="http://schemas.microsoft.com/office/drawing/2014/main" id="{A79FA1B1-C0D7-4D9E-A8E8-72988763D1AE}"/>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The identifier and device construction change. The subsystem methods and commands do not.</a:t>
            </a:r>
          </a:p>
        </p:txBody>
      </p:sp>
      <p:sp>
        <p:nvSpPr>
          <p:cNvPr id="4" name="title-rule">
            <a:extLst xmlns:a="http://schemas.openxmlformats.org/drawingml/2006/main">
              <a:ext uri="{FF2B5EF4-FFF2-40B4-BE49-F238E27FC236}">
                <a16:creationId xmlns:a16="http://schemas.microsoft.com/office/drawing/2014/main" id="{F38A7261-2132-4565-BDCA-6B5FC9FA69E8}"/>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drive-code-panel">
            <a:extLst xmlns:a="http://schemas.openxmlformats.org/drawingml/2006/main">
              <a:ext uri="{FF2B5EF4-FFF2-40B4-BE49-F238E27FC236}">
                <a16:creationId xmlns:a16="http://schemas.microsoft.com/office/drawing/2014/main" id="{2B715ACE-5F0B-4411-9391-9178163BC65A}"/>
              </a:ext>
            </a:extLst>
          </p:cNvPr>
          <p:cNvSpPr>
            <a:spLocks xmlns:a="http://schemas.openxmlformats.org/drawingml/2006/main" noGrp="1"/>
          </p:cNvSpPr>
          <p:nvPr/>
        </p:nvSpPr>
        <p:spPr>
          <a:xfrm xmlns:a="http://schemas.openxmlformats.org/drawingml/2006/main">
            <a:off x="609600" y="1828800"/>
            <a:ext cx="6096000" cy="4076700"/>
          </a:xfrm>
          <a:prstGeom xmlns:a="http://schemas.openxmlformats.org/drawingml/2006/main" prst="roundRect">
            <a:avLst>
              <a:gd name="adj" fmla="val 2804"/>
            </a:avLst>
          </a:prstGeom>
          <a:solidFill xmlns:a="http://schemas.openxmlformats.org/drawingml/2006/main">
            <a:srgbClr val="0C1727"/>
          </a:solidFill>
          <a:ln xmlns:a="http://schemas.openxmlformats.org/drawingml/2006/main" w="9525">
            <a:solidFill>
              <a:srgbClr val="2D425B"/>
            </a:solidFill>
            <a:prstDash val="solid"/>
          </a:ln>
        </p:spPr>
      </p:sp>
      <p:sp>
        <p:nvSpPr>
          <p:cNvPr id="6" name="drive-code-accent">
            <a:extLst xmlns:a="http://schemas.openxmlformats.org/drawingml/2006/main">
              <a:ext uri="{FF2B5EF4-FFF2-40B4-BE49-F238E27FC236}">
                <a16:creationId xmlns:a16="http://schemas.microsoft.com/office/drawing/2014/main" id="{C109C886-F043-441F-B6C6-2B4B0AD0B904}"/>
              </a:ext>
            </a:extLst>
          </p:cNvPr>
          <p:cNvSpPr>
            <a:spLocks xmlns:a="http://schemas.openxmlformats.org/drawingml/2006/main" noGrp="1"/>
          </p:cNvSpPr>
          <p:nvPr/>
        </p:nvSpPr>
        <p:spPr>
          <a:xfrm xmlns:a="http://schemas.openxmlformats.org/drawingml/2006/main">
            <a:off x="609600" y="1828800"/>
            <a:ext cx="57150" cy="4076700"/>
          </a:xfrm>
          <a:prstGeom xmlns:a="http://schemas.openxmlformats.org/drawingml/2006/main" prst="roundRect">
            <a:avLst>
              <a:gd name="adj" fmla="val 50000"/>
            </a:avLst>
          </a:prstGeom>
          <a:solidFill xmlns:a="http://schemas.openxmlformats.org/drawingml/2006/main">
            <a:srgbClr val="42C6FF"/>
          </a:solidFill>
          <a:ln xmlns:a="http://schemas.openxmlformats.org/drawingml/2006/main" w="0">
            <a:noFill/>
            <a:prstDash val="solid"/>
          </a:ln>
        </p:spPr>
      </p:sp>
      <p:sp>
        <p:nvSpPr>
          <p:cNvPr id="7" name="drive-code-title">
            <a:extLst xmlns:a="http://schemas.openxmlformats.org/drawingml/2006/main">
              <a:ext uri="{FF2B5EF4-FFF2-40B4-BE49-F238E27FC236}">
                <a16:creationId xmlns:a16="http://schemas.microsoft.com/office/drawing/2014/main" id="{8834B537-1098-4BC1-9187-06D1D767D062}"/>
              </a:ext>
            </a:extLst>
          </p:cNvPr>
          <p:cNvSpPr>
            <a:spLocks xmlns:a="http://schemas.openxmlformats.org/drawingml/2006/main" noGrp="1"/>
          </p:cNvSpPr>
          <p:nvPr/>
        </p:nvSpPr>
        <p:spPr>
          <a:xfrm xmlns:a="http://schemas.openxmlformats.org/drawingml/2006/main">
            <a:off x="838200" y="1962150"/>
            <a:ext cx="569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42C6FF"/>
                </a:solidFill>
                <a:latin typeface="Consolas"/>
                <a:ea typeface="Consolas"/>
                <a:cs typeface="Consolas"/>
              </a:defRPr>
            </a:pPr>
            <a:r>
              <a:rPr sz="1125" b="1">
                <a:solidFill>
                  <a:srgbClr val="42C6FF"/>
                </a:solidFill>
                <a:latin typeface="Consolas"/>
                <a:ea typeface="Consolas"/>
                <a:cs typeface="Consolas"/>
              </a:rPr>
              <a:t>What changes inside the subsystem</a:t>
            </a:r>
          </a:p>
        </p:txBody>
      </p:sp>
      <p:sp>
        <p:nvSpPr>
          <p:cNvPr id="8" name="drive-code-text">
            <a:extLst xmlns:a="http://schemas.openxmlformats.org/drawingml/2006/main">
              <a:ext uri="{FF2B5EF4-FFF2-40B4-BE49-F238E27FC236}">
                <a16:creationId xmlns:a16="http://schemas.microsoft.com/office/drawing/2014/main" id="{522324BF-7F22-42BB-BDD9-9EF278FF74CF}"/>
              </a:ext>
            </a:extLst>
          </p:cNvPr>
          <p:cNvSpPr>
            <a:spLocks xmlns:a="http://schemas.openxmlformats.org/drawingml/2006/main" noGrp="1"/>
          </p:cNvSpPr>
          <p:nvPr/>
        </p:nvSpPr>
        <p:spPr>
          <a:xfrm xmlns:a="http://schemas.openxmlformats.org/drawingml/2006/main">
            <a:off x="838200" y="2286000"/>
            <a:ext cx="5695950" cy="3486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2020 robot</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identifier  -&gt; PWM channel</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connection  -&gt; dedicated PWM signal</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object      -&gt; PWM motor controller</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Current robot</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identifier  -&gt; CAN ID</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connection  -&gt; shared CAN bus</a:t>
            </a:r>
          </a:p>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object      -&gt; CAN motor controller</a:t>
            </a:r>
          </a:p>
        </p:txBody>
      </p:sp>
      <p:sp>
        <p:nvSpPr>
          <p:cNvPr id="9" name="">
            <a:extLst xmlns:a="http://schemas.openxmlformats.org/drawingml/2006/main">
              <a:ext uri="{FF2B5EF4-FFF2-40B4-BE49-F238E27FC236}">
                <a16:creationId xmlns:a16="http://schemas.microsoft.com/office/drawing/2014/main" id="{94D9D3CB-5FEC-4EBB-9A3D-617ABFA7F1B8}"/>
              </a:ext>
            </a:extLst>
          </p:cNvPr>
          <p:cNvSpPr>
            <a:spLocks xmlns:a="http://schemas.openxmlformats.org/drawingml/2006/main" noGrp="1"/>
          </p:cNvSpPr>
          <p:nvPr/>
        </p:nvSpPr>
        <p:spPr>
          <a:xfrm xmlns:a="http://schemas.openxmlformats.org/drawingml/2006/main">
            <a:off x="7334250" y="209550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62D48A"/>
                </a:solidFill>
                <a:latin typeface="Aptos"/>
                <a:ea typeface="Aptos"/>
                <a:cs typeface="Aptos"/>
              </a:defRPr>
            </a:pPr>
            <a:r>
              <a:rPr sz="1650" b="1">
                <a:solidFill>
                  <a:srgbClr val="62D48A"/>
                </a:solidFill>
                <a:latin typeface="Aptos"/>
                <a:ea typeface="Aptos"/>
                <a:cs typeface="Aptos"/>
              </a:rPr>
              <a:t>2020 robot</a:t>
            </a:r>
          </a:p>
        </p:txBody>
      </p:sp>
      <p:sp>
        <p:nvSpPr>
          <p:cNvPr id="10" name="">
            <a:extLst xmlns:a="http://schemas.openxmlformats.org/drawingml/2006/main">
              <a:ext uri="{FF2B5EF4-FFF2-40B4-BE49-F238E27FC236}">
                <a16:creationId xmlns:a16="http://schemas.microsoft.com/office/drawing/2014/main" id="{5CC71874-7161-4789-81CF-F07F3EBCBC42}"/>
              </a:ext>
            </a:extLst>
          </p:cNvPr>
          <p:cNvSpPr>
            <a:spLocks xmlns:a="http://schemas.openxmlformats.org/drawingml/2006/main" noGrp="1"/>
          </p:cNvSpPr>
          <p:nvPr/>
        </p:nvSpPr>
        <p:spPr>
          <a:xfrm xmlns:a="http://schemas.openxmlformats.org/drawingml/2006/main">
            <a:off x="7334250" y="249555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PWM channel</a:t>
            </a:r>
          </a:p>
        </p:txBody>
      </p:sp>
      <p:sp>
        <p:nvSpPr>
          <p:cNvPr id="11" name="">
            <a:extLst xmlns:a="http://schemas.openxmlformats.org/drawingml/2006/main">
              <a:ext uri="{FF2B5EF4-FFF2-40B4-BE49-F238E27FC236}">
                <a16:creationId xmlns:a16="http://schemas.microsoft.com/office/drawing/2014/main" id="{320F06CD-A2C0-47C0-89A0-DA94B11AAAB1}"/>
              </a:ext>
            </a:extLst>
          </p:cNvPr>
          <p:cNvSpPr>
            <a:spLocks xmlns:a="http://schemas.openxmlformats.org/drawingml/2006/main" noGrp="1"/>
          </p:cNvSpPr>
          <p:nvPr/>
        </p:nvSpPr>
        <p:spPr>
          <a:xfrm xmlns:a="http://schemas.openxmlformats.org/drawingml/2006/main">
            <a:off x="7334250" y="321945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62D48A"/>
                </a:solidFill>
                <a:latin typeface="Aptos"/>
                <a:ea typeface="Aptos"/>
                <a:cs typeface="Aptos"/>
              </a:defRPr>
            </a:pPr>
            <a:r>
              <a:rPr sz="1650" b="1">
                <a:solidFill>
                  <a:srgbClr val="62D48A"/>
                </a:solidFill>
                <a:latin typeface="Aptos"/>
                <a:ea typeface="Aptos"/>
                <a:cs typeface="Aptos"/>
              </a:rPr>
              <a:t>Current robot</a:t>
            </a:r>
          </a:p>
        </p:txBody>
      </p:sp>
      <p:sp>
        <p:nvSpPr>
          <p:cNvPr id="12" name="">
            <a:extLst xmlns:a="http://schemas.openxmlformats.org/drawingml/2006/main">
              <a:ext uri="{FF2B5EF4-FFF2-40B4-BE49-F238E27FC236}">
                <a16:creationId xmlns:a16="http://schemas.microsoft.com/office/drawing/2014/main" id="{3B747D24-22C1-4F50-AC1B-2DE4C0F6AA68}"/>
              </a:ext>
            </a:extLst>
          </p:cNvPr>
          <p:cNvSpPr>
            <a:spLocks xmlns:a="http://schemas.openxmlformats.org/drawingml/2006/main" noGrp="1"/>
          </p:cNvSpPr>
          <p:nvPr/>
        </p:nvSpPr>
        <p:spPr>
          <a:xfrm xmlns:a="http://schemas.openxmlformats.org/drawingml/2006/main">
            <a:off x="7334250" y="361950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CAN ID</a:t>
            </a:r>
          </a:p>
        </p:txBody>
      </p:sp>
      <p:sp>
        <p:nvSpPr>
          <p:cNvPr id="13" name="">
            <a:extLst xmlns:a="http://schemas.openxmlformats.org/drawingml/2006/main">
              <a:ext uri="{FF2B5EF4-FFF2-40B4-BE49-F238E27FC236}">
                <a16:creationId xmlns:a16="http://schemas.microsoft.com/office/drawing/2014/main" id="{1AD31822-DD05-4C7B-BA7D-2299AE5F255D}"/>
              </a:ext>
            </a:extLst>
          </p:cNvPr>
          <p:cNvSpPr>
            <a:spLocks xmlns:a="http://schemas.openxmlformats.org/drawingml/2006/main" noGrp="1"/>
          </p:cNvSpPr>
          <p:nvPr/>
        </p:nvSpPr>
        <p:spPr>
          <a:xfrm xmlns:a="http://schemas.openxmlformats.org/drawingml/2006/main">
            <a:off x="7334250" y="434340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B64D"/>
                </a:solidFill>
                <a:latin typeface="Aptos"/>
                <a:ea typeface="Aptos"/>
                <a:cs typeface="Aptos"/>
              </a:defRPr>
            </a:pPr>
            <a:r>
              <a:rPr sz="1650" b="1">
                <a:solidFill>
                  <a:srgbClr val="FFB64D"/>
                </a:solidFill>
                <a:latin typeface="Aptos"/>
                <a:ea typeface="Aptos"/>
                <a:cs typeface="Aptos"/>
              </a:rPr>
              <a:t>Unchanged</a:t>
            </a:r>
          </a:p>
        </p:txBody>
      </p:sp>
      <p:sp>
        <p:nvSpPr>
          <p:cNvPr id="14" name="">
            <a:extLst xmlns:a="http://schemas.openxmlformats.org/drawingml/2006/main">
              <a:ext uri="{FF2B5EF4-FFF2-40B4-BE49-F238E27FC236}">
                <a16:creationId xmlns:a16="http://schemas.microsoft.com/office/drawing/2014/main" id="{78DB647B-43DF-46E5-8132-AC9713D5823A}"/>
              </a:ext>
            </a:extLst>
          </p:cNvPr>
          <p:cNvSpPr>
            <a:spLocks xmlns:a="http://schemas.openxmlformats.org/drawingml/2006/main" noGrp="1"/>
          </p:cNvSpPr>
          <p:nvPr/>
        </p:nvSpPr>
        <p:spPr>
          <a:xfrm xmlns:a="http://schemas.openxmlformats.org/drawingml/2006/main">
            <a:off x="7334250" y="474345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drive(left, right)</a:t>
            </a:r>
          </a:p>
        </p:txBody>
      </p:sp>
      <p:sp>
        <p:nvSpPr>
          <p:cNvPr id="15" name="footer-left">
            <a:extLst xmlns:a="http://schemas.openxmlformats.org/drawingml/2006/main">
              <a:ext uri="{FF2B5EF4-FFF2-40B4-BE49-F238E27FC236}">
                <a16:creationId xmlns:a16="http://schemas.microsoft.com/office/drawing/2014/main" id="{ACCD2178-227F-4C9C-B511-7FBB18D74E7E}"/>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16" name="footer-number">
            <a:extLst xmlns:a="http://schemas.openxmlformats.org/drawingml/2006/main">
              <a:ext uri="{FF2B5EF4-FFF2-40B4-BE49-F238E27FC236}">
                <a16:creationId xmlns:a16="http://schemas.microsoft.com/office/drawing/2014/main" id="{B1B51E0B-89E8-4042-B443-14C5B03AC952}"/>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06</a:t>
            </a:r>
          </a:p>
        </p:txBody>
      </p:sp>
    </p:spTree>
    <p:extLst>
      <p:ext uri="{BB962C8B-B14F-4D97-AF65-F5344CB8AC3E}">
        <p14:creationId xmlns:p14="http://schemas.microsoft.com/office/powerpoint/2010/main" val="450564887"/>
      </p:ext>
    </p:extLst>
  </p:cSld>
</p:sld>
</file>

<file path=ppt/slides/slide7.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43" name="section-label">
            <a:extLst xmlns:a="http://schemas.openxmlformats.org/drawingml/2006/main">
              <a:ext uri="{FF2B5EF4-FFF2-40B4-BE49-F238E27FC236}">
                <a16:creationId xmlns:a16="http://schemas.microsoft.com/office/drawing/2014/main" id="{E4FCE25D-270C-411A-B6F8-08CB06186644}"/>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3 · HARDWARE OPERATION</a:t>
            </a:r>
          </a:p>
        </p:txBody>
      </p:sp>
      <p:sp>
        <p:nvSpPr>
          <p:cNvPr id="2" name="slide-title">
            <a:extLst xmlns:a="http://schemas.openxmlformats.org/drawingml/2006/main">
              <a:ext uri="{FF2B5EF4-FFF2-40B4-BE49-F238E27FC236}">
                <a16:creationId xmlns:a16="http://schemas.microsoft.com/office/drawing/2014/main" id="{A4955D7D-7F6E-4D72-A489-73635201640A}"/>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Commands do not need to know which bus the controller uses</a:t>
            </a:r>
          </a:p>
        </p:txBody>
      </p:sp>
      <p:sp>
        <p:nvSpPr>
          <p:cNvPr id="3" name="slide-subtitle">
            <a:extLst xmlns:a="http://schemas.openxmlformats.org/drawingml/2006/main">
              <a:ext uri="{FF2B5EF4-FFF2-40B4-BE49-F238E27FC236}">
                <a16:creationId xmlns:a16="http://schemas.microsoft.com/office/drawing/2014/main" id="{5647BEC5-9E2D-436C-800A-4E5794E5758C}"/>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The command and subsystem method stay the same when a PWM device is replaced by a CAN device.</a:t>
            </a:r>
          </a:p>
        </p:txBody>
      </p:sp>
      <p:sp>
        <p:nvSpPr>
          <p:cNvPr id="4" name="title-rule">
            <a:extLst xmlns:a="http://schemas.openxmlformats.org/drawingml/2006/main">
              <a:ext uri="{FF2B5EF4-FFF2-40B4-BE49-F238E27FC236}">
                <a16:creationId xmlns:a16="http://schemas.microsoft.com/office/drawing/2014/main" id="{465D6A07-9204-41CD-B8B3-AC891FED547A}"/>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held-table-cell-0-0">
            <a:extLst xmlns:a="http://schemas.openxmlformats.org/drawingml/2006/main">
              <a:ext uri="{FF2B5EF4-FFF2-40B4-BE49-F238E27FC236}">
                <a16:creationId xmlns:a16="http://schemas.microsoft.com/office/drawing/2014/main" id="{612B6E6D-B4FC-4B7C-B4C0-72D072946C67}"/>
              </a:ext>
            </a:extLst>
          </p:cNvPr>
          <p:cNvSpPr>
            <a:spLocks xmlns:a="http://schemas.openxmlformats.org/drawingml/2006/main" noGrp="1"/>
          </p:cNvSpPr>
          <p:nvPr/>
        </p:nvSpPr>
        <p:spPr>
          <a:xfrm xmlns:a="http://schemas.openxmlformats.org/drawingml/2006/main">
            <a:off x="609600" y="1885950"/>
            <a:ext cx="1809750" cy="53340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6" name="held-table-text-0-0">
            <a:extLst xmlns:a="http://schemas.openxmlformats.org/drawingml/2006/main">
              <a:ext uri="{FF2B5EF4-FFF2-40B4-BE49-F238E27FC236}">
                <a16:creationId xmlns:a16="http://schemas.microsoft.com/office/drawing/2014/main" id="{4D1112F2-30E1-4E20-8490-5D1B62565E19}"/>
              </a:ext>
            </a:extLst>
          </p:cNvPr>
          <p:cNvSpPr>
            <a:spLocks xmlns:a="http://schemas.openxmlformats.org/drawingml/2006/main" noGrp="1"/>
          </p:cNvSpPr>
          <p:nvPr/>
        </p:nvSpPr>
        <p:spPr>
          <a:xfrm xmlns:a="http://schemas.openxmlformats.org/drawingml/2006/main">
            <a:off x="723900" y="1962150"/>
            <a:ext cx="1581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Layer</a:t>
            </a:r>
          </a:p>
        </p:txBody>
      </p:sp>
      <p:sp>
        <p:nvSpPr>
          <p:cNvPr id="7" name="held-table-cell-0-1">
            <a:extLst xmlns:a="http://schemas.openxmlformats.org/drawingml/2006/main">
              <a:ext uri="{FF2B5EF4-FFF2-40B4-BE49-F238E27FC236}">
                <a16:creationId xmlns:a16="http://schemas.microsoft.com/office/drawing/2014/main" id="{4377ED71-D4E9-4A7A-B3C0-57D4D7F5AA57}"/>
              </a:ext>
            </a:extLst>
          </p:cNvPr>
          <p:cNvSpPr>
            <a:spLocks xmlns:a="http://schemas.openxmlformats.org/drawingml/2006/main" noGrp="1"/>
          </p:cNvSpPr>
          <p:nvPr/>
        </p:nvSpPr>
        <p:spPr>
          <a:xfrm xmlns:a="http://schemas.openxmlformats.org/drawingml/2006/main">
            <a:off x="2419350" y="1885950"/>
            <a:ext cx="2000250" cy="53340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8" name="held-table-text-0-1">
            <a:extLst xmlns:a="http://schemas.openxmlformats.org/drawingml/2006/main">
              <a:ext uri="{FF2B5EF4-FFF2-40B4-BE49-F238E27FC236}">
                <a16:creationId xmlns:a16="http://schemas.microsoft.com/office/drawing/2014/main" id="{217C789D-1139-4BD8-901A-A40E0E339781}"/>
              </a:ext>
            </a:extLst>
          </p:cNvPr>
          <p:cNvSpPr>
            <a:spLocks xmlns:a="http://schemas.openxmlformats.org/drawingml/2006/main" noGrp="1"/>
          </p:cNvSpPr>
          <p:nvPr/>
        </p:nvSpPr>
        <p:spPr>
          <a:xfrm xmlns:a="http://schemas.openxmlformats.org/drawingml/2006/main">
            <a:off x="2533650" y="196215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2020 robot</a:t>
            </a:r>
          </a:p>
        </p:txBody>
      </p:sp>
      <p:sp>
        <p:nvSpPr>
          <p:cNvPr id="9" name="held-table-cell-0-2">
            <a:extLst xmlns:a="http://schemas.openxmlformats.org/drawingml/2006/main">
              <a:ext uri="{FF2B5EF4-FFF2-40B4-BE49-F238E27FC236}">
                <a16:creationId xmlns:a16="http://schemas.microsoft.com/office/drawing/2014/main" id="{6D5ACBB7-19E1-4408-BB1C-B228D8985C97}"/>
              </a:ext>
            </a:extLst>
          </p:cNvPr>
          <p:cNvSpPr>
            <a:spLocks xmlns:a="http://schemas.openxmlformats.org/drawingml/2006/main" noGrp="1"/>
          </p:cNvSpPr>
          <p:nvPr/>
        </p:nvSpPr>
        <p:spPr>
          <a:xfrm xmlns:a="http://schemas.openxmlformats.org/drawingml/2006/main">
            <a:off x="4419600" y="1885950"/>
            <a:ext cx="2857500" cy="53340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10" name="held-table-text-0-2">
            <a:extLst xmlns:a="http://schemas.openxmlformats.org/drawingml/2006/main">
              <a:ext uri="{FF2B5EF4-FFF2-40B4-BE49-F238E27FC236}">
                <a16:creationId xmlns:a16="http://schemas.microsoft.com/office/drawing/2014/main" id="{E20C907C-6DC6-4956-A0FA-6D14132BD1BA}"/>
              </a:ext>
            </a:extLst>
          </p:cNvPr>
          <p:cNvSpPr>
            <a:spLocks xmlns:a="http://schemas.openxmlformats.org/drawingml/2006/main" noGrp="1"/>
          </p:cNvSpPr>
          <p:nvPr/>
        </p:nvSpPr>
        <p:spPr>
          <a:xfrm xmlns:a="http://schemas.openxmlformats.org/drawingml/2006/main">
            <a:off x="4533900" y="196215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Current robot</a:t>
            </a:r>
          </a:p>
        </p:txBody>
      </p:sp>
      <p:sp>
        <p:nvSpPr>
          <p:cNvPr id="11" name="held-table-cell-0-3">
            <a:extLst xmlns:a="http://schemas.openxmlformats.org/drawingml/2006/main">
              <a:ext uri="{FF2B5EF4-FFF2-40B4-BE49-F238E27FC236}">
                <a16:creationId xmlns:a16="http://schemas.microsoft.com/office/drawing/2014/main" id="{4C74E0B0-BC5B-4998-9FF9-7AFD4326CD4D}"/>
              </a:ext>
            </a:extLst>
          </p:cNvPr>
          <p:cNvSpPr>
            <a:spLocks xmlns:a="http://schemas.openxmlformats.org/drawingml/2006/main" noGrp="1"/>
          </p:cNvSpPr>
          <p:nvPr/>
        </p:nvSpPr>
        <p:spPr>
          <a:xfrm xmlns:a="http://schemas.openxmlformats.org/drawingml/2006/main">
            <a:off x="7277100" y="1885950"/>
            <a:ext cx="4305300" cy="53340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12" name="held-table-text-0-3">
            <a:extLst xmlns:a="http://schemas.openxmlformats.org/drawingml/2006/main">
              <a:ext uri="{FF2B5EF4-FFF2-40B4-BE49-F238E27FC236}">
                <a16:creationId xmlns:a16="http://schemas.microsoft.com/office/drawing/2014/main" id="{BF8F735E-F4C5-49D8-976C-20D3B50BB74E}"/>
              </a:ext>
            </a:extLst>
          </p:cNvPr>
          <p:cNvSpPr>
            <a:spLocks xmlns:a="http://schemas.openxmlformats.org/drawingml/2006/main" noGrp="1"/>
          </p:cNvSpPr>
          <p:nvPr/>
        </p:nvSpPr>
        <p:spPr>
          <a:xfrm xmlns:a="http://schemas.openxmlformats.org/drawingml/2006/main">
            <a:off x="7391400" y="1962150"/>
            <a:ext cx="407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What changes</a:t>
            </a:r>
          </a:p>
        </p:txBody>
      </p:sp>
      <p:sp>
        <p:nvSpPr>
          <p:cNvPr id="13" name="held-table-cell-1-0">
            <a:extLst xmlns:a="http://schemas.openxmlformats.org/drawingml/2006/main">
              <a:ext uri="{FF2B5EF4-FFF2-40B4-BE49-F238E27FC236}">
                <a16:creationId xmlns:a16="http://schemas.microsoft.com/office/drawing/2014/main" id="{3D4B2E9B-9347-44B3-93F8-427989689E69}"/>
              </a:ext>
            </a:extLst>
          </p:cNvPr>
          <p:cNvSpPr>
            <a:spLocks xmlns:a="http://schemas.openxmlformats.org/drawingml/2006/main" noGrp="1"/>
          </p:cNvSpPr>
          <p:nvPr/>
        </p:nvSpPr>
        <p:spPr>
          <a:xfrm xmlns:a="http://schemas.openxmlformats.org/drawingml/2006/main">
            <a:off x="609600" y="2419350"/>
            <a:ext cx="180975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4" name="held-table-text-1-0">
            <a:extLst xmlns:a="http://schemas.openxmlformats.org/drawingml/2006/main">
              <a:ext uri="{FF2B5EF4-FFF2-40B4-BE49-F238E27FC236}">
                <a16:creationId xmlns:a16="http://schemas.microsoft.com/office/drawing/2014/main" id="{E7DFC77D-7374-43C3-94B6-8B28B2568847}"/>
              </a:ext>
            </a:extLst>
          </p:cNvPr>
          <p:cNvSpPr>
            <a:spLocks xmlns:a="http://schemas.openxmlformats.org/drawingml/2006/main" noGrp="1"/>
          </p:cNvSpPr>
          <p:nvPr/>
        </p:nvSpPr>
        <p:spPr>
          <a:xfrm xmlns:a="http://schemas.openxmlformats.org/drawingml/2006/main">
            <a:off x="723900" y="2495550"/>
            <a:ext cx="1581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Command</a:t>
            </a:r>
          </a:p>
        </p:txBody>
      </p:sp>
      <p:sp>
        <p:nvSpPr>
          <p:cNvPr id="15" name="held-table-cell-1-1">
            <a:extLst xmlns:a="http://schemas.openxmlformats.org/drawingml/2006/main">
              <a:ext uri="{FF2B5EF4-FFF2-40B4-BE49-F238E27FC236}">
                <a16:creationId xmlns:a16="http://schemas.microsoft.com/office/drawing/2014/main" id="{AA41A189-3228-4C5D-AF0F-5F9D59895323}"/>
              </a:ext>
            </a:extLst>
          </p:cNvPr>
          <p:cNvSpPr>
            <a:spLocks xmlns:a="http://schemas.openxmlformats.org/drawingml/2006/main" noGrp="1"/>
          </p:cNvSpPr>
          <p:nvPr/>
        </p:nvSpPr>
        <p:spPr>
          <a:xfrm xmlns:a="http://schemas.openxmlformats.org/drawingml/2006/main">
            <a:off x="2419350" y="2419350"/>
            <a:ext cx="200025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6" name="held-table-text-1-1">
            <a:extLst xmlns:a="http://schemas.openxmlformats.org/drawingml/2006/main">
              <a:ext uri="{FF2B5EF4-FFF2-40B4-BE49-F238E27FC236}">
                <a16:creationId xmlns:a16="http://schemas.microsoft.com/office/drawing/2014/main" id="{FE866565-58C8-4DAE-9DBE-FDD39AA94AA4}"/>
              </a:ext>
            </a:extLst>
          </p:cNvPr>
          <p:cNvSpPr>
            <a:spLocks xmlns:a="http://schemas.openxmlformats.org/drawingml/2006/main" noGrp="1"/>
          </p:cNvSpPr>
          <p:nvPr/>
        </p:nvSpPr>
        <p:spPr>
          <a:xfrm xmlns:a="http://schemas.openxmlformats.org/drawingml/2006/main">
            <a:off x="2533650" y="2495550"/>
            <a:ext cx="1771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BeltInCommand</a:t>
            </a:r>
          </a:p>
        </p:txBody>
      </p:sp>
      <p:sp>
        <p:nvSpPr>
          <p:cNvPr id="17" name="held-table-cell-1-2">
            <a:extLst xmlns:a="http://schemas.openxmlformats.org/drawingml/2006/main">
              <a:ext uri="{FF2B5EF4-FFF2-40B4-BE49-F238E27FC236}">
                <a16:creationId xmlns:a16="http://schemas.microsoft.com/office/drawing/2014/main" id="{D3D5C92D-74BB-4AE9-BF5A-E6F7AA584DC7}"/>
              </a:ext>
            </a:extLst>
          </p:cNvPr>
          <p:cNvSpPr>
            <a:spLocks xmlns:a="http://schemas.openxmlformats.org/drawingml/2006/main" noGrp="1"/>
          </p:cNvSpPr>
          <p:nvPr/>
        </p:nvSpPr>
        <p:spPr>
          <a:xfrm xmlns:a="http://schemas.openxmlformats.org/drawingml/2006/main">
            <a:off x="4419600" y="2419350"/>
            <a:ext cx="285750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8" name="held-table-text-1-2">
            <a:extLst xmlns:a="http://schemas.openxmlformats.org/drawingml/2006/main">
              <a:ext uri="{FF2B5EF4-FFF2-40B4-BE49-F238E27FC236}">
                <a16:creationId xmlns:a16="http://schemas.microsoft.com/office/drawing/2014/main" id="{FA9B8AD7-ACF0-4861-BD01-DC5807DDB12C}"/>
              </a:ext>
            </a:extLst>
          </p:cNvPr>
          <p:cNvSpPr>
            <a:spLocks xmlns:a="http://schemas.openxmlformats.org/drawingml/2006/main" noGrp="1"/>
          </p:cNvSpPr>
          <p:nvPr/>
        </p:nvSpPr>
        <p:spPr>
          <a:xfrm xmlns:a="http://schemas.openxmlformats.org/drawingml/2006/main">
            <a:off x="4533900" y="2495550"/>
            <a:ext cx="2628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Same command</a:t>
            </a:r>
          </a:p>
        </p:txBody>
      </p:sp>
      <p:sp>
        <p:nvSpPr>
          <p:cNvPr id="19" name="held-table-cell-1-3">
            <a:extLst xmlns:a="http://schemas.openxmlformats.org/drawingml/2006/main">
              <a:ext uri="{FF2B5EF4-FFF2-40B4-BE49-F238E27FC236}">
                <a16:creationId xmlns:a16="http://schemas.microsoft.com/office/drawing/2014/main" id="{1067A8A4-963A-4B35-B252-FBC131860838}"/>
              </a:ext>
            </a:extLst>
          </p:cNvPr>
          <p:cNvSpPr>
            <a:spLocks xmlns:a="http://schemas.openxmlformats.org/drawingml/2006/main" noGrp="1"/>
          </p:cNvSpPr>
          <p:nvPr/>
        </p:nvSpPr>
        <p:spPr>
          <a:xfrm xmlns:a="http://schemas.openxmlformats.org/drawingml/2006/main">
            <a:off x="7277100" y="2419350"/>
            <a:ext cx="430530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20" name="held-table-text-1-3">
            <a:extLst xmlns:a="http://schemas.openxmlformats.org/drawingml/2006/main">
              <a:ext uri="{FF2B5EF4-FFF2-40B4-BE49-F238E27FC236}">
                <a16:creationId xmlns:a16="http://schemas.microsoft.com/office/drawing/2014/main" id="{D446120D-B8C2-493E-9093-67078B262588}"/>
              </a:ext>
            </a:extLst>
          </p:cNvPr>
          <p:cNvSpPr>
            <a:spLocks xmlns:a="http://schemas.openxmlformats.org/drawingml/2006/main" noGrp="1"/>
          </p:cNvSpPr>
          <p:nvPr/>
        </p:nvSpPr>
        <p:spPr>
          <a:xfrm xmlns:a="http://schemas.openxmlformats.org/drawingml/2006/main">
            <a:off x="7391400" y="2495550"/>
            <a:ext cx="4076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Nothing</a:t>
            </a:r>
          </a:p>
        </p:txBody>
      </p:sp>
      <p:sp>
        <p:nvSpPr>
          <p:cNvPr id="21" name="held-table-cell-2-0">
            <a:extLst xmlns:a="http://schemas.openxmlformats.org/drawingml/2006/main">
              <a:ext uri="{FF2B5EF4-FFF2-40B4-BE49-F238E27FC236}">
                <a16:creationId xmlns:a16="http://schemas.microsoft.com/office/drawing/2014/main" id="{9BA8C3EE-CF28-4043-BF1F-67CC2E43B043}"/>
              </a:ext>
            </a:extLst>
          </p:cNvPr>
          <p:cNvSpPr>
            <a:spLocks xmlns:a="http://schemas.openxmlformats.org/drawingml/2006/main" noGrp="1"/>
          </p:cNvSpPr>
          <p:nvPr/>
        </p:nvSpPr>
        <p:spPr>
          <a:xfrm xmlns:a="http://schemas.openxmlformats.org/drawingml/2006/main">
            <a:off x="609600" y="3295650"/>
            <a:ext cx="1809750" cy="8763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2" name="held-table-text-2-0">
            <a:extLst xmlns:a="http://schemas.openxmlformats.org/drawingml/2006/main">
              <a:ext uri="{FF2B5EF4-FFF2-40B4-BE49-F238E27FC236}">
                <a16:creationId xmlns:a16="http://schemas.microsoft.com/office/drawing/2014/main" id="{B6603208-9F55-47B6-B649-807EC6A20B23}"/>
              </a:ext>
            </a:extLst>
          </p:cNvPr>
          <p:cNvSpPr>
            <a:spLocks xmlns:a="http://schemas.openxmlformats.org/drawingml/2006/main" noGrp="1"/>
          </p:cNvSpPr>
          <p:nvPr/>
        </p:nvSpPr>
        <p:spPr>
          <a:xfrm xmlns:a="http://schemas.openxmlformats.org/drawingml/2006/main">
            <a:off x="723900" y="3371850"/>
            <a:ext cx="1581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Subsystem call</a:t>
            </a:r>
          </a:p>
        </p:txBody>
      </p:sp>
      <p:sp>
        <p:nvSpPr>
          <p:cNvPr id="23" name="held-table-cell-2-1">
            <a:extLst xmlns:a="http://schemas.openxmlformats.org/drawingml/2006/main">
              <a:ext uri="{FF2B5EF4-FFF2-40B4-BE49-F238E27FC236}">
                <a16:creationId xmlns:a16="http://schemas.microsoft.com/office/drawing/2014/main" id="{778F21E1-DA33-4277-A219-04B2070D784A}"/>
              </a:ext>
            </a:extLst>
          </p:cNvPr>
          <p:cNvSpPr>
            <a:spLocks xmlns:a="http://schemas.openxmlformats.org/drawingml/2006/main" noGrp="1"/>
          </p:cNvSpPr>
          <p:nvPr/>
        </p:nvSpPr>
        <p:spPr>
          <a:xfrm xmlns:a="http://schemas.openxmlformats.org/drawingml/2006/main">
            <a:off x="2419350" y="3295650"/>
            <a:ext cx="2000250" cy="8763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4" name="held-table-text-2-1">
            <a:extLst xmlns:a="http://schemas.openxmlformats.org/drawingml/2006/main">
              <a:ext uri="{FF2B5EF4-FFF2-40B4-BE49-F238E27FC236}">
                <a16:creationId xmlns:a16="http://schemas.microsoft.com/office/drawing/2014/main" id="{172202B7-F623-4FA0-8399-3249845F49E5}"/>
              </a:ext>
            </a:extLst>
          </p:cNvPr>
          <p:cNvSpPr>
            <a:spLocks xmlns:a="http://schemas.openxmlformats.org/drawingml/2006/main" noGrp="1"/>
          </p:cNvSpPr>
          <p:nvPr/>
        </p:nvSpPr>
        <p:spPr>
          <a:xfrm xmlns:a="http://schemas.openxmlformats.org/drawingml/2006/main">
            <a:off x="2533650" y="3371850"/>
            <a:ext cx="1771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run(+1.0)</a:t>
            </a:r>
          </a:p>
        </p:txBody>
      </p:sp>
      <p:sp>
        <p:nvSpPr>
          <p:cNvPr id="25" name="held-table-cell-2-2">
            <a:extLst xmlns:a="http://schemas.openxmlformats.org/drawingml/2006/main">
              <a:ext uri="{FF2B5EF4-FFF2-40B4-BE49-F238E27FC236}">
                <a16:creationId xmlns:a16="http://schemas.microsoft.com/office/drawing/2014/main" id="{FD4B0990-DDC9-4B45-A4CC-A211A37E23E4}"/>
              </a:ext>
            </a:extLst>
          </p:cNvPr>
          <p:cNvSpPr>
            <a:spLocks xmlns:a="http://schemas.openxmlformats.org/drawingml/2006/main" noGrp="1"/>
          </p:cNvSpPr>
          <p:nvPr/>
        </p:nvSpPr>
        <p:spPr>
          <a:xfrm xmlns:a="http://schemas.openxmlformats.org/drawingml/2006/main">
            <a:off x="4419600" y="3295650"/>
            <a:ext cx="2857500" cy="8763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6" name="held-table-text-2-2">
            <a:extLst xmlns:a="http://schemas.openxmlformats.org/drawingml/2006/main">
              <a:ext uri="{FF2B5EF4-FFF2-40B4-BE49-F238E27FC236}">
                <a16:creationId xmlns:a16="http://schemas.microsoft.com/office/drawing/2014/main" id="{B69DF735-F0B2-45C0-9E84-1A5E627161CA}"/>
              </a:ext>
            </a:extLst>
          </p:cNvPr>
          <p:cNvSpPr>
            <a:spLocks xmlns:a="http://schemas.openxmlformats.org/drawingml/2006/main" noGrp="1"/>
          </p:cNvSpPr>
          <p:nvPr/>
        </p:nvSpPr>
        <p:spPr>
          <a:xfrm xmlns:a="http://schemas.openxmlformats.org/drawingml/2006/main">
            <a:off x="4533900" y="3371850"/>
            <a:ext cx="2628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Same method</a:t>
            </a:r>
          </a:p>
        </p:txBody>
      </p:sp>
      <p:sp>
        <p:nvSpPr>
          <p:cNvPr id="27" name="held-table-cell-2-3">
            <a:extLst xmlns:a="http://schemas.openxmlformats.org/drawingml/2006/main">
              <a:ext uri="{FF2B5EF4-FFF2-40B4-BE49-F238E27FC236}">
                <a16:creationId xmlns:a16="http://schemas.microsoft.com/office/drawing/2014/main" id="{37B70818-25B0-4069-950B-21D3DA8D19DA}"/>
              </a:ext>
            </a:extLst>
          </p:cNvPr>
          <p:cNvSpPr>
            <a:spLocks xmlns:a="http://schemas.openxmlformats.org/drawingml/2006/main" noGrp="1"/>
          </p:cNvSpPr>
          <p:nvPr/>
        </p:nvSpPr>
        <p:spPr>
          <a:xfrm xmlns:a="http://schemas.openxmlformats.org/drawingml/2006/main">
            <a:off x="7277100" y="3295650"/>
            <a:ext cx="4305300" cy="87630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8" name="held-table-text-2-3">
            <a:extLst xmlns:a="http://schemas.openxmlformats.org/drawingml/2006/main">
              <a:ext uri="{FF2B5EF4-FFF2-40B4-BE49-F238E27FC236}">
                <a16:creationId xmlns:a16="http://schemas.microsoft.com/office/drawing/2014/main" id="{7599E073-135B-4819-9EE5-F493CDB0241C}"/>
              </a:ext>
            </a:extLst>
          </p:cNvPr>
          <p:cNvSpPr>
            <a:spLocks xmlns:a="http://schemas.openxmlformats.org/drawingml/2006/main" noGrp="1"/>
          </p:cNvSpPr>
          <p:nvPr/>
        </p:nvSpPr>
        <p:spPr>
          <a:xfrm xmlns:a="http://schemas.openxmlformats.org/drawingml/2006/main">
            <a:off x="7391400" y="3371850"/>
            <a:ext cx="4076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Nothing</a:t>
            </a:r>
          </a:p>
        </p:txBody>
      </p:sp>
      <p:sp>
        <p:nvSpPr>
          <p:cNvPr id="29" name="held-table-cell-3-0">
            <a:extLst xmlns:a="http://schemas.openxmlformats.org/drawingml/2006/main">
              <a:ext uri="{FF2B5EF4-FFF2-40B4-BE49-F238E27FC236}">
                <a16:creationId xmlns:a16="http://schemas.microsoft.com/office/drawing/2014/main" id="{C7768ABE-4DF8-4203-B296-2B0FA8CE1B88}"/>
              </a:ext>
            </a:extLst>
          </p:cNvPr>
          <p:cNvSpPr>
            <a:spLocks xmlns:a="http://schemas.openxmlformats.org/drawingml/2006/main" noGrp="1"/>
          </p:cNvSpPr>
          <p:nvPr/>
        </p:nvSpPr>
        <p:spPr>
          <a:xfrm xmlns:a="http://schemas.openxmlformats.org/drawingml/2006/main">
            <a:off x="609600" y="4171950"/>
            <a:ext cx="180975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30" name="held-table-text-3-0">
            <a:extLst xmlns:a="http://schemas.openxmlformats.org/drawingml/2006/main">
              <a:ext uri="{FF2B5EF4-FFF2-40B4-BE49-F238E27FC236}">
                <a16:creationId xmlns:a16="http://schemas.microsoft.com/office/drawing/2014/main" id="{8C8900C2-8F30-414C-A1FB-B804ABD4D8E8}"/>
              </a:ext>
            </a:extLst>
          </p:cNvPr>
          <p:cNvSpPr>
            <a:spLocks xmlns:a="http://schemas.openxmlformats.org/drawingml/2006/main" noGrp="1"/>
          </p:cNvSpPr>
          <p:nvPr/>
        </p:nvSpPr>
        <p:spPr>
          <a:xfrm xmlns:a="http://schemas.openxmlformats.org/drawingml/2006/main">
            <a:off x="723900" y="4248150"/>
            <a:ext cx="1581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Device object</a:t>
            </a:r>
          </a:p>
        </p:txBody>
      </p:sp>
      <p:sp>
        <p:nvSpPr>
          <p:cNvPr id="31" name="held-table-cell-3-1">
            <a:extLst xmlns:a="http://schemas.openxmlformats.org/drawingml/2006/main">
              <a:ext uri="{FF2B5EF4-FFF2-40B4-BE49-F238E27FC236}">
                <a16:creationId xmlns:a16="http://schemas.microsoft.com/office/drawing/2014/main" id="{AFAD78BA-A2B1-438C-AF2D-9CC476B9D444}"/>
              </a:ext>
            </a:extLst>
          </p:cNvPr>
          <p:cNvSpPr>
            <a:spLocks xmlns:a="http://schemas.openxmlformats.org/drawingml/2006/main" noGrp="1"/>
          </p:cNvSpPr>
          <p:nvPr/>
        </p:nvSpPr>
        <p:spPr>
          <a:xfrm xmlns:a="http://schemas.openxmlformats.org/drawingml/2006/main">
            <a:off x="2419350" y="4171950"/>
            <a:ext cx="200025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32" name="held-table-text-3-1">
            <a:extLst xmlns:a="http://schemas.openxmlformats.org/drawingml/2006/main">
              <a:ext uri="{FF2B5EF4-FFF2-40B4-BE49-F238E27FC236}">
                <a16:creationId xmlns:a16="http://schemas.microsoft.com/office/drawing/2014/main" id="{3683C9FC-E1DD-4531-9D10-03597BBE26C4}"/>
              </a:ext>
            </a:extLst>
          </p:cNvPr>
          <p:cNvSpPr>
            <a:spLocks xmlns:a="http://schemas.openxmlformats.org/drawingml/2006/main" noGrp="1"/>
          </p:cNvSpPr>
          <p:nvPr/>
        </p:nvSpPr>
        <p:spPr>
          <a:xfrm xmlns:a="http://schemas.openxmlformats.org/drawingml/2006/main">
            <a:off x="2533650" y="4248150"/>
            <a:ext cx="1771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PWM controller</a:t>
            </a:r>
          </a:p>
        </p:txBody>
      </p:sp>
      <p:sp>
        <p:nvSpPr>
          <p:cNvPr id="33" name="held-table-cell-3-2">
            <a:extLst xmlns:a="http://schemas.openxmlformats.org/drawingml/2006/main">
              <a:ext uri="{FF2B5EF4-FFF2-40B4-BE49-F238E27FC236}">
                <a16:creationId xmlns:a16="http://schemas.microsoft.com/office/drawing/2014/main" id="{BDA31B48-68DE-4FCC-A181-55704FDF1216}"/>
              </a:ext>
            </a:extLst>
          </p:cNvPr>
          <p:cNvSpPr>
            <a:spLocks xmlns:a="http://schemas.openxmlformats.org/drawingml/2006/main" noGrp="1"/>
          </p:cNvSpPr>
          <p:nvPr/>
        </p:nvSpPr>
        <p:spPr>
          <a:xfrm xmlns:a="http://schemas.openxmlformats.org/drawingml/2006/main">
            <a:off x="4419600" y="4171950"/>
            <a:ext cx="285750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34" name="held-table-text-3-2">
            <a:extLst xmlns:a="http://schemas.openxmlformats.org/drawingml/2006/main">
              <a:ext uri="{FF2B5EF4-FFF2-40B4-BE49-F238E27FC236}">
                <a16:creationId xmlns:a16="http://schemas.microsoft.com/office/drawing/2014/main" id="{408E3A11-CBAC-4D6E-B665-091AFC33A5E1}"/>
              </a:ext>
            </a:extLst>
          </p:cNvPr>
          <p:cNvSpPr>
            <a:spLocks xmlns:a="http://schemas.openxmlformats.org/drawingml/2006/main" noGrp="1"/>
          </p:cNvSpPr>
          <p:nvPr/>
        </p:nvSpPr>
        <p:spPr>
          <a:xfrm xmlns:a="http://schemas.openxmlformats.org/drawingml/2006/main">
            <a:off x="4533900" y="4248150"/>
            <a:ext cx="2628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CAN controller</a:t>
            </a:r>
          </a:p>
        </p:txBody>
      </p:sp>
      <p:sp>
        <p:nvSpPr>
          <p:cNvPr id="35" name="held-table-cell-3-3">
            <a:extLst xmlns:a="http://schemas.openxmlformats.org/drawingml/2006/main">
              <a:ext uri="{FF2B5EF4-FFF2-40B4-BE49-F238E27FC236}">
                <a16:creationId xmlns:a16="http://schemas.microsoft.com/office/drawing/2014/main" id="{5D18C96D-184C-4A20-94D6-AD77210777C4}"/>
              </a:ext>
            </a:extLst>
          </p:cNvPr>
          <p:cNvSpPr>
            <a:spLocks xmlns:a="http://schemas.openxmlformats.org/drawingml/2006/main" noGrp="1"/>
          </p:cNvSpPr>
          <p:nvPr/>
        </p:nvSpPr>
        <p:spPr>
          <a:xfrm xmlns:a="http://schemas.openxmlformats.org/drawingml/2006/main">
            <a:off x="7277100" y="4171950"/>
            <a:ext cx="4305300" cy="87630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36" name="held-table-text-3-3">
            <a:extLst xmlns:a="http://schemas.openxmlformats.org/drawingml/2006/main">
              <a:ext uri="{FF2B5EF4-FFF2-40B4-BE49-F238E27FC236}">
                <a16:creationId xmlns:a16="http://schemas.microsoft.com/office/drawing/2014/main" id="{6E47D6AF-3A1D-4AEC-8257-5E724D79DC97}"/>
              </a:ext>
            </a:extLst>
          </p:cNvPr>
          <p:cNvSpPr>
            <a:spLocks xmlns:a="http://schemas.openxmlformats.org/drawingml/2006/main" noGrp="1"/>
          </p:cNvSpPr>
          <p:nvPr/>
        </p:nvSpPr>
        <p:spPr>
          <a:xfrm xmlns:a="http://schemas.openxmlformats.org/drawingml/2006/main">
            <a:off x="7391400" y="4248150"/>
            <a:ext cx="4076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Construction and setup</a:t>
            </a:r>
          </a:p>
        </p:txBody>
      </p:sp>
      <p:sp>
        <p:nvSpPr>
          <p:cNvPr id="37" name="held-pattern-panel">
            <a:extLst xmlns:a="http://schemas.openxmlformats.org/drawingml/2006/main">
              <a:ext uri="{FF2B5EF4-FFF2-40B4-BE49-F238E27FC236}">
                <a16:creationId xmlns:a16="http://schemas.microsoft.com/office/drawing/2014/main" id="{ABF20861-0D03-40C1-9DB3-9D8026D70B49}"/>
              </a:ext>
            </a:extLst>
          </p:cNvPr>
          <p:cNvSpPr>
            <a:spLocks xmlns:a="http://schemas.openxmlformats.org/drawingml/2006/main" noGrp="1"/>
          </p:cNvSpPr>
          <p:nvPr/>
        </p:nvSpPr>
        <p:spPr>
          <a:xfrm xmlns:a="http://schemas.openxmlformats.org/drawingml/2006/main">
            <a:off x="2343150" y="4991100"/>
            <a:ext cx="7505700" cy="1200150"/>
          </a:xfrm>
          <a:prstGeom xmlns:a="http://schemas.openxmlformats.org/drawingml/2006/main" prst="roundRect">
            <a:avLst>
              <a:gd name="adj" fmla="val 9524"/>
            </a:avLst>
          </a:prstGeom>
          <a:solidFill xmlns:a="http://schemas.openxmlformats.org/drawingml/2006/main">
            <a:srgbClr val="0C1727"/>
          </a:solidFill>
          <a:ln xmlns:a="http://schemas.openxmlformats.org/drawingml/2006/main" w="9525">
            <a:solidFill>
              <a:srgbClr val="2D425B"/>
            </a:solidFill>
            <a:prstDash val="solid"/>
          </a:ln>
        </p:spPr>
      </p:sp>
      <p:sp>
        <p:nvSpPr>
          <p:cNvPr id="38" name="held-pattern-accent">
            <a:extLst xmlns:a="http://schemas.openxmlformats.org/drawingml/2006/main">
              <a:ext uri="{FF2B5EF4-FFF2-40B4-BE49-F238E27FC236}">
                <a16:creationId xmlns:a16="http://schemas.microsoft.com/office/drawing/2014/main" id="{8CF8DAA8-3B64-4B09-8FD2-4DC9E84D7707}"/>
              </a:ext>
            </a:extLst>
          </p:cNvPr>
          <p:cNvSpPr>
            <a:spLocks xmlns:a="http://schemas.openxmlformats.org/drawingml/2006/main" noGrp="1"/>
          </p:cNvSpPr>
          <p:nvPr/>
        </p:nvSpPr>
        <p:spPr>
          <a:xfrm xmlns:a="http://schemas.openxmlformats.org/drawingml/2006/main">
            <a:off x="2343150" y="4991100"/>
            <a:ext cx="57150" cy="1200150"/>
          </a:xfrm>
          <a:prstGeom xmlns:a="http://schemas.openxmlformats.org/drawingml/2006/main" prst="roundRect">
            <a:avLst>
              <a:gd name="adj" fmla="val 50000"/>
            </a:avLst>
          </a:prstGeom>
          <a:solidFill xmlns:a="http://schemas.openxmlformats.org/drawingml/2006/main">
            <a:srgbClr val="42C6FF"/>
          </a:solidFill>
          <a:ln xmlns:a="http://schemas.openxmlformats.org/drawingml/2006/main" w="0">
            <a:noFill/>
            <a:prstDash val="solid"/>
          </a:ln>
        </p:spPr>
      </p:sp>
      <p:sp>
        <p:nvSpPr>
          <p:cNvPr id="39" name="held-pattern-title">
            <a:extLst xmlns:a="http://schemas.openxmlformats.org/drawingml/2006/main">
              <a:ext uri="{FF2B5EF4-FFF2-40B4-BE49-F238E27FC236}">
                <a16:creationId xmlns:a16="http://schemas.microsoft.com/office/drawing/2014/main" id="{995348AA-9DD5-4CC7-AAB0-E60C74F51B0F}"/>
              </a:ext>
            </a:extLst>
          </p:cNvPr>
          <p:cNvSpPr>
            <a:spLocks xmlns:a="http://schemas.openxmlformats.org/drawingml/2006/main" noGrp="1"/>
          </p:cNvSpPr>
          <p:nvPr/>
        </p:nvSpPr>
        <p:spPr>
          <a:xfrm xmlns:a="http://schemas.openxmlformats.org/drawingml/2006/main">
            <a:off x="2571750" y="5124450"/>
            <a:ext cx="7105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42C6FF"/>
                </a:solidFill>
                <a:latin typeface="Consolas"/>
                <a:ea typeface="Consolas"/>
                <a:cs typeface="Consolas"/>
              </a:defRPr>
            </a:pPr>
            <a:r>
              <a:rPr sz="1125" b="1">
                <a:solidFill>
                  <a:srgbClr val="42C6FF"/>
                </a:solidFill>
                <a:latin typeface="Consolas"/>
                <a:ea typeface="Consolas"/>
                <a:cs typeface="Consolas"/>
              </a:rPr>
              <a:t>DURABLE CONTROL PATH</a:t>
            </a:r>
          </a:p>
        </p:txBody>
      </p:sp>
      <p:sp>
        <p:nvSpPr>
          <p:cNvPr id="40" name="held-pattern-text">
            <a:extLst xmlns:a="http://schemas.openxmlformats.org/drawingml/2006/main">
              <a:ext uri="{FF2B5EF4-FFF2-40B4-BE49-F238E27FC236}">
                <a16:creationId xmlns:a16="http://schemas.microsoft.com/office/drawing/2014/main" id="{D8CC0642-8DD0-42F5-BF5D-54480F46536B}"/>
              </a:ext>
            </a:extLst>
          </p:cNvPr>
          <p:cNvSpPr>
            <a:spLocks xmlns:a="http://schemas.openxmlformats.org/drawingml/2006/main" noGrp="1"/>
          </p:cNvSpPr>
          <p:nvPr/>
        </p:nvSpPr>
        <p:spPr>
          <a:xfrm xmlns:a="http://schemas.openxmlformats.org/drawingml/2006/main">
            <a:off x="2571750" y="5448300"/>
            <a:ext cx="7105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275" b="0">
                <a:solidFill>
                  <a:srgbClr val="F4F7FB"/>
                </a:solidFill>
                <a:latin typeface="Consolas"/>
                <a:ea typeface="Consolas"/>
                <a:cs typeface="Consolas"/>
              </a:defRPr>
            </a:pPr>
            <a:r>
              <a:rPr sz="1275" b="0">
                <a:solidFill>
                  <a:srgbClr val="F4F7FB"/>
                </a:solidFill>
                <a:latin typeface="Consolas"/>
                <a:ea typeface="Consolas"/>
                <a:cs typeface="Consolas"/>
              </a:rPr>
              <a:t>controller input  -&gt; command  -&gt; subsystem method  -&gt; device API</a:t>
            </a:r>
          </a:p>
        </p:txBody>
      </p:sp>
      <p:sp>
        <p:nvSpPr>
          <p:cNvPr id="41" name="footer-left">
            <a:extLst xmlns:a="http://schemas.openxmlformats.org/drawingml/2006/main">
              <a:ext uri="{FF2B5EF4-FFF2-40B4-BE49-F238E27FC236}">
                <a16:creationId xmlns:a16="http://schemas.microsoft.com/office/drawing/2014/main" id="{94115B8A-D5A0-4429-AF4E-A754C50F448F}"/>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42" name="footer-number">
            <a:extLst xmlns:a="http://schemas.openxmlformats.org/drawingml/2006/main">
              <a:ext uri="{FF2B5EF4-FFF2-40B4-BE49-F238E27FC236}">
                <a16:creationId xmlns:a16="http://schemas.microsoft.com/office/drawing/2014/main" id="{305A034F-0958-41D6-9E0B-291304A107BE}"/>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07</a:t>
            </a:r>
          </a:p>
        </p:txBody>
      </p:sp>
    </p:spTree>
    <p:extLst>
      <p:ext uri="{BB962C8B-B14F-4D97-AF65-F5344CB8AC3E}">
        <p14:creationId xmlns:p14="http://schemas.microsoft.com/office/powerpoint/2010/main" val="1599146829"/>
      </p:ext>
    </p:extLst>
  </p:cSld>
</p:sld>
</file>

<file path=ppt/slides/slide8.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0" name="section-label">
            <a:extLst xmlns:a="http://schemas.openxmlformats.org/drawingml/2006/main">
              <a:ext uri="{FF2B5EF4-FFF2-40B4-BE49-F238E27FC236}">
                <a16:creationId xmlns:a16="http://schemas.microsoft.com/office/drawing/2014/main" id="{23804CE4-0C2E-4711-BEED-6B96ACCC7F5A}"/>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3 · HARDWARE OPERATION</a:t>
            </a:r>
          </a:p>
        </p:txBody>
      </p:sp>
      <p:sp>
        <p:nvSpPr>
          <p:cNvPr id="2" name="slide-title">
            <a:extLst xmlns:a="http://schemas.openxmlformats.org/drawingml/2006/main">
              <a:ext uri="{FF2B5EF4-FFF2-40B4-BE49-F238E27FC236}">
                <a16:creationId xmlns:a16="http://schemas.microsoft.com/office/drawing/2014/main" id="{6DD6D136-C7F6-4B8A-9010-E3F1D892B1BB}"/>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The climber already demonstrates the CAN module pattern</a:t>
            </a:r>
          </a:p>
        </p:txBody>
      </p:sp>
      <p:sp>
        <p:nvSpPr>
          <p:cNvPr id="3" name="slide-subtitle">
            <a:extLst xmlns:a="http://schemas.openxmlformats.org/drawingml/2006/main">
              <a:ext uri="{FF2B5EF4-FFF2-40B4-BE49-F238E27FC236}">
                <a16:creationId xmlns:a16="http://schemas.microsoft.com/office/drawing/2014/main" id="{1B042098-7923-4B53-A5B5-9E41601D887F}"/>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The roboRIO addresses one module over CAN; that module controls the two pneumatic valves.</a:t>
            </a:r>
          </a:p>
        </p:txBody>
      </p:sp>
      <p:sp>
        <p:nvSpPr>
          <p:cNvPr id="4" name="title-rule">
            <a:extLst xmlns:a="http://schemas.openxmlformats.org/drawingml/2006/main">
              <a:ext uri="{FF2B5EF4-FFF2-40B4-BE49-F238E27FC236}">
                <a16:creationId xmlns:a16="http://schemas.microsoft.com/office/drawing/2014/main" id="{32A6F104-FE71-4F12-8113-4C36AF604A3C}"/>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climber-command-panel">
            <a:extLst xmlns:a="http://schemas.openxmlformats.org/drawingml/2006/main">
              <a:ext uri="{FF2B5EF4-FFF2-40B4-BE49-F238E27FC236}">
                <a16:creationId xmlns:a16="http://schemas.microsoft.com/office/drawing/2014/main" id="{2E405B21-EE5F-4C28-82CE-1B50DA86C1AA}"/>
              </a:ext>
            </a:extLst>
          </p:cNvPr>
          <p:cNvSpPr>
            <a:spLocks xmlns:a="http://schemas.openxmlformats.org/drawingml/2006/main" noGrp="1"/>
          </p:cNvSpPr>
          <p:nvPr/>
        </p:nvSpPr>
        <p:spPr>
          <a:xfrm xmlns:a="http://schemas.openxmlformats.org/drawingml/2006/main">
            <a:off x="609600" y="1924050"/>
            <a:ext cx="4953000" cy="3028950"/>
          </a:xfrm>
          <a:prstGeom xmlns:a="http://schemas.openxmlformats.org/drawingml/2006/main" prst="roundRect">
            <a:avLst>
              <a:gd name="adj" fmla="val 3774"/>
            </a:avLst>
          </a:prstGeom>
          <a:solidFill xmlns:a="http://schemas.openxmlformats.org/drawingml/2006/main">
            <a:srgbClr val="0C1727"/>
          </a:solidFill>
          <a:ln xmlns:a="http://schemas.openxmlformats.org/drawingml/2006/main" w="9525">
            <a:solidFill>
              <a:srgbClr val="2D425B"/>
            </a:solidFill>
            <a:prstDash val="solid"/>
          </a:ln>
        </p:spPr>
      </p:sp>
      <p:sp>
        <p:nvSpPr>
          <p:cNvPr id="6" name="climber-command-accent">
            <a:extLst xmlns:a="http://schemas.openxmlformats.org/drawingml/2006/main">
              <a:ext uri="{FF2B5EF4-FFF2-40B4-BE49-F238E27FC236}">
                <a16:creationId xmlns:a16="http://schemas.microsoft.com/office/drawing/2014/main" id="{DE33761D-0E14-49AE-900B-E1C061DA45F0}"/>
              </a:ext>
            </a:extLst>
          </p:cNvPr>
          <p:cNvSpPr>
            <a:spLocks xmlns:a="http://schemas.openxmlformats.org/drawingml/2006/main" noGrp="1"/>
          </p:cNvSpPr>
          <p:nvPr/>
        </p:nvSpPr>
        <p:spPr>
          <a:xfrm xmlns:a="http://schemas.openxmlformats.org/drawingml/2006/main">
            <a:off x="609600" y="1924050"/>
            <a:ext cx="57150" cy="3028950"/>
          </a:xfrm>
          <a:prstGeom xmlns:a="http://schemas.openxmlformats.org/drawingml/2006/main" prst="roundRect">
            <a:avLst>
              <a:gd name="adj" fmla="val 50000"/>
            </a:avLst>
          </a:prstGeom>
          <a:solidFill xmlns:a="http://schemas.openxmlformats.org/drawingml/2006/main">
            <a:srgbClr val="FFB64D"/>
          </a:solidFill>
          <a:ln xmlns:a="http://schemas.openxmlformats.org/drawingml/2006/main" w="0">
            <a:noFill/>
            <a:prstDash val="solid"/>
          </a:ln>
        </p:spPr>
      </p:sp>
      <p:sp>
        <p:nvSpPr>
          <p:cNvPr id="7" name="climber-command-title">
            <a:extLst xmlns:a="http://schemas.openxmlformats.org/drawingml/2006/main">
              <a:ext uri="{FF2B5EF4-FFF2-40B4-BE49-F238E27FC236}">
                <a16:creationId xmlns:a16="http://schemas.microsoft.com/office/drawing/2014/main" id="{FB9F4AC4-B3CB-45D4-AEDC-F074089B80A3}"/>
              </a:ext>
            </a:extLst>
          </p:cNvPr>
          <p:cNvSpPr>
            <a:spLocks xmlns:a="http://schemas.openxmlformats.org/drawingml/2006/main" noGrp="1"/>
          </p:cNvSpPr>
          <p:nvPr/>
        </p:nvSpPr>
        <p:spPr>
          <a:xfrm xmlns:a="http://schemas.openxmlformats.org/drawingml/2006/main">
            <a:off x="838200" y="2057400"/>
            <a:ext cx="455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FFB64D"/>
                </a:solidFill>
                <a:latin typeface="Consolas"/>
                <a:ea typeface="Consolas"/>
                <a:cs typeface="Consolas"/>
              </a:defRPr>
            </a:pPr>
            <a:r>
              <a:rPr sz="1125" b="1">
                <a:solidFill>
                  <a:srgbClr val="FFB64D"/>
                </a:solidFill>
                <a:latin typeface="Consolas"/>
                <a:ea typeface="Consolas"/>
                <a:cs typeface="Consolas"/>
              </a:rPr>
              <a:t>2020 climber connection</a:t>
            </a:r>
          </a:p>
        </p:txBody>
      </p:sp>
      <p:sp>
        <p:nvSpPr>
          <p:cNvPr id="8" name="climber-command-text">
            <a:extLst xmlns:a="http://schemas.openxmlformats.org/drawingml/2006/main">
              <a:ext uri="{FF2B5EF4-FFF2-40B4-BE49-F238E27FC236}">
                <a16:creationId xmlns:a16="http://schemas.microsoft.com/office/drawing/2014/main" id="{B3AEF23D-1673-4D9A-B5BF-1DAB408DF853}"/>
              </a:ext>
            </a:extLst>
          </p:cNvPr>
          <p:cNvSpPr>
            <a:spLocks xmlns:a="http://schemas.openxmlformats.org/drawingml/2006/main" noGrp="1"/>
          </p:cNvSpPr>
          <p:nvPr/>
        </p:nvSpPr>
        <p:spPr>
          <a:xfrm xmlns:a="http://schemas.openxmlformats.org/drawingml/2006/main">
            <a:off x="838200" y="2381250"/>
            <a:ext cx="455295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roboRIO  -&gt;  CAN bus  -&gt;  CTRE PCM</a:t>
            </a:r>
          </a:p>
          <a:p xmlns:a="http://schemas.openxmlformats.org/drawingml/2006/main">
            <a:pPr algn="l">
              <a:lnSpc>
                <a:spcPct val="102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
            </a:r>
          </a:p>
          <a:p xmlns:a="http://schemas.openxmlformats.org/drawingml/2006/main">
            <a:pPr algn="l">
              <a:lnSpc>
                <a:spcPct val="102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PCM  -&gt;  left pneumatic valve</a:t>
            </a:r>
          </a:p>
          <a:p xmlns:a="http://schemas.openxmlformats.org/drawingml/2006/main">
            <a:pPr algn="l">
              <a:lnSpc>
                <a:spcPct val="102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PCM  -&gt;  right pneumatic valve</a:t>
            </a:r>
          </a:p>
          <a:p xmlns:a="http://schemas.openxmlformats.org/drawingml/2006/main">
            <a:r>
              <a:t/>
            </a:r>
          </a:p>
          <a:p xmlns:a="http://schemas.openxmlformats.org/drawingml/2006/main">
            <a:pPr algn="l">
              <a:lnSpc>
                <a:spcPct val="102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The solenoids are controlled by the module;</a:t>
            </a:r>
          </a:p>
          <a:p xmlns:a="http://schemas.openxmlformats.org/drawingml/2006/main">
            <a:pPr algn="l">
              <a:lnSpc>
                <a:spcPct val="102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they are not individual CAN devices.</a:t>
            </a:r>
          </a:p>
        </p:txBody>
      </p:sp>
      <p:sp>
        <p:nvSpPr>
          <p:cNvPr id="9" name="">
            <a:extLst xmlns:a="http://schemas.openxmlformats.org/drawingml/2006/main">
              <a:ext uri="{FF2B5EF4-FFF2-40B4-BE49-F238E27FC236}">
                <a16:creationId xmlns:a16="http://schemas.microsoft.com/office/drawing/2014/main" id="{ECCE702E-50AA-4E66-97C5-940F3ADD9899}"/>
              </a:ext>
            </a:extLst>
          </p:cNvPr>
          <p:cNvSpPr>
            <a:spLocks xmlns:a="http://schemas.openxmlformats.org/drawingml/2006/main" noGrp="1"/>
          </p:cNvSpPr>
          <p:nvPr/>
        </p:nvSpPr>
        <p:spPr>
          <a:xfrm xmlns:a="http://schemas.openxmlformats.org/drawingml/2006/main">
            <a:off x="6229350" y="20764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4F7FB"/>
                </a:solidFill>
                <a:latin typeface="Aptos"/>
                <a:ea typeface="Aptos"/>
                <a:cs typeface="Aptos"/>
              </a:defRPr>
            </a:pPr>
            <a:r>
              <a:rPr sz="2025" b="1">
                <a:solidFill>
                  <a:srgbClr val="F4F7FB"/>
                </a:solidFill>
                <a:latin typeface="Aptos"/>
                <a:ea typeface="Aptos"/>
                <a:cs typeface="Aptos"/>
              </a:rPr>
              <a:t>State transition</a:t>
            </a:r>
          </a:p>
        </p:txBody>
      </p:sp>
      <p:sp>
        <p:nvSpPr>
          <p:cNvPr id="10" name="retracted">
            <a:extLst xmlns:a="http://schemas.openxmlformats.org/drawingml/2006/main">
              <a:ext uri="{FF2B5EF4-FFF2-40B4-BE49-F238E27FC236}">
                <a16:creationId xmlns:a16="http://schemas.microsoft.com/office/drawing/2014/main" id="{06725329-7245-4CEF-9779-5B966EE8586F}"/>
              </a:ext>
            </a:extLst>
          </p:cNvPr>
          <p:cNvSpPr>
            <a:spLocks xmlns:a="http://schemas.openxmlformats.org/drawingml/2006/main" noGrp="1"/>
          </p:cNvSpPr>
          <p:nvPr/>
        </p:nvSpPr>
        <p:spPr>
          <a:xfrm xmlns:a="http://schemas.openxmlformats.org/drawingml/2006/main">
            <a:off x="6381750" y="2857500"/>
            <a:ext cx="2000250" cy="914400"/>
          </a:xfrm>
          <a:prstGeom xmlns:a="http://schemas.openxmlformats.org/drawingml/2006/main" prst="roundRect">
            <a:avLst>
              <a:gd name="adj" fmla="val 14583"/>
            </a:avLst>
          </a:prstGeom>
          <a:solidFill xmlns:a="http://schemas.openxmlformats.org/drawingml/2006/main">
            <a:srgbClr val="101E31"/>
          </a:solidFill>
          <a:ln xmlns:a="http://schemas.openxmlformats.org/drawingml/2006/main" w="9525">
            <a:solidFill>
              <a:srgbClr val="42C6FF"/>
            </a:solidFill>
            <a:prstDash val="solid"/>
          </a:ln>
        </p:spPr>
      </p:sp>
      <p:sp>
        <p:nvSpPr>
          <p:cNvPr id="11" name="">
            <a:extLst xmlns:a="http://schemas.openxmlformats.org/drawingml/2006/main">
              <a:ext uri="{FF2B5EF4-FFF2-40B4-BE49-F238E27FC236}">
                <a16:creationId xmlns:a16="http://schemas.microsoft.com/office/drawing/2014/main" id="{017D4A34-7EA3-4DAF-A8E0-F200D346B2BC}"/>
              </a:ext>
            </a:extLst>
          </p:cNvPr>
          <p:cNvSpPr>
            <a:spLocks xmlns:a="http://schemas.openxmlformats.org/drawingml/2006/main" noGrp="1"/>
          </p:cNvSpPr>
          <p:nvPr/>
        </p:nvSpPr>
        <p:spPr>
          <a:xfrm xmlns:a="http://schemas.openxmlformats.org/drawingml/2006/main">
            <a:off x="6629400" y="3143250"/>
            <a:ext cx="1504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42C6FF"/>
                </a:solidFill>
                <a:latin typeface="Aptos"/>
                <a:ea typeface="Aptos"/>
                <a:cs typeface="Aptos"/>
              </a:defRPr>
            </a:pPr>
            <a:r>
              <a:rPr sz="1800" b="1">
                <a:solidFill>
                  <a:srgbClr val="42C6FF"/>
                </a:solidFill>
                <a:latin typeface="Aptos"/>
                <a:ea typeface="Aptos"/>
                <a:cs typeface="Aptos"/>
              </a:rPr>
              <a:t>Retracted</a:t>
            </a:r>
          </a:p>
        </p:txBody>
      </p:sp>
      <p:sp>
        <p:nvSpPr>
          <p:cNvPr id="12" name="">
            <a:extLst xmlns:a="http://schemas.openxmlformats.org/drawingml/2006/main">
              <a:ext uri="{FF2B5EF4-FFF2-40B4-BE49-F238E27FC236}">
                <a16:creationId xmlns:a16="http://schemas.microsoft.com/office/drawing/2014/main" id="{07D417DB-A950-476A-A3AB-0858B905641E}"/>
              </a:ext>
            </a:extLst>
          </p:cNvPr>
          <p:cNvSpPr>
            <a:spLocks xmlns:a="http://schemas.openxmlformats.org/drawingml/2006/main" noGrp="1"/>
          </p:cNvSpPr>
          <p:nvPr/>
        </p:nvSpPr>
        <p:spPr>
          <a:xfrm xmlns:a="http://schemas.openxmlformats.org/drawingml/2006/main">
            <a:off x="8572500" y="308610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2250" b="1">
                <a:solidFill>
                  <a:srgbClr val="FFB64D"/>
                </a:solidFill>
                <a:latin typeface="Aptos"/>
                <a:ea typeface="Aptos"/>
                <a:cs typeface="Aptos"/>
              </a:defRPr>
            </a:pPr>
            <a:r>
              <a:rPr sz="2250" b="1">
                <a:solidFill>
                  <a:srgbClr val="FFB64D"/>
                </a:solidFill>
                <a:latin typeface="Aptos"/>
                <a:ea typeface="Aptos"/>
                <a:cs typeface="Aptos"/>
              </a:rPr>
              <a:t>⇄</a:t>
            </a:r>
          </a:p>
        </p:txBody>
      </p:sp>
      <p:sp>
        <p:nvSpPr>
          <p:cNvPr id="13" name="extended">
            <a:extLst xmlns:a="http://schemas.openxmlformats.org/drawingml/2006/main">
              <a:ext uri="{FF2B5EF4-FFF2-40B4-BE49-F238E27FC236}">
                <a16:creationId xmlns:a16="http://schemas.microsoft.com/office/drawing/2014/main" id="{FA3A52C7-9E53-4B16-834D-9812268013FA}"/>
              </a:ext>
            </a:extLst>
          </p:cNvPr>
          <p:cNvSpPr>
            <a:spLocks xmlns:a="http://schemas.openxmlformats.org/drawingml/2006/main" noGrp="1"/>
          </p:cNvSpPr>
          <p:nvPr/>
        </p:nvSpPr>
        <p:spPr>
          <a:xfrm xmlns:a="http://schemas.openxmlformats.org/drawingml/2006/main">
            <a:off x="9410700" y="2857500"/>
            <a:ext cx="2000250" cy="914400"/>
          </a:xfrm>
          <a:prstGeom xmlns:a="http://schemas.openxmlformats.org/drawingml/2006/main" prst="roundRect">
            <a:avLst>
              <a:gd name="adj" fmla="val 14583"/>
            </a:avLst>
          </a:prstGeom>
          <a:solidFill xmlns:a="http://schemas.openxmlformats.org/drawingml/2006/main">
            <a:srgbClr val="101E31"/>
          </a:solidFill>
          <a:ln xmlns:a="http://schemas.openxmlformats.org/drawingml/2006/main" w="9525">
            <a:solidFill>
              <a:srgbClr val="62D48A"/>
            </a:solidFill>
            <a:prstDash val="solid"/>
          </a:ln>
        </p:spPr>
      </p:sp>
      <p:sp>
        <p:nvSpPr>
          <p:cNvPr id="14" name="">
            <a:extLst xmlns:a="http://schemas.openxmlformats.org/drawingml/2006/main">
              <a:ext uri="{FF2B5EF4-FFF2-40B4-BE49-F238E27FC236}">
                <a16:creationId xmlns:a16="http://schemas.microsoft.com/office/drawing/2014/main" id="{DCC7C917-04E5-49C2-96AC-7D4C58F881EF}"/>
              </a:ext>
            </a:extLst>
          </p:cNvPr>
          <p:cNvSpPr>
            <a:spLocks xmlns:a="http://schemas.openxmlformats.org/drawingml/2006/main" noGrp="1"/>
          </p:cNvSpPr>
          <p:nvPr/>
        </p:nvSpPr>
        <p:spPr>
          <a:xfrm xmlns:a="http://schemas.openxmlformats.org/drawingml/2006/main">
            <a:off x="9658350" y="3143250"/>
            <a:ext cx="1504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62D48A"/>
                </a:solidFill>
                <a:latin typeface="Aptos"/>
                <a:ea typeface="Aptos"/>
                <a:cs typeface="Aptos"/>
              </a:defRPr>
            </a:pPr>
            <a:r>
              <a:rPr sz="1800" b="1">
                <a:solidFill>
                  <a:srgbClr val="62D48A"/>
                </a:solidFill>
                <a:latin typeface="Aptos"/>
                <a:ea typeface="Aptos"/>
                <a:cs typeface="Aptos"/>
              </a:rPr>
              <a:t>Extended</a:t>
            </a:r>
          </a:p>
        </p:txBody>
      </p:sp>
      <p:sp>
        <p:nvSpPr>
          <p:cNvPr id="15" name="">
            <a:extLst xmlns:a="http://schemas.openxmlformats.org/drawingml/2006/main">
              <a:ext uri="{FF2B5EF4-FFF2-40B4-BE49-F238E27FC236}">
                <a16:creationId xmlns:a16="http://schemas.microsoft.com/office/drawing/2014/main" id="{49B895A1-41EF-4C75-9541-CF2827C39DE5}"/>
              </a:ext>
            </a:extLst>
          </p:cNvPr>
          <p:cNvSpPr>
            <a:spLocks xmlns:a="http://schemas.openxmlformats.org/drawingml/2006/main" noGrp="1"/>
          </p:cNvSpPr>
          <p:nvPr/>
        </p:nvSpPr>
        <p:spPr>
          <a:xfrm xmlns:a="http://schemas.openxmlformats.org/drawingml/2006/main">
            <a:off x="6229350" y="4438650"/>
            <a:ext cx="5181600" cy="1066800"/>
          </a:xfrm>
          <a:prstGeom xmlns:a="http://schemas.openxmlformats.org/drawingml/2006/main" prst="roundRect">
            <a:avLst>
              <a:gd name="adj" fmla="val 10714"/>
            </a:avLst>
          </a:prstGeom>
          <a:solidFill xmlns:a="http://schemas.openxmlformats.org/drawingml/2006/main">
            <a:srgbClr val="162941"/>
          </a:solidFill>
          <a:ln xmlns:a="http://schemas.openxmlformats.org/drawingml/2006/main" w="9525">
            <a:solidFill>
              <a:srgbClr val="FFB64D"/>
            </a:solidFill>
            <a:prstDash val="solid"/>
          </a:ln>
        </p:spPr>
      </p:sp>
      <p:sp>
        <p:nvSpPr>
          <p:cNvPr id="16" name="">
            <a:extLst xmlns:a="http://schemas.openxmlformats.org/drawingml/2006/main">
              <a:ext uri="{FF2B5EF4-FFF2-40B4-BE49-F238E27FC236}">
                <a16:creationId xmlns:a16="http://schemas.microsoft.com/office/drawing/2014/main" id="{E181F09B-AD18-4CAD-AD7D-3AAD8851DFDC}"/>
              </a:ext>
            </a:extLst>
          </p:cNvPr>
          <p:cNvSpPr>
            <a:spLocks xmlns:a="http://schemas.openxmlformats.org/drawingml/2006/main" noGrp="1"/>
          </p:cNvSpPr>
          <p:nvPr/>
        </p:nvSpPr>
        <p:spPr>
          <a:xfrm xmlns:a="http://schemas.openxmlformats.org/drawingml/2006/main">
            <a:off x="6477000" y="46482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FFB64D"/>
                </a:solidFill>
                <a:latin typeface="Aptos"/>
                <a:ea typeface="Aptos"/>
                <a:cs typeface="Aptos"/>
              </a:defRPr>
            </a:pPr>
            <a:r>
              <a:rPr sz="1500" b="1">
                <a:solidFill>
                  <a:srgbClr val="FFB64D"/>
                </a:solidFill>
                <a:latin typeface="Aptos"/>
                <a:ea typeface="Aptos"/>
                <a:cs typeface="Aptos"/>
              </a:rPr>
              <a:t>Startup assumption</a:t>
            </a:r>
          </a:p>
        </p:txBody>
      </p:sp>
      <p:sp>
        <p:nvSpPr>
          <p:cNvPr id="17" name="">
            <a:extLst xmlns:a="http://schemas.openxmlformats.org/drawingml/2006/main">
              <a:ext uri="{FF2B5EF4-FFF2-40B4-BE49-F238E27FC236}">
                <a16:creationId xmlns:a16="http://schemas.microsoft.com/office/drawing/2014/main" id="{0FDCB721-C61A-449D-9859-BD90F0B50EFA}"/>
              </a:ext>
            </a:extLst>
          </p:cNvPr>
          <p:cNvSpPr>
            <a:spLocks xmlns:a="http://schemas.openxmlformats.org/drawingml/2006/main" noGrp="1"/>
          </p:cNvSpPr>
          <p:nvPr/>
        </p:nvSpPr>
        <p:spPr>
          <a:xfrm xmlns:a="http://schemas.openxmlformats.org/drawingml/2006/main">
            <a:off x="6477000" y="4991100"/>
            <a:ext cx="462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F4F7FB"/>
                </a:solidFill>
                <a:latin typeface="Aptos"/>
                <a:ea typeface="Aptos"/>
                <a:cs typeface="Aptos"/>
              </a:defRPr>
            </a:pPr>
            <a:r>
              <a:rPr sz="1350" b="0">
                <a:solidFill>
                  <a:srgbClr val="F4F7FB"/>
                </a:solidFill>
                <a:latin typeface="Aptos"/>
                <a:ea typeface="Aptos"/>
                <a:cs typeface="Aptos"/>
              </a:rPr>
              <a:t>The code starts with armsExtended = false. The physical arms must begin retracted.</a:t>
            </a:r>
          </a:p>
        </p:txBody>
      </p:sp>
      <p:sp>
        <p:nvSpPr>
          <p:cNvPr id="18" name="footer-left">
            <a:extLst xmlns:a="http://schemas.openxmlformats.org/drawingml/2006/main">
              <a:ext uri="{FF2B5EF4-FFF2-40B4-BE49-F238E27FC236}">
                <a16:creationId xmlns:a16="http://schemas.microsoft.com/office/drawing/2014/main" id="{816F9F98-B1A5-453A-8C60-9B090580AC6E}"/>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19" name="footer-number">
            <a:extLst xmlns:a="http://schemas.openxmlformats.org/drawingml/2006/main">
              <a:ext uri="{FF2B5EF4-FFF2-40B4-BE49-F238E27FC236}">
                <a16:creationId xmlns:a16="http://schemas.microsoft.com/office/drawing/2014/main" id="{97552D68-DC7B-4359-ACDD-8488FF48909A}"/>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08</a:t>
            </a:r>
          </a:p>
        </p:txBody>
      </p:sp>
    </p:spTree>
    <p:extLst>
      <p:ext uri="{BB962C8B-B14F-4D97-AF65-F5344CB8AC3E}">
        <p14:creationId xmlns:p14="http://schemas.microsoft.com/office/powerpoint/2010/main" val="603091148"/>
      </p:ext>
    </p:extLst>
  </p:cSld>
</p:sld>
</file>

<file path=ppt/slides/slide9.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3" name="section-label">
            <a:extLst xmlns:a="http://schemas.openxmlformats.org/drawingml/2006/main">
              <a:ext uri="{FF2B5EF4-FFF2-40B4-BE49-F238E27FC236}">
                <a16:creationId xmlns:a16="http://schemas.microsoft.com/office/drawing/2014/main" id="{B24DB374-6C07-4362-9FC7-2476C9E6CDEA}"/>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0D681DA6-E408-4CCF-9B4A-AC37B4DF76B8}"/>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Software gives each hardware piece one owner and one control path</a:t>
            </a:r>
          </a:p>
        </p:txBody>
      </p:sp>
      <p:sp>
        <p:nvSpPr>
          <p:cNvPr id="3" name="slide-subtitle">
            <a:extLst xmlns:a="http://schemas.openxmlformats.org/drawingml/2006/main">
              <a:ext uri="{FF2B5EF4-FFF2-40B4-BE49-F238E27FC236}">
                <a16:creationId xmlns:a16="http://schemas.microsoft.com/office/drawing/2014/main" id="{BA2A3396-EB74-4B95-8B73-64E4A9BCCE06}"/>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RobotContainer creates subsystems and command instances, then connects controller inputs to commands.</a:t>
            </a:r>
          </a:p>
        </p:txBody>
      </p:sp>
      <p:sp>
        <p:nvSpPr>
          <p:cNvPr id="4" name="title-rule">
            <a:extLst xmlns:a="http://schemas.openxmlformats.org/drawingml/2006/main">
              <a:ext uri="{FF2B5EF4-FFF2-40B4-BE49-F238E27FC236}">
                <a16:creationId xmlns:a16="http://schemas.microsoft.com/office/drawing/2014/main" id="{E8000023-3791-46DE-83AA-B539182C6A6E}"/>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layer-0">
            <a:extLst xmlns:a="http://schemas.openxmlformats.org/drawingml/2006/main">
              <a:ext uri="{FF2B5EF4-FFF2-40B4-BE49-F238E27FC236}">
                <a16:creationId xmlns:a16="http://schemas.microsoft.com/office/drawing/2014/main" id="{66D249D3-2432-4ADF-86A6-01A36826B1FA}"/>
              </a:ext>
            </a:extLst>
          </p:cNvPr>
          <p:cNvSpPr>
            <a:spLocks xmlns:a="http://schemas.openxmlformats.org/drawingml/2006/main" noGrp="1"/>
          </p:cNvSpPr>
          <p:nvPr/>
        </p:nvSpPr>
        <p:spPr>
          <a:xfrm xmlns:a="http://schemas.openxmlformats.org/drawingml/2006/main">
            <a:off x="60960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FFB64D"/>
            </a:solidFill>
            <a:prstDash val="solid"/>
          </a:ln>
        </p:spPr>
      </p:sp>
      <p:sp>
        <p:nvSpPr>
          <p:cNvPr id="6" name="layer-1">
            <a:extLst xmlns:a="http://schemas.openxmlformats.org/drawingml/2006/main">
              <a:ext uri="{FF2B5EF4-FFF2-40B4-BE49-F238E27FC236}">
                <a16:creationId xmlns:a16="http://schemas.microsoft.com/office/drawing/2014/main" id="{EFFDCADA-846E-497F-AB5F-7721B0537BB6}"/>
              </a:ext>
            </a:extLst>
          </p:cNvPr>
          <p:cNvSpPr>
            <a:spLocks xmlns:a="http://schemas.openxmlformats.org/drawingml/2006/main" noGrp="1"/>
          </p:cNvSpPr>
          <p:nvPr/>
        </p:nvSpPr>
        <p:spPr>
          <a:xfrm xmlns:a="http://schemas.openxmlformats.org/drawingml/2006/main">
            <a:off x="280035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42C6FF"/>
            </a:solidFill>
            <a:prstDash val="solid"/>
          </a:ln>
        </p:spPr>
      </p:sp>
      <p:sp>
        <p:nvSpPr>
          <p:cNvPr id="7" name="layer-2">
            <a:extLst xmlns:a="http://schemas.openxmlformats.org/drawingml/2006/main">
              <a:ext uri="{FF2B5EF4-FFF2-40B4-BE49-F238E27FC236}">
                <a16:creationId xmlns:a16="http://schemas.microsoft.com/office/drawing/2014/main" id="{98B48D6F-3334-45BF-81FB-7E74E77254FB}"/>
              </a:ext>
            </a:extLst>
          </p:cNvPr>
          <p:cNvSpPr>
            <a:spLocks xmlns:a="http://schemas.openxmlformats.org/drawingml/2006/main" noGrp="1"/>
          </p:cNvSpPr>
          <p:nvPr/>
        </p:nvSpPr>
        <p:spPr>
          <a:xfrm xmlns:a="http://schemas.openxmlformats.org/drawingml/2006/main">
            <a:off x="499110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42C6FF"/>
            </a:solidFill>
            <a:prstDash val="solid"/>
          </a:ln>
        </p:spPr>
      </p:sp>
      <p:sp>
        <p:nvSpPr>
          <p:cNvPr id="8" name="layer-3">
            <a:extLst xmlns:a="http://schemas.openxmlformats.org/drawingml/2006/main">
              <a:ext uri="{FF2B5EF4-FFF2-40B4-BE49-F238E27FC236}">
                <a16:creationId xmlns:a16="http://schemas.microsoft.com/office/drawing/2014/main" id="{45EB9CE4-6ACB-4E79-A545-B5506FBB2A75}"/>
              </a:ext>
            </a:extLst>
          </p:cNvPr>
          <p:cNvSpPr>
            <a:spLocks xmlns:a="http://schemas.openxmlformats.org/drawingml/2006/main" noGrp="1"/>
          </p:cNvSpPr>
          <p:nvPr/>
        </p:nvSpPr>
        <p:spPr>
          <a:xfrm xmlns:a="http://schemas.openxmlformats.org/drawingml/2006/main">
            <a:off x="718185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42C6FF"/>
            </a:solidFill>
            <a:prstDash val="solid"/>
          </a:ln>
        </p:spPr>
      </p:sp>
      <p:sp>
        <p:nvSpPr>
          <p:cNvPr id="9" name="layer-4">
            <a:extLst xmlns:a="http://schemas.openxmlformats.org/drawingml/2006/main">
              <a:ext uri="{FF2B5EF4-FFF2-40B4-BE49-F238E27FC236}">
                <a16:creationId xmlns:a16="http://schemas.microsoft.com/office/drawing/2014/main" id="{E51159AA-54CD-44A8-A4E8-5F41B635DEEE}"/>
              </a:ext>
            </a:extLst>
          </p:cNvPr>
          <p:cNvSpPr>
            <a:spLocks xmlns:a="http://schemas.openxmlformats.org/drawingml/2006/main" noGrp="1"/>
          </p:cNvSpPr>
          <p:nvPr/>
        </p:nvSpPr>
        <p:spPr>
          <a:xfrm xmlns:a="http://schemas.openxmlformats.org/drawingml/2006/main">
            <a:off x="937260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62D48A"/>
            </a:solidFill>
            <a:prstDash val="solid"/>
          </a:ln>
        </p:spPr>
      </p:sp>
      <p:cxnSp>
        <p:nvCxnSpPr>
          <p:cNvPr id="172" name=""/>
          <p:cNvCxnSpPr>
            <a:stCxn xmlns:a="http://schemas.openxmlformats.org/drawingml/2006/main" id="5" idx="3"/>
            <a:endCxn xmlns:a="http://schemas.openxmlformats.org/drawingml/2006/main" id="6" idx="1"/>
          </p:cNvCxnSpPr>
          <p:nvPr/>
        </p:nvCxnSpPr>
        <p:spPr>
          <a:xfrm xmlns:a="http://schemas.openxmlformats.org/drawingml/2006/main">
            <a:off x="249555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73" name=""/>
          <p:cNvCxnSpPr>
            <a:stCxn xmlns:a="http://schemas.openxmlformats.org/drawingml/2006/main" id="6" idx="3"/>
            <a:endCxn xmlns:a="http://schemas.openxmlformats.org/drawingml/2006/main" id="7" idx="1"/>
          </p:cNvCxnSpPr>
          <p:nvPr/>
        </p:nvCxnSpPr>
        <p:spPr>
          <a:xfrm xmlns:a="http://schemas.openxmlformats.org/drawingml/2006/main">
            <a:off x="468630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74" name=""/>
          <p:cNvCxnSpPr>
            <a:stCxn xmlns:a="http://schemas.openxmlformats.org/drawingml/2006/main" id="7" idx="3"/>
            <a:endCxn xmlns:a="http://schemas.openxmlformats.org/drawingml/2006/main" id="8" idx="1"/>
          </p:cNvCxnSpPr>
          <p:nvPr/>
        </p:nvCxnSpPr>
        <p:spPr>
          <a:xfrm xmlns:a="http://schemas.openxmlformats.org/drawingml/2006/main">
            <a:off x="687705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75" name=""/>
          <p:cNvCxnSpPr>
            <a:stCxn xmlns:a="http://schemas.openxmlformats.org/drawingml/2006/main" id="8" idx="3"/>
            <a:endCxn xmlns:a="http://schemas.openxmlformats.org/drawingml/2006/main" id="9" idx="1"/>
          </p:cNvCxnSpPr>
          <p:nvPr/>
        </p:nvCxnSpPr>
        <p:spPr>
          <a:xfrm xmlns:a="http://schemas.openxmlformats.org/drawingml/2006/main">
            <a:off x="906780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sp>
        <p:nvSpPr>
          <p:cNvPr id="14" name="">
            <a:extLst xmlns:a="http://schemas.openxmlformats.org/drawingml/2006/main">
              <a:ext uri="{FF2B5EF4-FFF2-40B4-BE49-F238E27FC236}">
                <a16:creationId xmlns:a16="http://schemas.microsoft.com/office/drawing/2014/main" id="{B120038E-8AB1-47DB-B65C-77446EEDC9D0}"/>
              </a:ext>
            </a:extLst>
          </p:cNvPr>
          <p:cNvSpPr>
            <a:spLocks xmlns:a="http://schemas.openxmlformats.org/drawingml/2006/main" noGrp="1"/>
          </p:cNvSpPr>
          <p:nvPr/>
        </p:nvSpPr>
        <p:spPr>
          <a:xfrm xmlns:a="http://schemas.openxmlformats.org/drawingml/2006/main">
            <a:off x="78105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FFB64D"/>
                </a:solidFill>
                <a:latin typeface="Aptos"/>
                <a:ea typeface="Aptos"/>
                <a:cs typeface="Aptos"/>
              </a:defRPr>
            </a:pPr>
            <a:r>
              <a:rPr sz="1500" b="1">
                <a:solidFill>
                  <a:srgbClr val="FFB64D"/>
                </a:solidFill>
                <a:latin typeface="Aptos"/>
                <a:ea typeface="Aptos"/>
                <a:cs typeface="Aptos"/>
              </a:rPr>
              <a:t>1</a:t>
            </a:r>
          </a:p>
        </p:txBody>
      </p:sp>
      <p:sp>
        <p:nvSpPr>
          <p:cNvPr id="15" name="">
            <a:extLst xmlns:a="http://schemas.openxmlformats.org/drawingml/2006/main">
              <a:ext uri="{FF2B5EF4-FFF2-40B4-BE49-F238E27FC236}">
                <a16:creationId xmlns:a16="http://schemas.microsoft.com/office/drawing/2014/main" id="{BC157FB7-8EEC-44F8-AA74-013E202FC44A}"/>
              </a:ext>
            </a:extLst>
          </p:cNvPr>
          <p:cNvSpPr>
            <a:spLocks xmlns:a="http://schemas.openxmlformats.org/drawingml/2006/main" noGrp="1"/>
          </p:cNvSpPr>
          <p:nvPr/>
        </p:nvSpPr>
        <p:spPr>
          <a:xfrm xmlns:a="http://schemas.openxmlformats.org/drawingml/2006/main">
            <a:off x="78105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Controllers</a:t>
            </a:r>
          </a:p>
        </p:txBody>
      </p:sp>
      <p:sp>
        <p:nvSpPr>
          <p:cNvPr id="16" name="">
            <a:extLst xmlns:a="http://schemas.openxmlformats.org/drawingml/2006/main">
              <a:ext uri="{FF2B5EF4-FFF2-40B4-BE49-F238E27FC236}">
                <a16:creationId xmlns:a16="http://schemas.microsoft.com/office/drawing/2014/main" id="{F4C6C23D-D900-4B0D-9029-7293117D3121}"/>
              </a:ext>
            </a:extLst>
          </p:cNvPr>
          <p:cNvSpPr>
            <a:spLocks xmlns:a="http://schemas.openxmlformats.org/drawingml/2006/main" noGrp="1"/>
          </p:cNvSpPr>
          <p:nvPr/>
        </p:nvSpPr>
        <p:spPr>
          <a:xfrm xmlns:a="http://schemas.openxmlformats.org/drawingml/2006/main">
            <a:off x="78105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Axes and buttons</a:t>
            </a:r>
          </a:p>
        </p:txBody>
      </p:sp>
      <p:sp>
        <p:nvSpPr>
          <p:cNvPr id="17" name="">
            <a:extLst xmlns:a="http://schemas.openxmlformats.org/drawingml/2006/main">
              <a:ext uri="{FF2B5EF4-FFF2-40B4-BE49-F238E27FC236}">
                <a16:creationId xmlns:a16="http://schemas.microsoft.com/office/drawing/2014/main" id="{EC74DCD4-DA49-4921-941E-FFEA5744CB96}"/>
              </a:ext>
            </a:extLst>
          </p:cNvPr>
          <p:cNvSpPr>
            <a:spLocks xmlns:a="http://schemas.openxmlformats.org/drawingml/2006/main" noGrp="1"/>
          </p:cNvSpPr>
          <p:nvPr/>
        </p:nvSpPr>
        <p:spPr>
          <a:xfrm xmlns:a="http://schemas.openxmlformats.org/drawingml/2006/main">
            <a:off x="297180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2</a:t>
            </a:r>
          </a:p>
        </p:txBody>
      </p:sp>
      <p:sp>
        <p:nvSpPr>
          <p:cNvPr id="18" name="">
            <a:extLst xmlns:a="http://schemas.openxmlformats.org/drawingml/2006/main">
              <a:ext uri="{FF2B5EF4-FFF2-40B4-BE49-F238E27FC236}">
                <a16:creationId xmlns:a16="http://schemas.microsoft.com/office/drawing/2014/main" id="{5BC79FAB-D810-48A1-9A84-31FE26106FE9}"/>
              </a:ext>
            </a:extLst>
          </p:cNvPr>
          <p:cNvSpPr>
            <a:spLocks xmlns:a="http://schemas.openxmlformats.org/drawingml/2006/main" noGrp="1"/>
          </p:cNvSpPr>
          <p:nvPr/>
        </p:nvSpPr>
        <p:spPr>
          <a:xfrm xmlns:a="http://schemas.openxmlformats.org/drawingml/2006/main">
            <a:off x="297180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RobotContainer</a:t>
            </a:r>
          </a:p>
        </p:txBody>
      </p:sp>
      <p:sp>
        <p:nvSpPr>
          <p:cNvPr id="19" name="">
            <a:extLst xmlns:a="http://schemas.openxmlformats.org/drawingml/2006/main">
              <a:ext uri="{FF2B5EF4-FFF2-40B4-BE49-F238E27FC236}">
                <a16:creationId xmlns:a16="http://schemas.microsoft.com/office/drawing/2014/main" id="{BEFB9313-30FA-4610-B987-C70A2F9B78E0}"/>
              </a:ext>
            </a:extLst>
          </p:cNvPr>
          <p:cNvSpPr>
            <a:spLocks xmlns:a="http://schemas.openxmlformats.org/drawingml/2006/main" noGrp="1"/>
          </p:cNvSpPr>
          <p:nvPr/>
        </p:nvSpPr>
        <p:spPr>
          <a:xfrm xmlns:a="http://schemas.openxmlformats.org/drawingml/2006/main">
            <a:off x="297180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Objects and bindings</a:t>
            </a:r>
          </a:p>
        </p:txBody>
      </p:sp>
      <p:sp>
        <p:nvSpPr>
          <p:cNvPr id="20" name="">
            <a:extLst xmlns:a="http://schemas.openxmlformats.org/drawingml/2006/main">
              <a:ext uri="{FF2B5EF4-FFF2-40B4-BE49-F238E27FC236}">
                <a16:creationId xmlns:a16="http://schemas.microsoft.com/office/drawing/2014/main" id="{C7AD9195-9F78-4EB3-9B0F-BD075E3D6099}"/>
              </a:ext>
            </a:extLst>
          </p:cNvPr>
          <p:cNvSpPr>
            <a:spLocks xmlns:a="http://schemas.openxmlformats.org/drawingml/2006/main" noGrp="1"/>
          </p:cNvSpPr>
          <p:nvPr/>
        </p:nvSpPr>
        <p:spPr>
          <a:xfrm xmlns:a="http://schemas.openxmlformats.org/drawingml/2006/main">
            <a:off x="516255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3</a:t>
            </a:r>
          </a:p>
        </p:txBody>
      </p:sp>
      <p:sp>
        <p:nvSpPr>
          <p:cNvPr id="21" name="">
            <a:extLst xmlns:a="http://schemas.openxmlformats.org/drawingml/2006/main">
              <a:ext uri="{FF2B5EF4-FFF2-40B4-BE49-F238E27FC236}">
                <a16:creationId xmlns:a16="http://schemas.microsoft.com/office/drawing/2014/main" id="{4CB70B2E-A2ED-46E9-BF73-B09F224A8EA1}"/>
              </a:ext>
            </a:extLst>
          </p:cNvPr>
          <p:cNvSpPr>
            <a:spLocks xmlns:a="http://schemas.openxmlformats.org/drawingml/2006/main" noGrp="1"/>
          </p:cNvSpPr>
          <p:nvPr/>
        </p:nvSpPr>
        <p:spPr>
          <a:xfrm xmlns:a="http://schemas.openxmlformats.org/drawingml/2006/main">
            <a:off x="516255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Commands</a:t>
            </a:r>
          </a:p>
        </p:txBody>
      </p:sp>
      <p:sp>
        <p:nvSpPr>
          <p:cNvPr id="22" name="">
            <a:extLst xmlns:a="http://schemas.openxmlformats.org/drawingml/2006/main">
              <a:ext uri="{FF2B5EF4-FFF2-40B4-BE49-F238E27FC236}">
                <a16:creationId xmlns:a16="http://schemas.microsoft.com/office/drawing/2014/main" id="{659D0D6A-F970-415C-9F27-EF2FC8AFEAD3}"/>
              </a:ext>
            </a:extLst>
          </p:cNvPr>
          <p:cNvSpPr>
            <a:spLocks xmlns:a="http://schemas.openxmlformats.org/drawingml/2006/main" noGrp="1"/>
          </p:cNvSpPr>
          <p:nvPr/>
        </p:nvSpPr>
        <p:spPr>
          <a:xfrm xmlns:a="http://schemas.openxmlformats.org/drawingml/2006/main">
            <a:off x="516255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Scheduled behavior</a:t>
            </a:r>
          </a:p>
        </p:txBody>
      </p:sp>
      <p:sp>
        <p:nvSpPr>
          <p:cNvPr id="23" name="">
            <a:extLst xmlns:a="http://schemas.openxmlformats.org/drawingml/2006/main">
              <a:ext uri="{FF2B5EF4-FFF2-40B4-BE49-F238E27FC236}">
                <a16:creationId xmlns:a16="http://schemas.microsoft.com/office/drawing/2014/main" id="{80A74869-8F3C-4BCF-9DB6-D83619BFBF64}"/>
              </a:ext>
            </a:extLst>
          </p:cNvPr>
          <p:cNvSpPr>
            <a:spLocks xmlns:a="http://schemas.openxmlformats.org/drawingml/2006/main" noGrp="1"/>
          </p:cNvSpPr>
          <p:nvPr/>
        </p:nvSpPr>
        <p:spPr>
          <a:xfrm xmlns:a="http://schemas.openxmlformats.org/drawingml/2006/main">
            <a:off x="735330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4</a:t>
            </a:r>
          </a:p>
        </p:txBody>
      </p:sp>
      <p:sp>
        <p:nvSpPr>
          <p:cNvPr id="24" name="">
            <a:extLst xmlns:a="http://schemas.openxmlformats.org/drawingml/2006/main">
              <a:ext uri="{FF2B5EF4-FFF2-40B4-BE49-F238E27FC236}">
                <a16:creationId xmlns:a16="http://schemas.microsoft.com/office/drawing/2014/main" id="{3FEB0B8C-23EB-4A0E-9F48-2549F3793C4D}"/>
              </a:ext>
            </a:extLst>
          </p:cNvPr>
          <p:cNvSpPr>
            <a:spLocks xmlns:a="http://schemas.openxmlformats.org/drawingml/2006/main" noGrp="1"/>
          </p:cNvSpPr>
          <p:nvPr/>
        </p:nvSpPr>
        <p:spPr>
          <a:xfrm xmlns:a="http://schemas.openxmlformats.org/drawingml/2006/main">
            <a:off x="735330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Subsystems</a:t>
            </a:r>
          </a:p>
        </p:txBody>
      </p:sp>
      <p:sp>
        <p:nvSpPr>
          <p:cNvPr id="25" name="">
            <a:extLst xmlns:a="http://schemas.openxmlformats.org/drawingml/2006/main">
              <a:ext uri="{FF2B5EF4-FFF2-40B4-BE49-F238E27FC236}">
                <a16:creationId xmlns:a16="http://schemas.microsoft.com/office/drawing/2014/main" id="{CF1EBB5C-BBC4-4461-BB58-BF44A59F29AF}"/>
              </a:ext>
            </a:extLst>
          </p:cNvPr>
          <p:cNvSpPr>
            <a:spLocks xmlns:a="http://schemas.openxmlformats.org/drawingml/2006/main" noGrp="1"/>
          </p:cNvSpPr>
          <p:nvPr/>
        </p:nvSpPr>
        <p:spPr>
          <a:xfrm xmlns:a="http://schemas.openxmlformats.org/drawingml/2006/main">
            <a:off x="735330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Hardware ownership</a:t>
            </a:r>
          </a:p>
        </p:txBody>
      </p:sp>
      <p:sp>
        <p:nvSpPr>
          <p:cNvPr id="26" name="">
            <a:extLst xmlns:a="http://schemas.openxmlformats.org/drawingml/2006/main">
              <a:ext uri="{FF2B5EF4-FFF2-40B4-BE49-F238E27FC236}">
                <a16:creationId xmlns:a16="http://schemas.microsoft.com/office/drawing/2014/main" id="{8722F443-99A4-4283-9B8F-17961319463D}"/>
              </a:ext>
            </a:extLst>
          </p:cNvPr>
          <p:cNvSpPr>
            <a:spLocks xmlns:a="http://schemas.openxmlformats.org/drawingml/2006/main" noGrp="1"/>
          </p:cNvSpPr>
          <p:nvPr/>
        </p:nvSpPr>
        <p:spPr>
          <a:xfrm xmlns:a="http://schemas.openxmlformats.org/drawingml/2006/main">
            <a:off x="954405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62D48A"/>
                </a:solidFill>
                <a:latin typeface="Aptos"/>
                <a:ea typeface="Aptos"/>
                <a:cs typeface="Aptos"/>
              </a:defRPr>
            </a:pPr>
            <a:r>
              <a:rPr sz="1500" b="1">
                <a:solidFill>
                  <a:srgbClr val="62D48A"/>
                </a:solidFill>
                <a:latin typeface="Aptos"/>
                <a:ea typeface="Aptos"/>
                <a:cs typeface="Aptos"/>
              </a:rPr>
              <a:t>5</a:t>
            </a:r>
          </a:p>
        </p:txBody>
      </p:sp>
      <p:sp>
        <p:nvSpPr>
          <p:cNvPr id="27" name="">
            <a:extLst xmlns:a="http://schemas.openxmlformats.org/drawingml/2006/main">
              <a:ext uri="{FF2B5EF4-FFF2-40B4-BE49-F238E27FC236}">
                <a16:creationId xmlns:a16="http://schemas.microsoft.com/office/drawing/2014/main" id="{61947573-9F9C-4F34-9595-20E60B40E304}"/>
              </a:ext>
            </a:extLst>
          </p:cNvPr>
          <p:cNvSpPr>
            <a:spLocks xmlns:a="http://schemas.openxmlformats.org/drawingml/2006/main" noGrp="1"/>
          </p:cNvSpPr>
          <p:nvPr/>
        </p:nvSpPr>
        <p:spPr>
          <a:xfrm xmlns:a="http://schemas.openxmlformats.org/drawingml/2006/main">
            <a:off x="954405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Device APIs</a:t>
            </a:r>
          </a:p>
        </p:txBody>
      </p:sp>
      <p:sp>
        <p:nvSpPr>
          <p:cNvPr id="28" name="">
            <a:extLst xmlns:a="http://schemas.openxmlformats.org/drawingml/2006/main">
              <a:ext uri="{FF2B5EF4-FFF2-40B4-BE49-F238E27FC236}">
                <a16:creationId xmlns:a16="http://schemas.microsoft.com/office/drawing/2014/main" id="{D92685E8-5456-4323-B881-200FA5E019A9}"/>
              </a:ext>
            </a:extLst>
          </p:cNvPr>
          <p:cNvSpPr>
            <a:spLocks xmlns:a="http://schemas.openxmlformats.org/drawingml/2006/main" noGrp="1"/>
          </p:cNvSpPr>
          <p:nvPr/>
        </p:nvSpPr>
        <p:spPr>
          <a:xfrm xmlns:a="http://schemas.openxmlformats.org/drawingml/2006/main">
            <a:off x="954405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PWM or CAN devices</a:t>
            </a:r>
          </a:p>
        </p:txBody>
      </p:sp>
      <p:sp>
        <p:nvSpPr>
          <p:cNvPr id="29" name="">
            <a:extLst xmlns:a="http://schemas.openxmlformats.org/drawingml/2006/main">
              <a:ext uri="{FF2B5EF4-FFF2-40B4-BE49-F238E27FC236}">
                <a16:creationId xmlns:a16="http://schemas.microsoft.com/office/drawing/2014/main" id="{6DEAAB91-8319-494B-808E-911D98777A0E}"/>
              </a:ext>
            </a:extLst>
          </p:cNvPr>
          <p:cNvSpPr>
            <a:spLocks xmlns:a="http://schemas.openxmlformats.org/drawingml/2006/main" noGrp="1"/>
          </p:cNvSpPr>
          <p:nvPr/>
        </p:nvSpPr>
        <p:spPr>
          <a:xfrm xmlns:a="http://schemas.openxmlformats.org/drawingml/2006/main">
            <a:off x="1333500" y="5086350"/>
            <a:ext cx="9525000" cy="590550"/>
          </a:xfrm>
          <a:prstGeom xmlns:a="http://schemas.openxmlformats.org/drawingml/2006/main" prst="roundRect">
            <a:avLst>
              <a:gd name="adj" fmla="val 16129"/>
            </a:avLst>
          </a:prstGeom>
          <a:solidFill xmlns:a="http://schemas.openxmlformats.org/drawingml/2006/main">
            <a:srgbClr val="162941"/>
          </a:solidFill>
          <a:ln xmlns:a="http://schemas.openxmlformats.org/drawingml/2006/main" w="9525">
            <a:solidFill>
              <a:srgbClr val="2D425B"/>
            </a:solidFill>
            <a:prstDash val="solid"/>
          </a:ln>
        </p:spPr>
      </p:sp>
      <p:sp>
        <p:nvSpPr>
          <p:cNvPr id="30" name="">
            <a:extLst xmlns:a="http://schemas.openxmlformats.org/drawingml/2006/main">
              <a:ext uri="{FF2B5EF4-FFF2-40B4-BE49-F238E27FC236}">
                <a16:creationId xmlns:a16="http://schemas.microsoft.com/office/drawing/2014/main" id="{3ED95920-A743-42BE-BF9A-1F14048D41AA}"/>
              </a:ext>
            </a:extLst>
          </p:cNvPr>
          <p:cNvSpPr>
            <a:spLocks xmlns:a="http://schemas.openxmlformats.org/drawingml/2006/main" noGrp="1"/>
          </p:cNvSpPr>
          <p:nvPr/>
        </p:nvSpPr>
        <p:spPr>
          <a:xfrm xmlns:a="http://schemas.openxmlformats.org/drawingml/2006/main">
            <a:off x="1581150" y="5238750"/>
            <a:ext cx="902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CommandScheduler polls triggers, runs scheduled commands, and enforces subsystem requirements.</a:t>
            </a:r>
          </a:p>
        </p:txBody>
      </p:sp>
      <p:sp>
        <p:nvSpPr>
          <p:cNvPr id="31" name="footer-left">
            <a:extLst xmlns:a="http://schemas.openxmlformats.org/drawingml/2006/main">
              <a:ext uri="{FF2B5EF4-FFF2-40B4-BE49-F238E27FC236}">
                <a16:creationId xmlns:a16="http://schemas.microsoft.com/office/drawing/2014/main" id="{0D5B8A41-BA19-4B49-8803-F34C64557D27}"/>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32" name="footer-number">
            <a:extLst xmlns:a="http://schemas.openxmlformats.org/drawingml/2006/main">
              <a:ext uri="{FF2B5EF4-FFF2-40B4-BE49-F238E27FC236}">
                <a16:creationId xmlns:a16="http://schemas.microsoft.com/office/drawing/2014/main" id="{475FB84C-5A8B-406B-8587-77949935478E}"/>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09</a:t>
            </a:r>
          </a:p>
        </p:txBody>
      </p:sp>
    </p:spTree>
    <p:extLst>
      <p:ext uri="{BB962C8B-B14F-4D97-AF65-F5344CB8AC3E}">
        <p14:creationId xmlns:p14="http://schemas.microsoft.com/office/powerpoint/2010/main" val="534196845"/>
      </p:ext>
    </p:extLst>
  </p:cSld>
</p:sld>
</file>

<file path=ppt/slides/slide10.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0" name="section-label">
            <a:extLst xmlns:a="http://schemas.openxmlformats.org/drawingml/2006/main">
              <a:ext uri="{FF2B5EF4-FFF2-40B4-BE49-F238E27FC236}">
                <a16:creationId xmlns:a16="http://schemas.microsoft.com/office/drawing/2014/main" id="{98C6D8DB-FA3C-4E56-AAD5-5C237223C4A1}"/>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81C1F82E-5F59-4444-BF94-999C94854AAD}"/>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RobotContainer creates subsystems, commands, and bindings</a:t>
            </a:r>
          </a:p>
        </p:txBody>
      </p:sp>
      <p:sp>
        <p:nvSpPr>
          <p:cNvPr id="3" name="slide-subtitle">
            <a:extLst xmlns:a="http://schemas.openxmlformats.org/drawingml/2006/main">
              <a:ext uri="{FF2B5EF4-FFF2-40B4-BE49-F238E27FC236}">
                <a16:creationId xmlns:a16="http://schemas.microsoft.com/office/drawing/2014/main" id="{ECE56417-A938-4757-B75C-33797ACB71BB}"/>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Subsystem constructors create hardware objects; RobotContainer then configures commands and controller bindings.</a:t>
            </a:r>
          </a:p>
        </p:txBody>
      </p:sp>
      <p:sp>
        <p:nvSpPr>
          <p:cNvPr id="4" name="title-rule">
            <a:extLst xmlns:a="http://schemas.openxmlformats.org/drawingml/2006/main">
              <a:ext uri="{FF2B5EF4-FFF2-40B4-BE49-F238E27FC236}">
                <a16:creationId xmlns:a16="http://schemas.microsoft.com/office/drawing/2014/main" id="{E87BEB88-6838-49B3-8546-093415058B15}"/>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startup-code-panel">
            <a:extLst xmlns:a="http://schemas.openxmlformats.org/drawingml/2006/main">
              <a:ext uri="{FF2B5EF4-FFF2-40B4-BE49-F238E27FC236}">
                <a16:creationId xmlns:a16="http://schemas.microsoft.com/office/drawing/2014/main" id="{97488220-CE1C-4B8C-841F-51D996865F01}"/>
              </a:ext>
            </a:extLst>
          </p:cNvPr>
          <p:cNvSpPr>
            <a:spLocks xmlns:a="http://schemas.openxmlformats.org/drawingml/2006/main" noGrp="1"/>
          </p:cNvSpPr>
          <p:nvPr/>
        </p:nvSpPr>
        <p:spPr>
          <a:xfrm xmlns:a="http://schemas.openxmlformats.org/drawingml/2006/main">
            <a:off x="609600" y="1790700"/>
            <a:ext cx="6096000" cy="4343400"/>
          </a:xfrm>
          <a:prstGeom xmlns:a="http://schemas.openxmlformats.org/drawingml/2006/main" prst="roundRect">
            <a:avLst>
              <a:gd name="adj" fmla="val 2632"/>
            </a:avLst>
          </a:prstGeom>
          <a:solidFill xmlns:a="http://schemas.openxmlformats.org/drawingml/2006/main">
            <a:srgbClr val="0C1727"/>
          </a:solidFill>
          <a:ln xmlns:a="http://schemas.openxmlformats.org/drawingml/2006/main" w="9525">
            <a:solidFill>
              <a:srgbClr val="2D425B"/>
            </a:solidFill>
            <a:prstDash val="solid"/>
          </a:ln>
        </p:spPr>
      </p:sp>
      <p:sp>
        <p:nvSpPr>
          <p:cNvPr id="6" name="startup-code-accent">
            <a:extLst xmlns:a="http://schemas.openxmlformats.org/drawingml/2006/main">
              <a:ext uri="{FF2B5EF4-FFF2-40B4-BE49-F238E27FC236}">
                <a16:creationId xmlns:a16="http://schemas.microsoft.com/office/drawing/2014/main" id="{7AA02527-D4CF-48A7-BF64-2E35FAA7745E}"/>
              </a:ext>
            </a:extLst>
          </p:cNvPr>
          <p:cNvSpPr>
            <a:spLocks xmlns:a="http://schemas.openxmlformats.org/drawingml/2006/main" noGrp="1"/>
          </p:cNvSpPr>
          <p:nvPr/>
        </p:nvSpPr>
        <p:spPr>
          <a:xfrm xmlns:a="http://schemas.openxmlformats.org/drawingml/2006/main">
            <a:off x="609600" y="1790700"/>
            <a:ext cx="57150" cy="4343400"/>
          </a:xfrm>
          <a:prstGeom xmlns:a="http://schemas.openxmlformats.org/drawingml/2006/main" prst="roundRect">
            <a:avLst>
              <a:gd name="adj" fmla="val 50000"/>
            </a:avLst>
          </a:prstGeom>
          <a:solidFill xmlns:a="http://schemas.openxmlformats.org/drawingml/2006/main">
            <a:srgbClr val="62D48A"/>
          </a:solidFill>
          <a:ln xmlns:a="http://schemas.openxmlformats.org/drawingml/2006/main" w="0">
            <a:noFill/>
            <a:prstDash val="solid"/>
          </a:ln>
        </p:spPr>
      </p:sp>
      <p:sp>
        <p:nvSpPr>
          <p:cNvPr id="7" name="startup-code-title">
            <a:extLst xmlns:a="http://schemas.openxmlformats.org/drawingml/2006/main">
              <a:ext uri="{FF2B5EF4-FFF2-40B4-BE49-F238E27FC236}">
                <a16:creationId xmlns:a16="http://schemas.microsoft.com/office/drawing/2014/main" id="{D8FB77EF-27CA-4269-9FA6-797B3D241351}"/>
              </a:ext>
            </a:extLst>
          </p:cNvPr>
          <p:cNvSpPr>
            <a:spLocks xmlns:a="http://schemas.openxmlformats.org/drawingml/2006/main" noGrp="1"/>
          </p:cNvSpPr>
          <p:nvPr/>
        </p:nvSpPr>
        <p:spPr>
          <a:xfrm xmlns:a="http://schemas.openxmlformats.org/drawingml/2006/main">
            <a:off x="838200" y="1924050"/>
            <a:ext cx="569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62D48A"/>
                </a:solidFill>
                <a:latin typeface="Consolas"/>
                <a:ea typeface="Consolas"/>
                <a:cs typeface="Consolas"/>
              </a:defRPr>
            </a:pPr>
            <a:r>
              <a:rPr sz="1125" b="1">
                <a:solidFill>
                  <a:srgbClr val="62D48A"/>
                </a:solidFill>
                <a:latin typeface="Consolas"/>
                <a:ea typeface="Consolas"/>
                <a:cs typeface="Consolas"/>
              </a:rPr>
              <a:t>STARTUP PATH</a:t>
            </a:r>
          </a:p>
        </p:txBody>
      </p:sp>
      <p:sp>
        <p:nvSpPr>
          <p:cNvPr id="8" name="startup-code-text">
            <a:extLst xmlns:a="http://schemas.openxmlformats.org/drawingml/2006/main">
              <a:ext uri="{FF2B5EF4-FFF2-40B4-BE49-F238E27FC236}">
                <a16:creationId xmlns:a16="http://schemas.microsoft.com/office/drawing/2014/main" id="{D4D5D7BE-FF62-4011-8C15-20F2A20F2C24}"/>
              </a:ext>
            </a:extLst>
          </p:cNvPr>
          <p:cNvSpPr>
            <a:spLocks xmlns:a="http://schemas.openxmlformats.org/drawingml/2006/main" noGrp="1"/>
          </p:cNvSpPr>
          <p:nvPr/>
        </p:nvSpPr>
        <p:spPr>
          <a:xfrm xmlns:a="http://schemas.openxmlformats.org/drawingml/2006/main">
            <a:off x="838200" y="2247900"/>
            <a:ext cx="5695950" cy="3752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public void robotInit() {</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robotContainer = new RobotContainer();</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a:t>
            </a:r>
          </a:p>
          <a:p xmlns:a="http://schemas.openxmlformats.org/drawingml/2006/main">
            <a:r>
              <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public RobotContainer() {</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driverController = new CommandXboxController(</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Constants.Operator.DRIVER_CONTROLLER);</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operatorController = new CommandXboxController(</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Constants.Operator.OPERATOR_CONTROLLER);</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driveSubsystem = new DriveSubsystem();</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climberSubsystem = new ClimberSubsystem();</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beltSubsystem = new BeltSubsystem();</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rollerSubsystem = new RollerSubsystem();</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CameraServer.startAutomaticCapture(0);</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configureDefaultCommands();</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configureBindings();</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a:t>
            </a:r>
          </a:p>
        </p:txBody>
      </p:sp>
      <p:sp>
        <p:nvSpPr>
          <p:cNvPr id="9" name="">
            <a:extLst xmlns:a="http://schemas.openxmlformats.org/drawingml/2006/main">
              <a:ext uri="{FF2B5EF4-FFF2-40B4-BE49-F238E27FC236}">
                <a16:creationId xmlns:a16="http://schemas.microsoft.com/office/drawing/2014/main" id="{A58D3E44-A434-4BEC-835F-21EF0F882D82}"/>
              </a:ext>
            </a:extLst>
          </p:cNvPr>
          <p:cNvSpPr>
            <a:spLocks xmlns:a="http://schemas.openxmlformats.org/drawingml/2006/main" noGrp="1"/>
          </p:cNvSpPr>
          <p:nvPr/>
        </p:nvSpPr>
        <p:spPr>
          <a:xfrm xmlns:a="http://schemas.openxmlformats.org/drawingml/2006/main">
            <a:off x="7219950" y="20383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4F7FB"/>
                </a:solidFill>
                <a:latin typeface="Aptos"/>
                <a:ea typeface="Aptos"/>
                <a:cs typeface="Aptos"/>
              </a:defRPr>
            </a:pPr>
            <a:r>
              <a:rPr sz="2025" b="1">
                <a:solidFill>
                  <a:srgbClr val="F4F7FB"/>
                </a:solidFill>
                <a:latin typeface="Aptos"/>
                <a:ea typeface="Aptos"/>
                <a:cs typeface="Aptos"/>
              </a:rPr>
              <a:t>What RobotContainer establishes</a:t>
            </a:r>
          </a:p>
        </p:txBody>
      </p:sp>
      <p:sp>
        <p:nvSpPr>
          <p:cNvPr id="10" name="bullets-dot-0">
            <a:extLst xmlns:a="http://schemas.openxmlformats.org/drawingml/2006/main">
              <a:ext uri="{FF2B5EF4-FFF2-40B4-BE49-F238E27FC236}">
                <a16:creationId xmlns:a16="http://schemas.microsoft.com/office/drawing/2014/main" id="{DF1B579D-7541-4A53-85A3-FE76240933E5}"/>
              </a:ext>
            </a:extLst>
          </p:cNvPr>
          <p:cNvSpPr>
            <a:spLocks xmlns:a="http://schemas.openxmlformats.org/drawingml/2006/main" noGrp="1"/>
          </p:cNvSpPr>
          <p:nvPr/>
        </p:nvSpPr>
        <p:spPr>
          <a:xfrm xmlns:a="http://schemas.openxmlformats.org/drawingml/2006/main">
            <a:off x="7239000" y="2828925"/>
            <a:ext cx="95250" cy="95250"/>
          </a:xfrm>
          <a:prstGeom xmlns:a="http://schemas.openxmlformats.org/drawingml/2006/main" prst="roundRect">
            <a:avLst>
              <a:gd name="adj" fmla="val 50000"/>
            </a:avLst>
          </a:prstGeom>
          <a:solidFill xmlns:a="http://schemas.openxmlformats.org/drawingml/2006/main">
            <a:srgbClr val="62D48A"/>
          </a:solidFill>
          <a:ln xmlns:a="http://schemas.openxmlformats.org/drawingml/2006/main" w="0">
            <a:noFill/>
            <a:prstDash val="solid"/>
          </a:ln>
        </p:spPr>
      </p:sp>
      <p:sp>
        <p:nvSpPr>
          <p:cNvPr id="11" name="bullets-0">
            <a:extLst xmlns:a="http://schemas.openxmlformats.org/drawingml/2006/main">
              <a:ext uri="{FF2B5EF4-FFF2-40B4-BE49-F238E27FC236}">
                <a16:creationId xmlns:a16="http://schemas.microsoft.com/office/drawing/2014/main" id="{493AEF60-9BAC-471B-9AB2-19BDD99971AC}"/>
              </a:ext>
            </a:extLst>
          </p:cNvPr>
          <p:cNvSpPr>
            <a:spLocks xmlns:a="http://schemas.openxmlformats.org/drawingml/2006/main" noGrp="1"/>
          </p:cNvSpPr>
          <p:nvPr/>
        </p:nvSpPr>
        <p:spPr>
          <a:xfrm xmlns:a="http://schemas.openxmlformats.org/drawingml/2006/main">
            <a:off x="7467600" y="2743200"/>
            <a:ext cx="3771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Each subsystem constructor creates and owns its device objects.</a:t>
            </a:r>
          </a:p>
        </p:txBody>
      </p:sp>
      <p:sp>
        <p:nvSpPr>
          <p:cNvPr id="12" name="bullets-dot-1">
            <a:extLst xmlns:a="http://schemas.openxmlformats.org/drawingml/2006/main">
              <a:ext uri="{FF2B5EF4-FFF2-40B4-BE49-F238E27FC236}">
                <a16:creationId xmlns:a16="http://schemas.microsoft.com/office/drawing/2014/main" id="{0CDC4D25-84A8-41AD-9BFB-3F400729F502}"/>
              </a:ext>
            </a:extLst>
          </p:cNvPr>
          <p:cNvSpPr>
            <a:spLocks xmlns:a="http://schemas.openxmlformats.org/drawingml/2006/main" noGrp="1"/>
          </p:cNvSpPr>
          <p:nvPr/>
        </p:nvSpPr>
        <p:spPr>
          <a:xfrm xmlns:a="http://schemas.openxmlformats.org/drawingml/2006/main">
            <a:off x="7239000" y="3476625"/>
            <a:ext cx="95250" cy="95250"/>
          </a:xfrm>
          <a:prstGeom xmlns:a="http://schemas.openxmlformats.org/drawingml/2006/main" prst="roundRect">
            <a:avLst>
              <a:gd name="adj" fmla="val 50000"/>
            </a:avLst>
          </a:prstGeom>
          <a:solidFill xmlns:a="http://schemas.openxmlformats.org/drawingml/2006/main">
            <a:srgbClr val="62D48A"/>
          </a:solidFill>
          <a:ln xmlns:a="http://schemas.openxmlformats.org/drawingml/2006/main" w="0">
            <a:noFill/>
            <a:prstDash val="solid"/>
          </a:ln>
        </p:spPr>
      </p:sp>
      <p:sp>
        <p:nvSpPr>
          <p:cNvPr id="13" name="bullets-1">
            <a:extLst xmlns:a="http://schemas.openxmlformats.org/drawingml/2006/main">
              <a:ext uri="{FF2B5EF4-FFF2-40B4-BE49-F238E27FC236}">
                <a16:creationId xmlns:a16="http://schemas.microsoft.com/office/drawing/2014/main" id="{C88A7CBF-A562-4116-B733-A39FE8D70020}"/>
              </a:ext>
            </a:extLst>
          </p:cNvPr>
          <p:cNvSpPr>
            <a:spLocks xmlns:a="http://schemas.openxmlformats.org/drawingml/2006/main" noGrp="1"/>
          </p:cNvSpPr>
          <p:nvPr/>
        </p:nvSpPr>
        <p:spPr>
          <a:xfrm xmlns:a="http://schemas.openxmlformats.org/drawingml/2006/main">
            <a:off x="7467600" y="3390900"/>
            <a:ext cx="3771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The drive command is installed as the default command.</a:t>
            </a:r>
          </a:p>
        </p:txBody>
      </p:sp>
      <p:sp>
        <p:nvSpPr>
          <p:cNvPr id="14" name="bullets-dot-2">
            <a:extLst xmlns:a="http://schemas.openxmlformats.org/drawingml/2006/main">
              <a:ext uri="{FF2B5EF4-FFF2-40B4-BE49-F238E27FC236}">
                <a16:creationId xmlns:a16="http://schemas.microsoft.com/office/drawing/2014/main" id="{306980A9-2F16-4A39-BBC7-B5E76E11AC19}"/>
              </a:ext>
            </a:extLst>
          </p:cNvPr>
          <p:cNvSpPr>
            <a:spLocks xmlns:a="http://schemas.openxmlformats.org/drawingml/2006/main" noGrp="1"/>
          </p:cNvSpPr>
          <p:nvPr/>
        </p:nvSpPr>
        <p:spPr>
          <a:xfrm xmlns:a="http://schemas.openxmlformats.org/drawingml/2006/main">
            <a:off x="7239000" y="4124325"/>
            <a:ext cx="95250" cy="95250"/>
          </a:xfrm>
          <a:prstGeom xmlns:a="http://schemas.openxmlformats.org/drawingml/2006/main" prst="roundRect">
            <a:avLst>
              <a:gd name="adj" fmla="val 50000"/>
            </a:avLst>
          </a:prstGeom>
          <a:solidFill xmlns:a="http://schemas.openxmlformats.org/drawingml/2006/main">
            <a:srgbClr val="62D48A"/>
          </a:solidFill>
          <a:ln xmlns:a="http://schemas.openxmlformats.org/drawingml/2006/main" w="0">
            <a:noFill/>
            <a:prstDash val="solid"/>
          </a:ln>
        </p:spPr>
      </p:sp>
      <p:sp>
        <p:nvSpPr>
          <p:cNvPr id="15" name="bullets-2">
            <a:extLst xmlns:a="http://schemas.openxmlformats.org/drawingml/2006/main">
              <a:ext uri="{FF2B5EF4-FFF2-40B4-BE49-F238E27FC236}">
                <a16:creationId xmlns:a16="http://schemas.microsoft.com/office/drawing/2014/main" id="{E3AD8519-D25F-444D-B799-D6FB5D653265}"/>
              </a:ext>
            </a:extLst>
          </p:cNvPr>
          <p:cNvSpPr>
            <a:spLocks xmlns:a="http://schemas.openxmlformats.org/drawingml/2006/main" noGrp="1"/>
          </p:cNvSpPr>
          <p:nvPr/>
        </p:nvSpPr>
        <p:spPr>
          <a:xfrm xmlns:a="http://schemas.openxmlformats.org/drawingml/2006/main">
            <a:off x="7467600" y="4038600"/>
            <a:ext cx="3771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Bindings create command instances and pass subsystem references.</a:t>
            </a:r>
          </a:p>
        </p:txBody>
      </p:sp>
      <p:sp>
        <p:nvSpPr>
          <p:cNvPr id="16" name="bullets-dot-3">
            <a:extLst xmlns:a="http://schemas.openxmlformats.org/drawingml/2006/main">
              <a:ext uri="{FF2B5EF4-FFF2-40B4-BE49-F238E27FC236}">
                <a16:creationId xmlns:a16="http://schemas.microsoft.com/office/drawing/2014/main" id="{3DEBDA4E-BE39-4184-AFF4-783C61C61111}"/>
              </a:ext>
            </a:extLst>
          </p:cNvPr>
          <p:cNvSpPr>
            <a:spLocks xmlns:a="http://schemas.openxmlformats.org/drawingml/2006/main" noGrp="1"/>
          </p:cNvSpPr>
          <p:nvPr/>
        </p:nvSpPr>
        <p:spPr>
          <a:xfrm xmlns:a="http://schemas.openxmlformats.org/drawingml/2006/main">
            <a:off x="7239000" y="4772025"/>
            <a:ext cx="95250" cy="95250"/>
          </a:xfrm>
          <a:prstGeom xmlns:a="http://schemas.openxmlformats.org/drawingml/2006/main" prst="roundRect">
            <a:avLst>
              <a:gd name="adj" fmla="val 50000"/>
            </a:avLst>
          </a:prstGeom>
          <a:solidFill xmlns:a="http://schemas.openxmlformats.org/drawingml/2006/main">
            <a:srgbClr val="62D48A"/>
          </a:solidFill>
          <a:ln xmlns:a="http://schemas.openxmlformats.org/drawingml/2006/main" w="0">
            <a:noFill/>
            <a:prstDash val="solid"/>
          </a:ln>
        </p:spPr>
      </p:sp>
      <p:sp>
        <p:nvSpPr>
          <p:cNvPr id="17" name="bullets-3">
            <a:extLst xmlns:a="http://schemas.openxmlformats.org/drawingml/2006/main">
              <a:ext uri="{FF2B5EF4-FFF2-40B4-BE49-F238E27FC236}">
                <a16:creationId xmlns:a16="http://schemas.microsoft.com/office/drawing/2014/main" id="{EDB4BF54-5826-420F-B931-33F33628AD2C}"/>
              </a:ext>
            </a:extLst>
          </p:cNvPr>
          <p:cNvSpPr>
            <a:spLocks xmlns:a="http://schemas.openxmlformats.org/drawingml/2006/main" noGrp="1"/>
          </p:cNvSpPr>
          <p:nvPr/>
        </p:nvSpPr>
        <p:spPr>
          <a:xfrm xmlns:a="http://schemas.openxmlformats.org/drawingml/2006/main">
            <a:off x="7467600" y="4686300"/>
            <a:ext cx="3771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Aptos"/>
                <a:ea typeface="Aptos"/>
                <a:cs typeface="Aptos"/>
              </a:defRPr>
            </a:pPr>
            <a:r>
              <a:rPr sz="1500" b="0">
                <a:solidFill>
                  <a:srgbClr val="F4F7FB"/>
                </a:solidFill>
                <a:latin typeface="Aptos"/>
                <a:ea typeface="Aptos"/>
                <a:cs typeface="Aptos"/>
              </a:rPr>
              <a:t>Hardware-specific construction stays inside each subsystem.</a:t>
            </a:r>
          </a:p>
        </p:txBody>
      </p:sp>
      <p:sp>
        <p:nvSpPr>
          <p:cNvPr id="18" name="footer-left">
            <a:extLst xmlns:a="http://schemas.openxmlformats.org/drawingml/2006/main">
              <a:ext uri="{FF2B5EF4-FFF2-40B4-BE49-F238E27FC236}">
                <a16:creationId xmlns:a16="http://schemas.microsoft.com/office/drawing/2014/main" id="{765919B9-3FDA-4EC5-8A38-08BDFEE0F2F0}"/>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19" name="footer-number">
            <a:extLst xmlns:a="http://schemas.openxmlformats.org/drawingml/2006/main">
              <a:ext uri="{FF2B5EF4-FFF2-40B4-BE49-F238E27FC236}">
                <a16:creationId xmlns:a16="http://schemas.microsoft.com/office/drawing/2014/main" id="{0BC99321-7EB7-4FA0-91F5-11D056986317}"/>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10</a:t>
            </a:r>
          </a:p>
        </p:txBody>
      </p:sp>
    </p:spTree>
    <p:extLst>
      <p:ext uri="{BB962C8B-B14F-4D97-AF65-F5344CB8AC3E}">
        <p14:creationId xmlns:p14="http://schemas.microsoft.com/office/powerpoint/2010/main" val="1859469705"/>
      </p:ext>
    </p:extLst>
  </p:cSld>
</p:sld>
</file>

<file path=ppt/slides/slide11.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3" name="section-label">
            <a:extLst xmlns:a="http://schemas.openxmlformats.org/drawingml/2006/main">
              <a:ext uri="{FF2B5EF4-FFF2-40B4-BE49-F238E27FC236}">
                <a16:creationId xmlns:a16="http://schemas.microsoft.com/office/drawing/2014/main" id="{B24DB374-6C07-4362-9FC7-2476C9E6CDEA}"/>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0D681DA6-E408-4CCF-9B4A-AC37B4DF76B8}"/>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RobotContainer creates instances of the command classes we write</a:t>
            </a:r>
          </a:p>
        </p:txBody>
      </p:sp>
      <p:sp>
        <p:nvSpPr>
          <p:cNvPr id="3" name="slide-subtitle">
            <a:extLst xmlns:a="http://schemas.openxmlformats.org/drawingml/2006/main">
              <a:ext uri="{FF2B5EF4-FFF2-40B4-BE49-F238E27FC236}">
                <a16:creationId xmlns:a16="http://schemas.microsoft.com/office/drawing/2014/main" id="{BA2A3396-EB74-4B95-8B73-64E4A9BCCE06}"/>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Each command instance receives the subsystem object it needs to perform one specific task.</a:t>
            </a:r>
          </a:p>
        </p:txBody>
      </p:sp>
      <p:sp>
        <p:nvSpPr>
          <p:cNvPr id="4" name="title-rule">
            <a:extLst xmlns:a="http://schemas.openxmlformats.org/drawingml/2006/main">
              <a:ext uri="{FF2B5EF4-FFF2-40B4-BE49-F238E27FC236}">
                <a16:creationId xmlns:a16="http://schemas.microsoft.com/office/drawing/2014/main" id="{E8000023-3791-46DE-83AA-B539182C6A6E}"/>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layer-0">
            <a:extLst xmlns:a="http://schemas.openxmlformats.org/drawingml/2006/main">
              <a:ext uri="{FF2B5EF4-FFF2-40B4-BE49-F238E27FC236}">
                <a16:creationId xmlns:a16="http://schemas.microsoft.com/office/drawing/2014/main" id="{66D249D3-2432-4ADF-86A6-01A36826B1FA}"/>
              </a:ext>
            </a:extLst>
          </p:cNvPr>
          <p:cNvSpPr>
            <a:spLocks xmlns:a="http://schemas.openxmlformats.org/drawingml/2006/main" noGrp="1"/>
          </p:cNvSpPr>
          <p:nvPr/>
        </p:nvSpPr>
        <p:spPr>
          <a:xfrm xmlns:a="http://schemas.openxmlformats.org/drawingml/2006/main">
            <a:off x="60960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FFB64D"/>
            </a:solidFill>
            <a:prstDash val="solid"/>
          </a:ln>
        </p:spPr>
      </p:sp>
      <p:sp>
        <p:nvSpPr>
          <p:cNvPr id="6" name="layer-1">
            <a:extLst xmlns:a="http://schemas.openxmlformats.org/drawingml/2006/main">
              <a:ext uri="{FF2B5EF4-FFF2-40B4-BE49-F238E27FC236}">
                <a16:creationId xmlns:a16="http://schemas.microsoft.com/office/drawing/2014/main" id="{EFFDCADA-846E-497F-AB5F-7721B0537BB6}"/>
              </a:ext>
            </a:extLst>
          </p:cNvPr>
          <p:cNvSpPr>
            <a:spLocks xmlns:a="http://schemas.openxmlformats.org/drawingml/2006/main" noGrp="1"/>
          </p:cNvSpPr>
          <p:nvPr/>
        </p:nvSpPr>
        <p:spPr>
          <a:xfrm xmlns:a="http://schemas.openxmlformats.org/drawingml/2006/main">
            <a:off x="280035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42C6FF"/>
            </a:solidFill>
            <a:prstDash val="solid"/>
          </a:ln>
        </p:spPr>
      </p:sp>
      <p:sp>
        <p:nvSpPr>
          <p:cNvPr id="7" name="layer-2">
            <a:extLst xmlns:a="http://schemas.openxmlformats.org/drawingml/2006/main">
              <a:ext uri="{FF2B5EF4-FFF2-40B4-BE49-F238E27FC236}">
                <a16:creationId xmlns:a16="http://schemas.microsoft.com/office/drawing/2014/main" id="{98B48D6F-3334-45BF-81FB-7E74E77254FB}"/>
              </a:ext>
            </a:extLst>
          </p:cNvPr>
          <p:cNvSpPr>
            <a:spLocks xmlns:a="http://schemas.openxmlformats.org/drawingml/2006/main" noGrp="1"/>
          </p:cNvSpPr>
          <p:nvPr/>
        </p:nvSpPr>
        <p:spPr>
          <a:xfrm xmlns:a="http://schemas.openxmlformats.org/drawingml/2006/main">
            <a:off x="499110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42C6FF"/>
            </a:solidFill>
            <a:prstDash val="solid"/>
          </a:ln>
        </p:spPr>
      </p:sp>
      <p:sp>
        <p:nvSpPr>
          <p:cNvPr id="8" name="layer-3">
            <a:extLst xmlns:a="http://schemas.openxmlformats.org/drawingml/2006/main">
              <a:ext uri="{FF2B5EF4-FFF2-40B4-BE49-F238E27FC236}">
                <a16:creationId xmlns:a16="http://schemas.microsoft.com/office/drawing/2014/main" id="{45EB9CE4-6ACB-4E79-A545-B5506FBB2A75}"/>
              </a:ext>
            </a:extLst>
          </p:cNvPr>
          <p:cNvSpPr>
            <a:spLocks xmlns:a="http://schemas.openxmlformats.org/drawingml/2006/main" noGrp="1"/>
          </p:cNvSpPr>
          <p:nvPr/>
        </p:nvSpPr>
        <p:spPr>
          <a:xfrm xmlns:a="http://schemas.openxmlformats.org/drawingml/2006/main">
            <a:off x="718185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42C6FF"/>
            </a:solidFill>
            <a:prstDash val="solid"/>
          </a:ln>
        </p:spPr>
      </p:sp>
      <p:sp>
        <p:nvSpPr>
          <p:cNvPr id="9" name="layer-4">
            <a:extLst xmlns:a="http://schemas.openxmlformats.org/drawingml/2006/main">
              <a:ext uri="{FF2B5EF4-FFF2-40B4-BE49-F238E27FC236}">
                <a16:creationId xmlns:a16="http://schemas.microsoft.com/office/drawing/2014/main" id="{E51159AA-54CD-44A8-A4E8-5F41B635DEEE}"/>
              </a:ext>
            </a:extLst>
          </p:cNvPr>
          <p:cNvSpPr>
            <a:spLocks xmlns:a="http://schemas.openxmlformats.org/drawingml/2006/main" noGrp="1"/>
          </p:cNvSpPr>
          <p:nvPr/>
        </p:nvSpPr>
        <p:spPr>
          <a:xfrm xmlns:a="http://schemas.openxmlformats.org/drawingml/2006/main">
            <a:off x="9372600" y="2400300"/>
            <a:ext cx="1885950" cy="2076450"/>
          </a:xfrm>
          <a:prstGeom xmlns:a="http://schemas.openxmlformats.org/drawingml/2006/main" prst="roundRect">
            <a:avLst>
              <a:gd name="adj" fmla="val 7071"/>
            </a:avLst>
          </a:prstGeom>
          <a:solidFill xmlns:a="http://schemas.openxmlformats.org/drawingml/2006/main">
            <a:srgbClr val="101E31"/>
          </a:solidFill>
          <a:ln xmlns:a="http://schemas.openxmlformats.org/drawingml/2006/main" w="9525">
            <a:solidFill>
              <a:srgbClr val="62D48A"/>
            </a:solidFill>
            <a:prstDash val="solid"/>
          </a:ln>
        </p:spPr>
      </p:sp>
      <p:cxnSp>
        <p:nvCxnSpPr>
          <p:cNvPr id="172" name=""/>
          <p:cNvCxnSpPr>
            <a:stCxn xmlns:a="http://schemas.openxmlformats.org/drawingml/2006/main" id="5" idx="3"/>
            <a:endCxn xmlns:a="http://schemas.openxmlformats.org/drawingml/2006/main" id="6" idx="1"/>
          </p:cNvCxnSpPr>
          <p:nvPr/>
        </p:nvCxnSpPr>
        <p:spPr>
          <a:xfrm xmlns:a="http://schemas.openxmlformats.org/drawingml/2006/main">
            <a:off x="249555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73" name=""/>
          <p:cNvCxnSpPr>
            <a:stCxn xmlns:a="http://schemas.openxmlformats.org/drawingml/2006/main" id="6" idx="3"/>
            <a:endCxn xmlns:a="http://schemas.openxmlformats.org/drawingml/2006/main" id="7" idx="1"/>
          </p:cNvCxnSpPr>
          <p:nvPr/>
        </p:nvCxnSpPr>
        <p:spPr>
          <a:xfrm xmlns:a="http://schemas.openxmlformats.org/drawingml/2006/main">
            <a:off x="468630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74" name=""/>
          <p:cNvCxnSpPr>
            <a:stCxn xmlns:a="http://schemas.openxmlformats.org/drawingml/2006/main" id="7" idx="3"/>
            <a:endCxn xmlns:a="http://schemas.openxmlformats.org/drawingml/2006/main" id="8" idx="1"/>
          </p:cNvCxnSpPr>
          <p:nvPr/>
        </p:nvCxnSpPr>
        <p:spPr>
          <a:xfrm xmlns:a="http://schemas.openxmlformats.org/drawingml/2006/main">
            <a:off x="687705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175" name=""/>
          <p:cNvCxnSpPr>
            <a:stCxn xmlns:a="http://schemas.openxmlformats.org/drawingml/2006/main" id="8" idx="3"/>
            <a:endCxn xmlns:a="http://schemas.openxmlformats.org/drawingml/2006/main" id="9" idx="1"/>
          </p:cNvCxnSpPr>
          <p:nvPr/>
        </p:nvCxnSpPr>
        <p:spPr>
          <a:xfrm xmlns:a="http://schemas.openxmlformats.org/drawingml/2006/main">
            <a:off x="9067800" y="3438525"/>
            <a:ext cx="3048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sp>
        <p:nvSpPr>
          <p:cNvPr id="14" name="">
            <a:extLst xmlns:a="http://schemas.openxmlformats.org/drawingml/2006/main">
              <a:ext uri="{FF2B5EF4-FFF2-40B4-BE49-F238E27FC236}">
                <a16:creationId xmlns:a16="http://schemas.microsoft.com/office/drawing/2014/main" id="{B120038E-8AB1-47DB-B65C-77446EEDC9D0}"/>
              </a:ext>
            </a:extLst>
          </p:cNvPr>
          <p:cNvSpPr>
            <a:spLocks xmlns:a="http://schemas.openxmlformats.org/drawingml/2006/main" noGrp="1"/>
          </p:cNvSpPr>
          <p:nvPr/>
        </p:nvSpPr>
        <p:spPr>
          <a:xfrm xmlns:a="http://schemas.openxmlformats.org/drawingml/2006/main">
            <a:off x="78105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FFB64D"/>
                </a:solidFill>
                <a:latin typeface="Aptos"/>
                <a:ea typeface="Aptos"/>
                <a:cs typeface="Aptos"/>
              </a:defRPr>
            </a:pPr>
            <a:r>
              <a:rPr sz="1500" b="1">
                <a:solidFill>
                  <a:srgbClr val="FFB64D"/>
                </a:solidFill>
                <a:latin typeface="Aptos"/>
                <a:ea typeface="Aptos"/>
                <a:cs typeface="Aptos"/>
              </a:rPr>
              <a:t>1</a:t>
            </a:r>
          </a:p>
        </p:txBody>
      </p:sp>
      <p:sp>
        <p:nvSpPr>
          <p:cNvPr id="15" name="">
            <a:extLst xmlns:a="http://schemas.openxmlformats.org/drawingml/2006/main">
              <a:ext uri="{FF2B5EF4-FFF2-40B4-BE49-F238E27FC236}">
                <a16:creationId xmlns:a16="http://schemas.microsoft.com/office/drawing/2014/main" id="{BC157FB7-8EEC-44F8-AA74-013E202FC44A}"/>
              </a:ext>
            </a:extLst>
          </p:cNvPr>
          <p:cNvSpPr>
            <a:spLocks xmlns:a="http://schemas.openxmlformats.org/drawingml/2006/main" noGrp="1"/>
          </p:cNvSpPr>
          <p:nvPr/>
        </p:nvSpPr>
        <p:spPr>
          <a:xfrm xmlns:a="http://schemas.openxmlformats.org/drawingml/2006/main">
            <a:off x="78105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Command class</a:t>
            </a:r>
          </a:p>
        </p:txBody>
      </p:sp>
      <p:sp>
        <p:nvSpPr>
          <p:cNvPr id="16" name="">
            <a:extLst xmlns:a="http://schemas.openxmlformats.org/drawingml/2006/main">
              <a:ext uri="{FF2B5EF4-FFF2-40B4-BE49-F238E27FC236}">
                <a16:creationId xmlns:a16="http://schemas.microsoft.com/office/drawing/2014/main" id="{F4C6C23D-D900-4B0D-9029-7293117D3121}"/>
              </a:ext>
            </a:extLst>
          </p:cNvPr>
          <p:cNvSpPr>
            <a:spLocks xmlns:a="http://schemas.openxmlformats.org/drawingml/2006/main" noGrp="1"/>
          </p:cNvSpPr>
          <p:nvPr/>
        </p:nvSpPr>
        <p:spPr>
          <a:xfrm xmlns:a="http://schemas.openxmlformats.org/drawingml/2006/main">
            <a:off x="78105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Written for one task</a:t>
            </a:r>
          </a:p>
        </p:txBody>
      </p:sp>
      <p:sp>
        <p:nvSpPr>
          <p:cNvPr id="17" name="">
            <a:extLst xmlns:a="http://schemas.openxmlformats.org/drawingml/2006/main">
              <a:ext uri="{FF2B5EF4-FFF2-40B4-BE49-F238E27FC236}">
                <a16:creationId xmlns:a16="http://schemas.microsoft.com/office/drawing/2014/main" id="{EC74DCD4-DA49-4921-941E-FFEA5744CB96}"/>
              </a:ext>
            </a:extLst>
          </p:cNvPr>
          <p:cNvSpPr>
            <a:spLocks xmlns:a="http://schemas.openxmlformats.org/drawingml/2006/main" noGrp="1"/>
          </p:cNvSpPr>
          <p:nvPr/>
        </p:nvSpPr>
        <p:spPr>
          <a:xfrm xmlns:a="http://schemas.openxmlformats.org/drawingml/2006/main">
            <a:off x="297180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2</a:t>
            </a:r>
          </a:p>
        </p:txBody>
      </p:sp>
      <p:sp>
        <p:nvSpPr>
          <p:cNvPr id="18" name="">
            <a:extLst xmlns:a="http://schemas.openxmlformats.org/drawingml/2006/main">
              <a:ext uri="{FF2B5EF4-FFF2-40B4-BE49-F238E27FC236}">
                <a16:creationId xmlns:a16="http://schemas.microsoft.com/office/drawing/2014/main" id="{5BC79FAB-D810-48A1-9A84-31FE26106FE9}"/>
              </a:ext>
            </a:extLst>
          </p:cNvPr>
          <p:cNvSpPr>
            <a:spLocks xmlns:a="http://schemas.openxmlformats.org/drawingml/2006/main" noGrp="1"/>
          </p:cNvSpPr>
          <p:nvPr/>
        </p:nvSpPr>
        <p:spPr>
          <a:xfrm xmlns:a="http://schemas.openxmlformats.org/drawingml/2006/main">
            <a:off x="297180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RobotContainer</a:t>
            </a:r>
          </a:p>
        </p:txBody>
      </p:sp>
      <p:sp>
        <p:nvSpPr>
          <p:cNvPr id="19" name="">
            <a:extLst xmlns:a="http://schemas.openxmlformats.org/drawingml/2006/main">
              <a:ext uri="{FF2B5EF4-FFF2-40B4-BE49-F238E27FC236}">
                <a16:creationId xmlns:a16="http://schemas.microsoft.com/office/drawing/2014/main" id="{BEFB9313-30FA-4610-B987-C70A2F9B78E0}"/>
              </a:ext>
            </a:extLst>
          </p:cNvPr>
          <p:cNvSpPr>
            <a:spLocks xmlns:a="http://schemas.openxmlformats.org/drawingml/2006/main" noGrp="1"/>
          </p:cNvSpPr>
          <p:nvPr/>
        </p:nvSpPr>
        <p:spPr>
          <a:xfrm xmlns:a="http://schemas.openxmlformats.org/drawingml/2006/main">
            <a:off x="297180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Creates an instance</a:t>
            </a:r>
          </a:p>
        </p:txBody>
      </p:sp>
      <p:sp>
        <p:nvSpPr>
          <p:cNvPr id="20" name="">
            <a:extLst xmlns:a="http://schemas.openxmlformats.org/drawingml/2006/main">
              <a:ext uri="{FF2B5EF4-FFF2-40B4-BE49-F238E27FC236}">
                <a16:creationId xmlns:a16="http://schemas.microsoft.com/office/drawing/2014/main" id="{C7AD9195-9F78-4EB3-9B0F-BD075E3D6099}"/>
              </a:ext>
            </a:extLst>
          </p:cNvPr>
          <p:cNvSpPr>
            <a:spLocks xmlns:a="http://schemas.openxmlformats.org/drawingml/2006/main" noGrp="1"/>
          </p:cNvSpPr>
          <p:nvPr/>
        </p:nvSpPr>
        <p:spPr>
          <a:xfrm xmlns:a="http://schemas.openxmlformats.org/drawingml/2006/main">
            <a:off x="516255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3</a:t>
            </a:r>
          </a:p>
        </p:txBody>
      </p:sp>
      <p:sp>
        <p:nvSpPr>
          <p:cNvPr id="21" name="">
            <a:extLst xmlns:a="http://schemas.openxmlformats.org/drawingml/2006/main">
              <a:ext uri="{FF2B5EF4-FFF2-40B4-BE49-F238E27FC236}">
                <a16:creationId xmlns:a16="http://schemas.microsoft.com/office/drawing/2014/main" id="{4CB70B2E-A2ED-46E9-BF73-B09F224A8EA1}"/>
              </a:ext>
            </a:extLst>
          </p:cNvPr>
          <p:cNvSpPr>
            <a:spLocks xmlns:a="http://schemas.openxmlformats.org/drawingml/2006/main" noGrp="1"/>
          </p:cNvSpPr>
          <p:nvPr/>
        </p:nvSpPr>
        <p:spPr>
          <a:xfrm xmlns:a="http://schemas.openxmlformats.org/drawingml/2006/main">
            <a:off x="516255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Subsystem reference</a:t>
            </a:r>
          </a:p>
        </p:txBody>
      </p:sp>
      <p:sp>
        <p:nvSpPr>
          <p:cNvPr id="22" name="">
            <a:extLst xmlns:a="http://schemas.openxmlformats.org/drawingml/2006/main">
              <a:ext uri="{FF2B5EF4-FFF2-40B4-BE49-F238E27FC236}">
                <a16:creationId xmlns:a16="http://schemas.microsoft.com/office/drawing/2014/main" id="{659D0D6A-F970-415C-9F27-EF2FC8AFEAD3}"/>
              </a:ext>
            </a:extLst>
          </p:cNvPr>
          <p:cNvSpPr>
            <a:spLocks xmlns:a="http://schemas.openxmlformats.org/drawingml/2006/main" noGrp="1"/>
          </p:cNvSpPr>
          <p:nvPr/>
        </p:nvSpPr>
        <p:spPr>
          <a:xfrm xmlns:a="http://schemas.openxmlformats.org/drawingml/2006/main">
            <a:off x="516255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Passed to constructor</a:t>
            </a:r>
          </a:p>
        </p:txBody>
      </p:sp>
      <p:sp>
        <p:nvSpPr>
          <p:cNvPr id="23" name="">
            <a:extLst xmlns:a="http://schemas.openxmlformats.org/drawingml/2006/main">
              <a:ext uri="{FF2B5EF4-FFF2-40B4-BE49-F238E27FC236}">
                <a16:creationId xmlns:a16="http://schemas.microsoft.com/office/drawing/2014/main" id="{80A74869-8F3C-4BCF-9DB6-D83619BFBF64}"/>
              </a:ext>
            </a:extLst>
          </p:cNvPr>
          <p:cNvSpPr>
            <a:spLocks xmlns:a="http://schemas.openxmlformats.org/drawingml/2006/main" noGrp="1"/>
          </p:cNvSpPr>
          <p:nvPr/>
        </p:nvSpPr>
        <p:spPr>
          <a:xfrm xmlns:a="http://schemas.openxmlformats.org/drawingml/2006/main">
            <a:off x="735330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4</a:t>
            </a:r>
          </a:p>
        </p:txBody>
      </p:sp>
      <p:sp>
        <p:nvSpPr>
          <p:cNvPr id="24" name="">
            <a:extLst xmlns:a="http://schemas.openxmlformats.org/drawingml/2006/main">
              <a:ext uri="{FF2B5EF4-FFF2-40B4-BE49-F238E27FC236}">
                <a16:creationId xmlns:a16="http://schemas.microsoft.com/office/drawing/2014/main" id="{3FEB0B8C-23EB-4A0E-9F48-2549F3793C4D}"/>
              </a:ext>
            </a:extLst>
          </p:cNvPr>
          <p:cNvSpPr>
            <a:spLocks xmlns:a="http://schemas.openxmlformats.org/drawingml/2006/main" noGrp="1"/>
          </p:cNvSpPr>
          <p:nvPr/>
        </p:nvSpPr>
        <p:spPr>
          <a:xfrm xmlns:a="http://schemas.openxmlformats.org/drawingml/2006/main">
            <a:off x="735330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Binding or default</a:t>
            </a:r>
          </a:p>
        </p:txBody>
      </p:sp>
      <p:sp>
        <p:nvSpPr>
          <p:cNvPr id="25" name="">
            <a:extLst xmlns:a="http://schemas.openxmlformats.org/drawingml/2006/main">
              <a:ext uri="{FF2B5EF4-FFF2-40B4-BE49-F238E27FC236}">
                <a16:creationId xmlns:a16="http://schemas.microsoft.com/office/drawing/2014/main" id="{CF1EBB5C-BBC4-4461-BB58-BF44A59F29AF}"/>
              </a:ext>
            </a:extLst>
          </p:cNvPr>
          <p:cNvSpPr>
            <a:spLocks xmlns:a="http://schemas.openxmlformats.org/drawingml/2006/main" noGrp="1"/>
          </p:cNvSpPr>
          <p:nvPr/>
        </p:nvSpPr>
        <p:spPr>
          <a:xfrm xmlns:a="http://schemas.openxmlformats.org/drawingml/2006/main">
            <a:off x="735330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Determines when it runs</a:t>
            </a:r>
          </a:p>
        </p:txBody>
      </p:sp>
      <p:sp>
        <p:nvSpPr>
          <p:cNvPr id="26" name="">
            <a:extLst xmlns:a="http://schemas.openxmlformats.org/drawingml/2006/main">
              <a:ext uri="{FF2B5EF4-FFF2-40B4-BE49-F238E27FC236}">
                <a16:creationId xmlns:a16="http://schemas.microsoft.com/office/drawing/2014/main" id="{8722F443-99A4-4283-9B8F-17961319463D}"/>
              </a:ext>
            </a:extLst>
          </p:cNvPr>
          <p:cNvSpPr>
            <a:spLocks xmlns:a="http://schemas.openxmlformats.org/drawingml/2006/main" noGrp="1"/>
          </p:cNvSpPr>
          <p:nvPr/>
        </p:nvSpPr>
        <p:spPr>
          <a:xfrm xmlns:a="http://schemas.openxmlformats.org/drawingml/2006/main">
            <a:off x="9544050" y="25908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62D48A"/>
                </a:solidFill>
                <a:latin typeface="Aptos"/>
                <a:ea typeface="Aptos"/>
                <a:cs typeface="Aptos"/>
              </a:defRPr>
            </a:pPr>
            <a:r>
              <a:rPr sz="1500" b="1">
                <a:solidFill>
                  <a:srgbClr val="62D48A"/>
                </a:solidFill>
                <a:latin typeface="Aptos"/>
                <a:ea typeface="Aptos"/>
                <a:cs typeface="Aptos"/>
              </a:rPr>
              <a:t>5</a:t>
            </a:r>
          </a:p>
        </p:txBody>
      </p:sp>
      <p:sp>
        <p:nvSpPr>
          <p:cNvPr id="27" name="">
            <a:extLst xmlns:a="http://schemas.openxmlformats.org/drawingml/2006/main">
              <a:ext uri="{FF2B5EF4-FFF2-40B4-BE49-F238E27FC236}">
                <a16:creationId xmlns:a16="http://schemas.microsoft.com/office/drawing/2014/main" id="{61947573-9F9C-4F34-9595-20E60B40E304}"/>
              </a:ext>
            </a:extLst>
          </p:cNvPr>
          <p:cNvSpPr>
            <a:spLocks xmlns:a="http://schemas.openxmlformats.org/drawingml/2006/main" noGrp="1"/>
          </p:cNvSpPr>
          <p:nvPr/>
        </p:nvSpPr>
        <p:spPr>
          <a:xfrm xmlns:a="http://schemas.openxmlformats.org/drawingml/2006/main">
            <a:off x="9544050" y="3105150"/>
            <a:ext cx="15430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Command
Scheduler</a:t>
            </a:r>
          </a:p>
        </p:txBody>
      </p:sp>
      <p:sp>
        <p:nvSpPr>
          <p:cNvPr id="28" name="">
            <a:extLst xmlns:a="http://schemas.openxmlformats.org/drawingml/2006/main">
              <a:ext uri="{FF2B5EF4-FFF2-40B4-BE49-F238E27FC236}">
                <a16:creationId xmlns:a16="http://schemas.microsoft.com/office/drawing/2014/main" id="{D92685E8-5456-4323-B881-200FA5E019A9}"/>
              </a:ext>
            </a:extLst>
          </p:cNvPr>
          <p:cNvSpPr>
            <a:spLocks xmlns:a="http://schemas.openxmlformats.org/drawingml/2006/main" noGrp="1"/>
          </p:cNvSpPr>
          <p:nvPr/>
        </p:nvSpPr>
        <p:spPr>
          <a:xfrm xmlns:a="http://schemas.openxmlformats.org/drawingml/2006/main">
            <a:off x="9544050" y="3943350"/>
            <a:ext cx="1543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Runs its lifecycle</a:t>
            </a:r>
          </a:p>
        </p:txBody>
      </p:sp>
      <p:sp>
        <p:nvSpPr>
          <p:cNvPr id="29" name="">
            <a:extLst xmlns:a="http://schemas.openxmlformats.org/drawingml/2006/main">
              <a:ext uri="{FF2B5EF4-FFF2-40B4-BE49-F238E27FC236}">
                <a16:creationId xmlns:a16="http://schemas.microsoft.com/office/drawing/2014/main" id="{6DEAAB91-8319-494B-808E-911D98777A0E}"/>
              </a:ext>
            </a:extLst>
          </p:cNvPr>
          <p:cNvSpPr>
            <a:spLocks xmlns:a="http://schemas.openxmlformats.org/drawingml/2006/main" noGrp="1"/>
          </p:cNvSpPr>
          <p:nvPr/>
        </p:nvSpPr>
        <p:spPr>
          <a:xfrm xmlns:a="http://schemas.openxmlformats.org/drawingml/2006/main">
            <a:off x="1333500" y="5086350"/>
            <a:ext cx="9525000" cy="590550"/>
          </a:xfrm>
          <a:prstGeom xmlns:a="http://schemas.openxmlformats.org/drawingml/2006/main" prst="roundRect">
            <a:avLst>
              <a:gd name="adj" fmla="val 16129"/>
            </a:avLst>
          </a:prstGeom>
          <a:solidFill xmlns:a="http://schemas.openxmlformats.org/drawingml/2006/main">
            <a:srgbClr val="162941"/>
          </a:solidFill>
          <a:ln xmlns:a="http://schemas.openxmlformats.org/drawingml/2006/main" w="9525">
            <a:solidFill>
              <a:srgbClr val="2D425B"/>
            </a:solidFill>
            <a:prstDash val="solid"/>
          </a:ln>
        </p:spPr>
      </p:sp>
      <p:sp>
        <p:nvSpPr>
          <p:cNvPr id="30" name="">
            <a:extLst xmlns:a="http://schemas.openxmlformats.org/drawingml/2006/main">
              <a:ext uri="{FF2B5EF4-FFF2-40B4-BE49-F238E27FC236}">
                <a16:creationId xmlns:a16="http://schemas.microsoft.com/office/drawing/2014/main" id="{3ED95920-A743-42BE-BF9A-1F14048D41AA}"/>
              </a:ext>
            </a:extLst>
          </p:cNvPr>
          <p:cNvSpPr>
            <a:spLocks xmlns:a="http://schemas.openxmlformats.org/drawingml/2006/main" noGrp="1"/>
          </p:cNvSpPr>
          <p:nvPr/>
        </p:nvSpPr>
        <p:spPr>
          <a:xfrm xmlns:a="http://schemas.openxmlformats.org/drawingml/2006/main">
            <a:off x="1581150" y="5238750"/>
            <a:ext cx="902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The command calls subsystem methods; the subsystem controls its device objects.</a:t>
            </a:r>
          </a:p>
        </p:txBody>
      </p:sp>
      <p:sp>
        <p:nvSpPr>
          <p:cNvPr id="31" name="footer-left">
            <a:extLst xmlns:a="http://schemas.openxmlformats.org/drawingml/2006/main">
              <a:ext uri="{FF2B5EF4-FFF2-40B4-BE49-F238E27FC236}">
                <a16:creationId xmlns:a16="http://schemas.microsoft.com/office/drawing/2014/main" id="{0D5B8A41-BA19-4B49-8803-F34C64557D27}"/>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32" name="footer-number">
            <a:extLst xmlns:a="http://schemas.openxmlformats.org/drawingml/2006/main">
              <a:ext uri="{FF2B5EF4-FFF2-40B4-BE49-F238E27FC236}">
                <a16:creationId xmlns:a16="http://schemas.microsoft.com/office/drawing/2014/main" id="{475FB84C-5A8B-406B-8587-77949935478E}"/>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11</a:t>
            </a:r>
          </a:p>
        </p:txBody>
      </p:sp>
    </p:spTree>
    <p:extLst>
      <p:ext uri="{BB962C8B-B14F-4D97-AF65-F5344CB8AC3E}">
        <p14:creationId xmlns:p14="http://schemas.microsoft.com/office/powerpoint/2010/main" val="534196845"/>
      </p:ext>
    </p:extLst>
  </p:cSld>
</p:sld>
</file>

<file path=ppt/slides/slide12.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2" name="section-label">
            <a:extLst xmlns:a="http://schemas.openxmlformats.org/drawingml/2006/main">
              <a:ext uri="{FF2B5EF4-FFF2-40B4-BE49-F238E27FC236}">
                <a16:creationId xmlns:a16="http://schemas.microsoft.com/office/drawing/2014/main" id="{42B54514-A799-4817-B075-E7ED1588F6F9}"/>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96051818-DD80-4FD5-8D68-D53D698BF115}"/>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Trigger bindings identify which command each input schedules</a:t>
            </a:r>
          </a:p>
        </p:txBody>
      </p:sp>
      <p:sp>
        <p:nvSpPr>
          <p:cNvPr id="3" name="slide-subtitle">
            <a:extLst xmlns:a="http://schemas.openxmlformats.org/drawingml/2006/main">
              <a:ext uri="{FF2B5EF4-FFF2-40B4-BE49-F238E27FC236}">
                <a16:creationId xmlns:a16="http://schemas.microsoft.com/office/drawing/2014/main" id="{75EF3E47-731F-488A-A095-45449514D014}"/>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new BeltInCommand(beltSubsystem) creates the instance; whileTrue binds it to operator button A.</a:t>
            </a:r>
          </a:p>
        </p:txBody>
      </p:sp>
      <p:sp>
        <p:nvSpPr>
          <p:cNvPr id="4" name="title-rule">
            <a:extLst xmlns:a="http://schemas.openxmlformats.org/drawingml/2006/main">
              <a:ext uri="{FF2B5EF4-FFF2-40B4-BE49-F238E27FC236}">
                <a16:creationId xmlns:a16="http://schemas.microsoft.com/office/drawing/2014/main" id="{FADF2E6C-6A6A-4FD5-8710-35D3BA08CD07}"/>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bindings-code-panel">
            <a:extLst xmlns:a="http://schemas.openxmlformats.org/drawingml/2006/main">
              <a:ext uri="{FF2B5EF4-FFF2-40B4-BE49-F238E27FC236}">
                <a16:creationId xmlns:a16="http://schemas.microsoft.com/office/drawing/2014/main" id="{607E770A-F445-4C41-BC92-7F4BBF424411}"/>
              </a:ext>
            </a:extLst>
          </p:cNvPr>
          <p:cNvSpPr>
            <a:spLocks xmlns:a="http://schemas.openxmlformats.org/drawingml/2006/main" noGrp="1"/>
          </p:cNvSpPr>
          <p:nvPr/>
        </p:nvSpPr>
        <p:spPr>
          <a:xfrm xmlns:a="http://schemas.openxmlformats.org/drawingml/2006/main">
            <a:off x="609600" y="1752600"/>
            <a:ext cx="7543800" cy="4457700"/>
          </a:xfrm>
          <a:prstGeom xmlns:a="http://schemas.openxmlformats.org/drawingml/2006/main" prst="roundRect">
            <a:avLst>
              <a:gd name="adj" fmla="val 2564"/>
            </a:avLst>
          </a:prstGeom>
          <a:solidFill xmlns:a="http://schemas.openxmlformats.org/drawingml/2006/main">
            <a:srgbClr val="0C1727"/>
          </a:solidFill>
          <a:ln xmlns:a="http://schemas.openxmlformats.org/drawingml/2006/main" w="9525">
            <a:solidFill>
              <a:srgbClr val="2D425B"/>
            </a:solidFill>
            <a:prstDash val="solid"/>
          </a:ln>
        </p:spPr>
      </p:sp>
      <p:sp>
        <p:nvSpPr>
          <p:cNvPr id="6" name="bindings-code-accent">
            <a:extLst xmlns:a="http://schemas.openxmlformats.org/drawingml/2006/main">
              <a:ext uri="{FF2B5EF4-FFF2-40B4-BE49-F238E27FC236}">
                <a16:creationId xmlns:a16="http://schemas.microsoft.com/office/drawing/2014/main" id="{297170B0-4D88-4702-81A2-10E07A8A28EF}"/>
              </a:ext>
            </a:extLst>
          </p:cNvPr>
          <p:cNvSpPr>
            <a:spLocks xmlns:a="http://schemas.openxmlformats.org/drawingml/2006/main" noGrp="1"/>
          </p:cNvSpPr>
          <p:nvPr/>
        </p:nvSpPr>
        <p:spPr>
          <a:xfrm xmlns:a="http://schemas.openxmlformats.org/drawingml/2006/main">
            <a:off x="609600" y="1752600"/>
            <a:ext cx="57150" cy="4457700"/>
          </a:xfrm>
          <a:prstGeom xmlns:a="http://schemas.openxmlformats.org/drawingml/2006/main" prst="roundRect">
            <a:avLst>
              <a:gd name="adj" fmla="val 50000"/>
            </a:avLst>
          </a:prstGeom>
          <a:solidFill xmlns:a="http://schemas.openxmlformats.org/drawingml/2006/main">
            <a:srgbClr val="42C6FF"/>
          </a:solidFill>
          <a:ln xmlns:a="http://schemas.openxmlformats.org/drawingml/2006/main" w="0">
            <a:noFill/>
            <a:prstDash val="solid"/>
          </a:ln>
        </p:spPr>
      </p:sp>
      <p:sp>
        <p:nvSpPr>
          <p:cNvPr id="7" name="bindings-code-title">
            <a:extLst xmlns:a="http://schemas.openxmlformats.org/drawingml/2006/main">
              <a:ext uri="{FF2B5EF4-FFF2-40B4-BE49-F238E27FC236}">
                <a16:creationId xmlns:a16="http://schemas.microsoft.com/office/drawing/2014/main" id="{588A010C-5B8B-4B1F-87BD-37E10AB407D1}"/>
              </a:ext>
            </a:extLst>
          </p:cNvPr>
          <p:cNvSpPr>
            <a:spLocks xmlns:a="http://schemas.openxmlformats.org/drawingml/2006/main" noGrp="1"/>
          </p:cNvSpPr>
          <p:nvPr/>
        </p:nvSpPr>
        <p:spPr>
          <a:xfrm xmlns:a="http://schemas.openxmlformats.org/drawingml/2006/main">
            <a:off x="838200" y="18859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42C6FF"/>
                </a:solidFill>
                <a:latin typeface="Consolas"/>
                <a:ea typeface="Consolas"/>
                <a:cs typeface="Consolas"/>
              </a:defRPr>
            </a:pPr>
            <a:r>
              <a:rPr sz="1125" b="1">
                <a:solidFill>
                  <a:srgbClr val="42C6FF"/>
                </a:solidFill>
                <a:latin typeface="Consolas"/>
                <a:ea typeface="Consolas"/>
                <a:cs typeface="Consolas"/>
              </a:rPr>
              <a:t>RobotContainer.configureBindings()</a:t>
            </a:r>
          </a:p>
        </p:txBody>
      </p:sp>
      <p:sp>
        <p:nvSpPr>
          <p:cNvPr id="8" name="bindings-code-text">
            <a:extLst xmlns:a="http://schemas.openxmlformats.org/drawingml/2006/main">
              <a:ext uri="{FF2B5EF4-FFF2-40B4-BE49-F238E27FC236}">
                <a16:creationId xmlns:a16="http://schemas.microsoft.com/office/drawing/2014/main" id="{EF00A080-A30C-4173-B0D1-7DD336748616}"/>
              </a:ext>
            </a:extLst>
          </p:cNvPr>
          <p:cNvSpPr>
            <a:spLocks xmlns:a="http://schemas.openxmlformats.org/drawingml/2006/main" noGrp="1"/>
          </p:cNvSpPr>
          <p:nvPr/>
        </p:nvSpPr>
        <p:spPr>
          <a:xfrm xmlns:a="http://schemas.openxmlformats.org/drawingml/2006/main">
            <a:off x="838200" y="2209800"/>
            <a:ext cx="7143750" cy="3867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operatorController.y()</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.onTrue(new ToggleClimberArmsCommand(climberSubsystem));</a:t>
            </a:r>
          </a:p>
          <a:p xmlns:a="http://schemas.openxmlformats.org/drawingml/2006/main">
            <a:r>
              <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operatorController.a()</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.whileTrue(new BeltInCommand(beltSubsystem));</a:t>
            </a:r>
          </a:p>
          <a:p xmlns:a="http://schemas.openxmlformats.org/drawingml/2006/main">
            <a:r>
              <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operatorController.b()</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.whileTrue(new BeltOutCommand(beltSubsystem));</a:t>
            </a:r>
          </a:p>
          <a:p xmlns:a="http://schemas.openxmlformats.org/drawingml/2006/main">
            <a:r>
              <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operatorController.x()</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.whileTrue(new RollerCommand(rollerSubsystem));</a:t>
            </a:r>
          </a:p>
          <a:p xmlns:a="http://schemas.openxmlformats.org/drawingml/2006/main">
            <a:r>
              <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driverController.rightBumper()</a:t>
            </a:r>
          </a:p>
          <a:p xmlns:a="http://schemas.openxmlformats.org/drawingml/2006/main">
            <a:pPr algn="l">
              <a:lnSpc>
                <a:spcPct val="102000"/>
              </a:lnSpc>
              <a:buNone/>
              <a:defRPr sz="1200" b="0">
                <a:solidFill>
                  <a:srgbClr val="F4F7FB"/>
                </a:solidFill>
                <a:latin typeface="Consolas"/>
                <a:ea typeface="Consolas"/>
                <a:cs typeface="Consolas"/>
              </a:defRPr>
            </a:pPr>
            <a:r>
              <a:rPr sz="1200" b="0">
                <a:solidFill>
                  <a:srgbClr val="F4F7FB"/>
                </a:solidFill>
                <a:latin typeface="Consolas"/>
                <a:ea typeface="Consolas"/>
                <a:cs typeface="Consolas"/>
              </a:rPr>
              <a:t>    .whileTrue(new SlowDriveCommand(driveSpeedMode));</a:t>
            </a:r>
          </a:p>
        </p:txBody>
      </p:sp>
      <p:sp>
        <p:nvSpPr>
          <p:cNvPr id="9" name="">
            <a:extLst xmlns:a="http://schemas.openxmlformats.org/drawingml/2006/main">
              <a:ext uri="{FF2B5EF4-FFF2-40B4-BE49-F238E27FC236}">
                <a16:creationId xmlns:a16="http://schemas.microsoft.com/office/drawing/2014/main" id="{02ED68B0-6AED-4F27-AFD8-07D5D189AE41}"/>
              </a:ext>
            </a:extLst>
          </p:cNvPr>
          <p:cNvSpPr>
            <a:spLocks xmlns:a="http://schemas.openxmlformats.org/drawingml/2006/main" noGrp="1"/>
          </p:cNvSpPr>
          <p:nvPr/>
        </p:nvSpPr>
        <p:spPr>
          <a:xfrm xmlns:a="http://schemas.openxmlformats.org/drawingml/2006/main">
            <a:off x="8629650" y="2000250"/>
            <a:ext cx="266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950" b="1">
                <a:solidFill>
                  <a:srgbClr val="F4F7FB"/>
                </a:solidFill>
                <a:latin typeface="Aptos"/>
                <a:ea typeface="Aptos"/>
                <a:cs typeface="Aptos"/>
              </a:defRPr>
            </a:pPr>
            <a:r>
              <a:rPr sz="1950" b="1">
                <a:solidFill>
                  <a:srgbClr val="F4F7FB"/>
                </a:solidFill>
                <a:latin typeface="Aptos"/>
                <a:ea typeface="Aptos"/>
                <a:cs typeface="Aptos"/>
              </a:rPr>
              <a:t>Read a binding as a sentence</a:t>
            </a:r>
          </a:p>
        </p:txBody>
      </p:sp>
      <p:sp>
        <p:nvSpPr>
          <p:cNvPr id="10" name="bullets-dot-0">
            <a:extLst xmlns:a="http://schemas.openxmlformats.org/drawingml/2006/main">
              <a:ext uri="{FF2B5EF4-FFF2-40B4-BE49-F238E27FC236}">
                <a16:creationId xmlns:a16="http://schemas.microsoft.com/office/drawing/2014/main" id="{31F340F6-C4AD-48C5-A73D-D3A45FA33AC1}"/>
              </a:ext>
            </a:extLst>
          </p:cNvPr>
          <p:cNvSpPr>
            <a:spLocks xmlns:a="http://schemas.openxmlformats.org/drawingml/2006/main" noGrp="1"/>
          </p:cNvSpPr>
          <p:nvPr/>
        </p:nvSpPr>
        <p:spPr>
          <a:xfrm xmlns:a="http://schemas.openxmlformats.org/drawingml/2006/main">
            <a:off x="8667750" y="3057525"/>
            <a:ext cx="95250" cy="95250"/>
          </a:xfrm>
          <a:prstGeom xmlns:a="http://schemas.openxmlformats.org/drawingml/2006/main" prst="roundRect">
            <a:avLst>
              <a:gd name="adj" fmla="val 50000"/>
            </a:avLst>
          </a:prstGeom>
          <a:solidFill xmlns:a="http://schemas.openxmlformats.org/drawingml/2006/main">
            <a:srgbClr val="FFB64D"/>
          </a:solidFill>
          <a:ln xmlns:a="http://schemas.openxmlformats.org/drawingml/2006/main" w="0">
            <a:noFill/>
            <a:prstDash val="solid"/>
          </a:ln>
        </p:spPr>
      </p:sp>
      <p:sp>
        <p:nvSpPr>
          <p:cNvPr id="11" name="bullets-0">
            <a:extLst xmlns:a="http://schemas.openxmlformats.org/drawingml/2006/main">
              <a:ext uri="{FF2B5EF4-FFF2-40B4-BE49-F238E27FC236}">
                <a16:creationId xmlns:a16="http://schemas.microsoft.com/office/drawing/2014/main" id="{A8F1F9BF-1E87-44E5-8D18-2040E499AEF2}"/>
              </a:ext>
            </a:extLst>
          </p:cNvPr>
          <p:cNvSpPr>
            <a:spLocks xmlns:a="http://schemas.openxmlformats.org/drawingml/2006/main" noGrp="1"/>
          </p:cNvSpPr>
          <p:nvPr/>
        </p:nvSpPr>
        <p:spPr>
          <a:xfrm xmlns:a="http://schemas.openxmlformats.org/drawingml/2006/main">
            <a:off x="8896350" y="297180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F4F7FB"/>
                </a:solidFill>
                <a:latin typeface="Aptos"/>
                <a:ea typeface="Aptos"/>
                <a:cs typeface="Aptos"/>
              </a:defRPr>
            </a:pPr>
            <a:r>
              <a:rPr sz="1425" b="0">
                <a:solidFill>
                  <a:srgbClr val="F4F7FB"/>
                </a:solidFill>
                <a:latin typeface="Aptos"/>
                <a:ea typeface="Aptos"/>
                <a:cs typeface="Aptos"/>
              </a:rPr>
              <a:t>Which controller?</a:t>
            </a:r>
          </a:p>
        </p:txBody>
      </p:sp>
      <p:sp>
        <p:nvSpPr>
          <p:cNvPr id="12" name="bullets-dot-1">
            <a:extLst xmlns:a="http://schemas.openxmlformats.org/drawingml/2006/main">
              <a:ext uri="{FF2B5EF4-FFF2-40B4-BE49-F238E27FC236}">
                <a16:creationId xmlns:a16="http://schemas.microsoft.com/office/drawing/2014/main" id="{C8434011-AD61-43AB-9F99-05A7E2BE4B51}"/>
              </a:ext>
            </a:extLst>
          </p:cNvPr>
          <p:cNvSpPr>
            <a:spLocks xmlns:a="http://schemas.openxmlformats.org/drawingml/2006/main" noGrp="1"/>
          </p:cNvSpPr>
          <p:nvPr/>
        </p:nvSpPr>
        <p:spPr>
          <a:xfrm xmlns:a="http://schemas.openxmlformats.org/drawingml/2006/main">
            <a:off x="8667750" y="3590925"/>
            <a:ext cx="95250" cy="95250"/>
          </a:xfrm>
          <a:prstGeom xmlns:a="http://schemas.openxmlformats.org/drawingml/2006/main" prst="roundRect">
            <a:avLst>
              <a:gd name="adj" fmla="val 50000"/>
            </a:avLst>
          </a:prstGeom>
          <a:solidFill xmlns:a="http://schemas.openxmlformats.org/drawingml/2006/main">
            <a:srgbClr val="FFB64D"/>
          </a:solidFill>
          <a:ln xmlns:a="http://schemas.openxmlformats.org/drawingml/2006/main" w="0">
            <a:noFill/>
            <a:prstDash val="solid"/>
          </a:ln>
        </p:spPr>
      </p:sp>
      <p:sp>
        <p:nvSpPr>
          <p:cNvPr id="13" name="bullets-1">
            <a:extLst xmlns:a="http://schemas.openxmlformats.org/drawingml/2006/main">
              <a:ext uri="{FF2B5EF4-FFF2-40B4-BE49-F238E27FC236}">
                <a16:creationId xmlns:a16="http://schemas.microsoft.com/office/drawing/2014/main" id="{3AC8DECD-3536-49AF-860E-585DE1541A88}"/>
              </a:ext>
            </a:extLst>
          </p:cNvPr>
          <p:cNvSpPr>
            <a:spLocks xmlns:a="http://schemas.openxmlformats.org/drawingml/2006/main" noGrp="1"/>
          </p:cNvSpPr>
          <p:nvPr/>
        </p:nvSpPr>
        <p:spPr>
          <a:xfrm xmlns:a="http://schemas.openxmlformats.org/drawingml/2006/main">
            <a:off x="8896350" y="350520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F4F7FB"/>
                </a:solidFill>
                <a:latin typeface="Aptos"/>
                <a:ea typeface="Aptos"/>
                <a:cs typeface="Aptos"/>
              </a:defRPr>
            </a:pPr>
            <a:r>
              <a:rPr sz="1425" b="0">
                <a:solidFill>
                  <a:srgbClr val="F4F7FB"/>
                </a:solidFill>
                <a:latin typeface="Aptos"/>
                <a:ea typeface="Aptos"/>
                <a:cs typeface="Aptos"/>
              </a:rPr>
              <a:t>Which button?</a:t>
            </a:r>
          </a:p>
        </p:txBody>
      </p:sp>
      <p:sp>
        <p:nvSpPr>
          <p:cNvPr id="14" name="bullets-dot-2">
            <a:extLst xmlns:a="http://schemas.openxmlformats.org/drawingml/2006/main">
              <a:ext uri="{FF2B5EF4-FFF2-40B4-BE49-F238E27FC236}">
                <a16:creationId xmlns:a16="http://schemas.microsoft.com/office/drawing/2014/main" id="{F153759E-68D7-4B8A-82A3-1AA531976C5C}"/>
              </a:ext>
            </a:extLst>
          </p:cNvPr>
          <p:cNvSpPr>
            <a:spLocks xmlns:a="http://schemas.openxmlformats.org/drawingml/2006/main" noGrp="1"/>
          </p:cNvSpPr>
          <p:nvPr/>
        </p:nvSpPr>
        <p:spPr>
          <a:xfrm xmlns:a="http://schemas.openxmlformats.org/drawingml/2006/main">
            <a:off x="8667750" y="4124325"/>
            <a:ext cx="95250" cy="95250"/>
          </a:xfrm>
          <a:prstGeom xmlns:a="http://schemas.openxmlformats.org/drawingml/2006/main" prst="roundRect">
            <a:avLst>
              <a:gd name="adj" fmla="val 50000"/>
            </a:avLst>
          </a:prstGeom>
          <a:solidFill xmlns:a="http://schemas.openxmlformats.org/drawingml/2006/main">
            <a:srgbClr val="FFB64D"/>
          </a:solidFill>
          <a:ln xmlns:a="http://schemas.openxmlformats.org/drawingml/2006/main" w="0">
            <a:noFill/>
            <a:prstDash val="solid"/>
          </a:ln>
        </p:spPr>
      </p:sp>
      <p:sp>
        <p:nvSpPr>
          <p:cNvPr id="15" name="bullets-2">
            <a:extLst xmlns:a="http://schemas.openxmlformats.org/drawingml/2006/main">
              <a:ext uri="{FF2B5EF4-FFF2-40B4-BE49-F238E27FC236}">
                <a16:creationId xmlns:a16="http://schemas.microsoft.com/office/drawing/2014/main" id="{12573C50-FA7F-4223-8714-297BDFD90DB5}"/>
              </a:ext>
            </a:extLst>
          </p:cNvPr>
          <p:cNvSpPr>
            <a:spLocks xmlns:a="http://schemas.openxmlformats.org/drawingml/2006/main" noGrp="1"/>
          </p:cNvSpPr>
          <p:nvPr/>
        </p:nvSpPr>
        <p:spPr>
          <a:xfrm xmlns:a="http://schemas.openxmlformats.org/drawingml/2006/main">
            <a:off x="8896350" y="403860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F4F7FB"/>
                </a:solidFill>
                <a:latin typeface="Aptos"/>
                <a:ea typeface="Aptos"/>
                <a:cs typeface="Aptos"/>
              </a:defRPr>
            </a:pPr>
            <a:r>
              <a:rPr sz="1425" b="0">
                <a:solidFill>
                  <a:srgbClr val="F4F7FB"/>
                </a:solidFill>
                <a:latin typeface="Aptos"/>
                <a:ea typeface="Aptos"/>
                <a:cs typeface="Aptos"/>
              </a:rPr>
              <a:t>Which Trigger binding method?</a:t>
            </a:r>
          </a:p>
        </p:txBody>
      </p:sp>
      <p:sp>
        <p:nvSpPr>
          <p:cNvPr id="16" name="bullets-dot-3">
            <a:extLst xmlns:a="http://schemas.openxmlformats.org/drawingml/2006/main">
              <a:ext uri="{FF2B5EF4-FFF2-40B4-BE49-F238E27FC236}">
                <a16:creationId xmlns:a16="http://schemas.microsoft.com/office/drawing/2014/main" id="{AF5647DA-E1E1-4BA4-A335-54DB13E21689}"/>
              </a:ext>
            </a:extLst>
          </p:cNvPr>
          <p:cNvSpPr>
            <a:spLocks xmlns:a="http://schemas.openxmlformats.org/drawingml/2006/main" noGrp="1"/>
          </p:cNvSpPr>
          <p:nvPr/>
        </p:nvSpPr>
        <p:spPr>
          <a:xfrm xmlns:a="http://schemas.openxmlformats.org/drawingml/2006/main">
            <a:off x="8667750" y="4657725"/>
            <a:ext cx="95250" cy="95250"/>
          </a:xfrm>
          <a:prstGeom xmlns:a="http://schemas.openxmlformats.org/drawingml/2006/main" prst="roundRect">
            <a:avLst>
              <a:gd name="adj" fmla="val 50000"/>
            </a:avLst>
          </a:prstGeom>
          <a:solidFill xmlns:a="http://schemas.openxmlformats.org/drawingml/2006/main">
            <a:srgbClr val="FFB64D"/>
          </a:solidFill>
          <a:ln xmlns:a="http://schemas.openxmlformats.org/drawingml/2006/main" w="0">
            <a:noFill/>
            <a:prstDash val="solid"/>
          </a:ln>
        </p:spPr>
      </p:sp>
      <p:sp>
        <p:nvSpPr>
          <p:cNvPr id="17" name="bullets-3">
            <a:extLst xmlns:a="http://schemas.openxmlformats.org/drawingml/2006/main">
              <a:ext uri="{FF2B5EF4-FFF2-40B4-BE49-F238E27FC236}">
                <a16:creationId xmlns:a16="http://schemas.microsoft.com/office/drawing/2014/main" id="{FCFE8678-7B5A-44B6-BF3D-3F1B3E8A991D}"/>
              </a:ext>
            </a:extLst>
          </p:cNvPr>
          <p:cNvSpPr>
            <a:spLocks xmlns:a="http://schemas.openxmlformats.org/drawingml/2006/main" noGrp="1"/>
          </p:cNvSpPr>
          <p:nvPr/>
        </p:nvSpPr>
        <p:spPr>
          <a:xfrm xmlns:a="http://schemas.openxmlformats.org/drawingml/2006/main">
            <a:off x="8896350" y="457200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F4F7FB"/>
                </a:solidFill>
                <a:latin typeface="Aptos"/>
                <a:ea typeface="Aptos"/>
                <a:cs typeface="Aptos"/>
              </a:defRPr>
            </a:pPr>
            <a:r>
              <a:rPr sz="1425" b="0">
                <a:solidFill>
                  <a:srgbClr val="F4F7FB"/>
                </a:solidFill>
                <a:latin typeface="Aptos"/>
                <a:ea typeface="Aptos"/>
                <a:cs typeface="Aptos"/>
              </a:rPr>
              <a:t>Which command?</a:t>
            </a:r>
          </a:p>
        </p:txBody>
      </p:sp>
      <p:sp>
        <p:nvSpPr>
          <p:cNvPr id="18" name="bullets-dot-4">
            <a:extLst xmlns:a="http://schemas.openxmlformats.org/drawingml/2006/main">
              <a:ext uri="{FF2B5EF4-FFF2-40B4-BE49-F238E27FC236}">
                <a16:creationId xmlns:a16="http://schemas.microsoft.com/office/drawing/2014/main" id="{E7F7AFD8-85B4-4674-ACFF-441ACF7B77B8}"/>
              </a:ext>
            </a:extLst>
          </p:cNvPr>
          <p:cNvSpPr>
            <a:spLocks xmlns:a="http://schemas.openxmlformats.org/drawingml/2006/main" noGrp="1"/>
          </p:cNvSpPr>
          <p:nvPr/>
        </p:nvSpPr>
        <p:spPr>
          <a:xfrm xmlns:a="http://schemas.openxmlformats.org/drawingml/2006/main">
            <a:off x="8667750" y="5191125"/>
            <a:ext cx="95250" cy="95250"/>
          </a:xfrm>
          <a:prstGeom xmlns:a="http://schemas.openxmlformats.org/drawingml/2006/main" prst="roundRect">
            <a:avLst>
              <a:gd name="adj" fmla="val 50000"/>
            </a:avLst>
          </a:prstGeom>
          <a:solidFill xmlns:a="http://schemas.openxmlformats.org/drawingml/2006/main">
            <a:srgbClr val="FFB64D"/>
          </a:solidFill>
          <a:ln xmlns:a="http://schemas.openxmlformats.org/drawingml/2006/main" w="0">
            <a:noFill/>
            <a:prstDash val="solid"/>
          </a:ln>
        </p:spPr>
      </p:sp>
      <p:sp>
        <p:nvSpPr>
          <p:cNvPr id="19" name="bullets-4">
            <a:extLst xmlns:a="http://schemas.openxmlformats.org/drawingml/2006/main">
              <a:ext uri="{FF2B5EF4-FFF2-40B4-BE49-F238E27FC236}">
                <a16:creationId xmlns:a16="http://schemas.microsoft.com/office/drawing/2014/main" id="{EB914C49-B3DF-4726-A19D-02251033BD84}"/>
              </a:ext>
            </a:extLst>
          </p:cNvPr>
          <p:cNvSpPr>
            <a:spLocks xmlns:a="http://schemas.openxmlformats.org/drawingml/2006/main" noGrp="1"/>
          </p:cNvSpPr>
          <p:nvPr/>
        </p:nvSpPr>
        <p:spPr>
          <a:xfrm xmlns:a="http://schemas.openxmlformats.org/drawingml/2006/main">
            <a:off x="8896350" y="510540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F4F7FB"/>
                </a:solidFill>
                <a:latin typeface="Aptos"/>
                <a:ea typeface="Aptos"/>
                <a:cs typeface="Aptos"/>
              </a:defRPr>
            </a:pPr>
            <a:r>
              <a:rPr sz="1425" b="0">
                <a:solidFill>
                  <a:srgbClr val="F4F7FB"/>
                </a:solidFill>
                <a:latin typeface="Aptos"/>
                <a:ea typeface="Aptos"/>
                <a:cs typeface="Aptos"/>
              </a:rPr>
              <a:t>Which subsystem does it require?</a:t>
            </a:r>
          </a:p>
        </p:txBody>
      </p:sp>
      <p:sp>
        <p:nvSpPr>
          <p:cNvPr id="20" name="footer-left">
            <a:extLst xmlns:a="http://schemas.openxmlformats.org/drawingml/2006/main">
              <a:ext uri="{FF2B5EF4-FFF2-40B4-BE49-F238E27FC236}">
                <a16:creationId xmlns:a16="http://schemas.microsoft.com/office/drawing/2014/main" id="{8490A991-5C70-46F3-8694-6B238E0CB560}"/>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21" name="footer-number">
            <a:extLst xmlns:a="http://schemas.openxmlformats.org/drawingml/2006/main">
              <a:ext uri="{FF2B5EF4-FFF2-40B4-BE49-F238E27FC236}">
                <a16:creationId xmlns:a16="http://schemas.microsoft.com/office/drawing/2014/main" id="{509CA46F-78FB-4B67-B062-AB9DFB4855F5}"/>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12</a:t>
            </a:r>
          </a:p>
        </p:txBody>
      </p:sp>
    </p:spTree>
    <p:extLst>
      <p:ext uri="{BB962C8B-B14F-4D97-AF65-F5344CB8AC3E}">
        <p14:creationId xmlns:p14="http://schemas.microsoft.com/office/powerpoint/2010/main" val="2022859271"/>
      </p:ext>
    </p:extLst>
  </p:cSld>
</p:sld>
</file>

<file path=ppt/slides/slide13.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5" name="section-label">
            <a:extLst xmlns:a="http://schemas.openxmlformats.org/drawingml/2006/main">
              <a:ext uri="{FF2B5EF4-FFF2-40B4-BE49-F238E27FC236}">
                <a16:creationId xmlns:a16="http://schemas.microsoft.com/office/drawing/2014/main" id="{6B6CA672-3E18-400E-8C44-275ADD1E1357}"/>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167B59BF-3F15-4996-B3B0-CBA25E290483}"/>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CommandScheduler moves each request through the control path</a:t>
            </a:r>
          </a:p>
        </p:txBody>
      </p:sp>
      <p:sp>
        <p:nvSpPr>
          <p:cNvPr id="3" name="slide-subtitle">
            <a:extLst xmlns:a="http://schemas.openxmlformats.org/drawingml/2006/main">
              <a:ext uri="{FF2B5EF4-FFF2-40B4-BE49-F238E27FC236}">
                <a16:creationId xmlns:a16="http://schemas.microsoft.com/office/drawing/2014/main" id="{22441B6C-72B5-4AAF-85C4-1AFACC533E38}"/>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robotPeriodic() calls CommandScheduler.run() every 20 ms, about 50 times per second.</a:t>
            </a:r>
          </a:p>
        </p:txBody>
      </p:sp>
      <p:sp>
        <p:nvSpPr>
          <p:cNvPr id="4" name="title-rule">
            <a:extLst xmlns:a="http://schemas.openxmlformats.org/drawingml/2006/main">
              <a:ext uri="{FF2B5EF4-FFF2-40B4-BE49-F238E27FC236}">
                <a16:creationId xmlns:a16="http://schemas.microsoft.com/office/drawing/2014/main" id="{60636830-9B53-4B1B-857D-BC9EDA2D8042}"/>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scheduler-code-panel">
            <a:extLst xmlns:a="http://schemas.openxmlformats.org/drawingml/2006/main">
              <a:ext uri="{FF2B5EF4-FFF2-40B4-BE49-F238E27FC236}">
                <a16:creationId xmlns:a16="http://schemas.microsoft.com/office/drawing/2014/main" id="{8C4FF6E5-0EE2-497A-93E8-687E7C60B72F}"/>
              </a:ext>
            </a:extLst>
          </p:cNvPr>
          <p:cNvSpPr>
            <a:spLocks xmlns:a="http://schemas.openxmlformats.org/drawingml/2006/main" noGrp="1"/>
          </p:cNvSpPr>
          <p:nvPr/>
        </p:nvSpPr>
        <p:spPr>
          <a:xfrm xmlns:a="http://schemas.openxmlformats.org/drawingml/2006/main">
            <a:off x="609600" y="2000250"/>
            <a:ext cx="4381500" cy="1905000"/>
          </a:xfrm>
          <a:prstGeom xmlns:a="http://schemas.openxmlformats.org/drawingml/2006/main" prst="roundRect">
            <a:avLst>
              <a:gd name="adj" fmla="val 6000"/>
            </a:avLst>
          </a:prstGeom>
          <a:solidFill xmlns:a="http://schemas.openxmlformats.org/drawingml/2006/main">
            <a:srgbClr val="0C1727"/>
          </a:solidFill>
          <a:ln xmlns:a="http://schemas.openxmlformats.org/drawingml/2006/main" w="9525">
            <a:solidFill>
              <a:srgbClr val="2D425B"/>
            </a:solidFill>
            <a:prstDash val="solid"/>
          </a:ln>
        </p:spPr>
      </p:sp>
      <p:sp>
        <p:nvSpPr>
          <p:cNvPr id="6" name="scheduler-code-accent">
            <a:extLst xmlns:a="http://schemas.openxmlformats.org/drawingml/2006/main">
              <a:ext uri="{FF2B5EF4-FFF2-40B4-BE49-F238E27FC236}">
                <a16:creationId xmlns:a16="http://schemas.microsoft.com/office/drawing/2014/main" id="{A9C63144-90C0-42D9-9500-63B788D0287C}"/>
              </a:ext>
            </a:extLst>
          </p:cNvPr>
          <p:cNvSpPr>
            <a:spLocks xmlns:a="http://schemas.openxmlformats.org/drawingml/2006/main" noGrp="1"/>
          </p:cNvSpPr>
          <p:nvPr/>
        </p:nvSpPr>
        <p:spPr>
          <a:xfrm xmlns:a="http://schemas.openxmlformats.org/drawingml/2006/main">
            <a:off x="609600" y="2000250"/>
            <a:ext cx="57150" cy="1905000"/>
          </a:xfrm>
          <a:prstGeom xmlns:a="http://schemas.openxmlformats.org/drawingml/2006/main" prst="roundRect">
            <a:avLst>
              <a:gd name="adj" fmla="val 50000"/>
            </a:avLst>
          </a:prstGeom>
          <a:solidFill xmlns:a="http://schemas.openxmlformats.org/drawingml/2006/main">
            <a:srgbClr val="62D48A"/>
          </a:solidFill>
          <a:ln xmlns:a="http://schemas.openxmlformats.org/drawingml/2006/main" w="0">
            <a:noFill/>
            <a:prstDash val="solid"/>
          </a:ln>
        </p:spPr>
      </p:sp>
      <p:sp>
        <p:nvSpPr>
          <p:cNvPr id="7" name="scheduler-code-title">
            <a:extLst xmlns:a="http://schemas.openxmlformats.org/drawingml/2006/main">
              <a:ext uri="{FF2B5EF4-FFF2-40B4-BE49-F238E27FC236}">
                <a16:creationId xmlns:a16="http://schemas.microsoft.com/office/drawing/2014/main" id="{2AE696D0-D50D-42DF-AFCB-0BB2BFF2B2F6}"/>
              </a:ext>
            </a:extLst>
          </p:cNvPr>
          <p:cNvSpPr>
            <a:spLocks xmlns:a="http://schemas.openxmlformats.org/drawingml/2006/main" noGrp="1"/>
          </p:cNvSpPr>
          <p:nvPr/>
        </p:nvSpPr>
        <p:spPr>
          <a:xfrm xmlns:a="http://schemas.openxmlformats.org/drawingml/2006/main">
            <a:off x="838200" y="2133600"/>
            <a:ext cx="3981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62D48A"/>
                </a:solidFill>
                <a:latin typeface="Consolas"/>
                <a:ea typeface="Consolas"/>
                <a:cs typeface="Consolas"/>
              </a:defRPr>
            </a:pPr>
            <a:r>
              <a:rPr sz="1125" b="1">
                <a:solidFill>
                  <a:srgbClr val="62D48A"/>
                </a:solidFill>
                <a:latin typeface="Consolas"/>
                <a:ea typeface="Consolas"/>
                <a:cs typeface="Consolas"/>
              </a:rPr>
              <a:t>Robot.java</a:t>
            </a:r>
          </a:p>
        </p:txBody>
      </p:sp>
      <p:sp>
        <p:nvSpPr>
          <p:cNvPr id="8" name="scheduler-code-text">
            <a:extLst xmlns:a="http://schemas.openxmlformats.org/drawingml/2006/main">
              <a:ext uri="{FF2B5EF4-FFF2-40B4-BE49-F238E27FC236}">
                <a16:creationId xmlns:a16="http://schemas.microsoft.com/office/drawing/2014/main" id="{F7DE9472-004B-486E-9934-20C495447602}"/>
              </a:ext>
            </a:extLst>
          </p:cNvPr>
          <p:cNvSpPr>
            <a:spLocks xmlns:a="http://schemas.openxmlformats.org/drawingml/2006/main" noGrp="1"/>
          </p:cNvSpPr>
          <p:nvPr/>
        </p:nvSpPr>
        <p:spPr>
          <a:xfrm xmlns:a="http://schemas.openxmlformats.org/drawingml/2006/main">
            <a:off x="838200" y="2457450"/>
            <a:ext cx="39814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350" b="0">
                <a:solidFill>
                  <a:srgbClr val="F4F7FB"/>
                </a:solidFill>
                <a:latin typeface="Consolas"/>
                <a:ea typeface="Consolas"/>
                <a:cs typeface="Consolas"/>
              </a:defRPr>
            </a:pPr>
            <a:r>
              <a:rPr sz="1350" b="0">
                <a:solidFill>
                  <a:srgbClr val="F4F7FB"/>
                </a:solidFill>
                <a:latin typeface="Consolas"/>
                <a:ea typeface="Consolas"/>
                <a:cs typeface="Consolas"/>
              </a:rPr>
              <a:t>@Override</a:t>
            </a:r>
          </a:p>
          <a:p xmlns:a="http://schemas.openxmlformats.org/drawingml/2006/main">
            <a:pPr algn="l">
              <a:lnSpc>
                <a:spcPct val="102000"/>
              </a:lnSpc>
              <a:buNone/>
              <a:defRPr sz="1350" b="0">
                <a:solidFill>
                  <a:srgbClr val="F4F7FB"/>
                </a:solidFill>
                <a:latin typeface="Consolas"/>
                <a:ea typeface="Consolas"/>
                <a:cs typeface="Consolas"/>
              </a:defRPr>
            </a:pPr>
            <a:r>
              <a:rPr sz="1350" b="0">
                <a:solidFill>
                  <a:srgbClr val="F4F7FB"/>
                </a:solidFill>
                <a:latin typeface="Consolas"/>
                <a:ea typeface="Consolas"/>
                <a:cs typeface="Consolas"/>
              </a:rPr>
              <a:t>public void robotPeriodic() {</a:t>
            </a:r>
          </a:p>
          <a:p xmlns:a="http://schemas.openxmlformats.org/drawingml/2006/main">
            <a:pPr algn="l">
              <a:lnSpc>
                <a:spcPct val="102000"/>
              </a:lnSpc>
              <a:buNone/>
              <a:defRPr sz="1350" b="0">
                <a:solidFill>
                  <a:srgbClr val="F4F7FB"/>
                </a:solidFill>
                <a:latin typeface="Consolas"/>
                <a:ea typeface="Consolas"/>
                <a:cs typeface="Consolas"/>
              </a:defRPr>
            </a:pPr>
            <a:r>
              <a:rPr sz="1350" b="0">
                <a:solidFill>
                  <a:srgbClr val="F4F7FB"/>
                </a:solidFill>
                <a:latin typeface="Consolas"/>
                <a:ea typeface="Consolas"/>
                <a:cs typeface="Consolas"/>
              </a:rPr>
              <a:t>    CommandScheduler.getInstance().run();</a:t>
            </a:r>
          </a:p>
          <a:p xmlns:a="http://schemas.openxmlformats.org/drawingml/2006/main">
            <a:pPr algn="l">
              <a:lnSpc>
                <a:spcPct val="102000"/>
              </a:lnSpc>
              <a:buNone/>
              <a:defRPr sz="1350" b="0">
                <a:solidFill>
                  <a:srgbClr val="F4F7FB"/>
                </a:solidFill>
                <a:latin typeface="Consolas"/>
                <a:ea typeface="Consolas"/>
                <a:cs typeface="Consolas"/>
              </a:defRPr>
            </a:pPr>
            <a:r>
              <a:rPr sz="1350" b="0">
                <a:solidFill>
                  <a:srgbClr val="F4F7FB"/>
                </a:solidFill>
                <a:latin typeface="Consolas"/>
                <a:ea typeface="Consolas"/>
                <a:cs typeface="Consolas"/>
              </a:rPr>
              <a:t>}</a:t>
            </a:r>
          </a:p>
        </p:txBody>
      </p:sp>
      <p:sp>
        <p:nvSpPr>
          <p:cNvPr id="9" name="">
            <a:extLst xmlns:a="http://schemas.openxmlformats.org/drawingml/2006/main">
              <a:ext uri="{FF2B5EF4-FFF2-40B4-BE49-F238E27FC236}">
                <a16:creationId xmlns:a16="http://schemas.microsoft.com/office/drawing/2014/main" id="{DA3C8115-3A77-4D0A-BF48-4B952F1A839C}"/>
              </a:ext>
            </a:extLst>
          </p:cNvPr>
          <p:cNvSpPr>
            <a:spLocks xmlns:a="http://schemas.openxmlformats.org/drawingml/2006/main" noGrp="1"/>
          </p:cNvSpPr>
          <p:nvPr/>
        </p:nvSpPr>
        <p:spPr>
          <a:xfrm xmlns:a="http://schemas.openxmlformats.org/drawingml/2006/main">
            <a:off x="5314950" y="198120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FFB64D"/>
                </a:solidFill>
                <a:latin typeface="Aptos"/>
                <a:ea typeface="Aptos"/>
                <a:cs typeface="Aptos"/>
              </a:defRPr>
            </a:pPr>
            <a:r>
              <a:rPr sz="1575" b="1">
                <a:solidFill>
                  <a:srgbClr val="FFB64D"/>
                </a:solidFill>
                <a:latin typeface="Aptos"/>
                <a:ea typeface="Aptos"/>
                <a:cs typeface="Aptos"/>
              </a:rPr>
              <a:t>1</a:t>
            </a:r>
          </a:p>
        </p:txBody>
      </p:sp>
      <p:sp>
        <p:nvSpPr>
          <p:cNvPr id="10" name="">
            <a:extLst xmlns:a="http://schemas.openxmlformats.org/drawingml/2006/main">
              <a:ext uri="{FF2B5EF4-FFF2-40B4-BE49-F238E27FC236}">
                <a16:creationId xmlns:a16="http://schemas.microsoft.com/office/drawing/2014/main" id="{5F8032AA-B71D-4511-B332-06B596F605BA}"/>
              </a:ext>
            </a:extLst>
          </p:cNvPr>
          <p:cNvSpPr>
            <a:spLocks xmlns:a="http://schemas.openxmlformats.org/drawingml/2006/main" noGrp="1"/>
          </p:cNvSpPr>
          <p:nvPr/>
        </p:nvSpPr>
        <p:spPr>
          <a:xfrm xmlns:a="http://schemas.openxmlformats.org/drawingml/2006/main">
            <a:off x="5829300" y="1885950"/>
            <a:ext cx="2362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Run subsystem periodic methods</a:t>
            </a:r>
          </a:p>
        </p:txBody>
      </p:sp>
      <p:sp>
        <p:nvSpPr>
          <p:cNvPr id="11" name="">
            <a:extLst xmlns:a="http://schemas.openxmlformats.org/drawingml/2006/main">
              <a:ext uri="{FF2B5EF4-FFF2-40B4-BE49-F238E27FC236}">
                <a16:creationId xmlns:a16="http://schemas.microsoft.com/office/drawing/2014/main" id="{E0F63DBC-AAF8-4B1C-9E94-18046FBCB85D}"/>
              </a:ext>
            </a:extLst>
          </p:cNvPr>
          <p:cNvSpPr>
            <a:spLocks xmlns:a="http://schemas.openxmlformats.org/drawingml/2006/main" noGrp="1"/>
          </p:cNvSpPr>
          <p:nvPr/>
        </p:nvSpPr>
        <p:spPr>
          <a:xfrm xmlns:a="http://schemas.openxmlformats.org/drawingml/2006/main">
            <a:off x="8401050" y="198120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FFB64D"/>
                </a:solidFill>
                <a:latin typeface="Aptos"/>
                <a:ea typeface="Aptos"/>
                <a:cs typeface="Aptos"/>
              </a:defRPr>
            </a:pPr>
            <a:r>
              <a:rPr sz="1575" b="1">
                <a:solidFill>
                  <a:srgbClr val="FFB64D"/>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D1FA9CD3-24E9-4D27-B8F2-1F1ECEB1BA31}"/>
              </a:ext>
            </a:extLst>
          </p:cNvPr>
          <p:cNvSpPr>
            <a:spLocks xmlns:a="http://schemas.openxmlformats.org/drawingml/2006/main" noGrp="1"/>
          </p:cNvSpPr>
          <p:nvPr/>
        </p:nvSpPr>
        <p:spPr>
          <a:xfrm xmlns:a="http://schemas.openxmlformats.org/drawingml/2006/main">
            <a:off x="8915400" y="1885950"/>
            <a:ext cx="2362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Poll Trigger bindings; schedule or cancel commands</a:t>
            </a:r>
          </a:p>
        </p:txBody>
      </p:sp>
      <p:sp>
        <p:nvSpPr>
          <p:cNvPr id="13" name="">
            <a:extLst xmlns:a="http://schemas.openxmlformats.org/drawingml/2006/main">
              <a:ext uri="{FF2B5EF4-FFF2-40B4-BE49-F238E27FC236}">
                <a16:creationId xmlns:a16="http://schemas.microsoft.com/office/drawing/2014/main" id="{E089D4E6-5B0F-4C97-8437-CC488EDC656E}"/>
              </a:ext>
            </a:extLst>
          </p:cNvPr>
          <p:cNvSpPr>
            <a:spLocks xmlns:a="http://schemas.openxmlformats.org/drawingml/2006/main" noGrp="1"/>
          </p:cNvSpPr>
          <p:nvPr/>
        </p:nvSpPr>
        <p:spPr>
          <a:xfrm xmlns:a="http://schemas.openxmlformats.org/drawingml/2006/main">
            <a:off x="5314950" y="325755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FFB64D"/>
                </a:solidFill>
                <a:latin typeface="Aptos"/>
                <a:ea typeface="Aptos"/>
                <a:cs typeface="Aptos"/>
              </a:defRPr>
            </a:pPr>
            <a:r>
              <a:rPr sz="1575" b="1">
                <a:solidFill>
                  <a:srgbClr val="FFB64D"/>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53178100-FB58-4A8D-B823-29D68C3B78A0}"/>
              </a:ext>
            </a:extLst>
          </p:cNvPr>
          <p:cNvSpPr>
            <a:spLocks xmlns:a="http://schemas.openxmlformats.org/drawingml/2006/main" noGrp="1"/>
          </p:cNvSpPr>
          <p:nvPr/>
        </p:nvSpPr>
        <p:spPr>
          <a:xfrm xmlns:a="http://schemas.openxmlformats.org/drawingml/2006/main">
            <a:off x="5829300" y="3162300"/>
            <a:ext cx="2362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Execute scheduled commands</a:t>
            </a:r>
          </a:p>
        </p:txBody>
      </p:sp>
      <p:sp>
        <p:nvSpPr>
          <p:cNvPr id="15" name="">
            <a:extLst xmlns:a="http://schemas.openxmlformats.org/drawingml/2006/main">
              <a:ext uri="{FF2B5EF4-FFF2-40B4-BE49-F238E27FC236}">
                <a16:creationId xmlns:a16="http://schemas.microsoft.com/office/drawing/2014/main" id="{FEC17761-05C2-4D3E-B4AD-8EF0EB2834A6}"/>
              </a:ext>
            </a:extLst>
          </p:cNvPr>
          <p:cNvSpPr>
            <a:spLocks xmlns:a="http://schemas.openxmlformats.org/drawingml/2006/main" noGrp="1"/>
          </p:cNvSpPr>
          <p:nvPr/>
        </p:nvSpPr>
        <p:spPr>
          <a:xfrm xmlns:a="http://schemas.openxmlformats.org/drawingml/2006/main">
            <a:off x="8401050" y="325755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42C6FF"/>
                </a:solidFill>
                <a:latin typeface="Aptos"/>
                <a:ea typeface="Aptos"/>
                <a:cs typeface="Aptos"/>
              </a:defRPr>
            </a:pPr>
            <a:r>
              <a:rPr sz="1575" b="1">
                <a:solidFill>
                  <a:srgbClr val="42C6FF"/>
                </a:solidFill>
                <a:latin typeface="Aptos"/>
                <a:ea typeface="Aptos"/>
                <a:cs typeface="Aptos"/>
              </a:rPr>
              <a:t>4</a:t>
            </a:r>
          </a:p>
        </p:txBody>
      </p:sp>
      <p:sp>
        <p:nvSpPr>
          <p:cNvPr id="16" name="">
            <a:extLst xmlns:a="http://schemas.openxmlformats.org/drawingml/2006/main">
              <a:ext uri="{FF2B5EF4-FFF2-40B4-BE49-F238E27FC236}">
                <a16:creationId xmlns:a16="http://schemas.microsoft.com/office/drawing/2014/main" id="{E8DDFB60-4A7F-4B44-A725-A8F2A4C5A9B9}"/>
              </a:ext>
            </a:extLst>
          </p:cNvPr>
          <p:cNvSpPr>
            <a:spLocks xmlns:a="http://schemas.openxmlformats.org/drawingml/2006/main" noGrp="1"/>
          </p:cNvSpPr>
          <p:nvPr/>
        </p:nvSpPr>
        <p:spPr>
          <a:xfrm xmlns:a="http://schemas.openxmlformats.org/drawingml/2006/main">
            <a:off x="8915400" y="3162300"/>
            <a:ext cx="2362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Check completion and call end(...)</a:t>
            </a:r>
          </a:p>
        </p:txBody>
      </p:sp>
      <p:sp>
        <p:nvSpPr>
          <p:cNvPr id="17" name="">
            <a:extLst xmlns:a="http://schemas.openxmlformats.org/drawingml/2006/main">
              <a:ext uri="{FF2B5EF4-FFF2-40B4-BE49-F238E27FC236}">
                <a16:creationId xmlns:a16="http://schemas.microsoft.com/office/drawing/2014/main" id="{D4925BDD-CEF4-45AF-808D-FA681ACF5FF6}"/>
              </a:ext>
            </a:extLst>
          </p:cNvPr>
          <p:cNvSpPr>
            <a:spLocks xmlns:a="http://schemas.openxmlformats.org/drawingml/2006/main" noGrp="1"/>
          </p:cNvSpPr>
          <p:nvPr/>
        </p:nvSpPr>
        <p:spPr>
          <a:xfrm xmlns:a="http://schemas.openxmlformats.org/drawingml/2006/main">
            <a:off x="6858000" y="453390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FFB64D"/>
                </a:solidFill>
                <a:latin typeface="Aptos"/>
                <a:ea typeface="Aptos"/>
                <a:cs typeface="Aptos"/>
              </a:defRPr>
            </a:pPr>
            <a:r>
              <a:rPr sz="1575" b="1">
                <a:solidFill>
                  <a:srgbClr val="FFB64D"/>
                </a:solidFill>
                <a:latin typeface="Aptos"/>
                <a:ea typeface="Aptos"/>
                <a:cs typeface="Aptos"/>
              </a:rPr>
              <a:t>5</a:t>
            </a:r>
          </a:p>
        </p:txBody>
      </p:sp>
      <p:sp>
        <p:nvSpPr>
          <p:cNvPr id="18" name="">
            <a:extLst xmlns:a="http://schemas.openxmlformats.org/drawingml/2006/main">
              <a:ext uri="{FF2B5EF4-FFF2-40B4-BE49-F238E27FC236}">
                <a16:creationId xmlns:a16="http://schemas.microsoft.com/office/drawing/2014/main" id="{8378EBEA-C83F-4BEE-A4A9-FC3BE70572CB}"/>
              </a:ext>
            </a:extLst>
          </p:cNvPr>
          <p:cNvSpPr>
            <a:spLocks xmlns:a="http://schemas.openxmlformats.org/drawingml/2006/main" noGrp="1"/>
          </p:cNvSpPr>
          <p:nvPr/>
        </p:nvSpPr>
        <p:spPr>
          <a:xfrm xmlns:a="http://schemas.openxmlformats.org/drawingml/2006/main">
            <a:off x="7372350" y="4438650"/>
            <a:ext cx="2362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Schedule default commands</a:t>
            </a:r>
          </a:p>
        </p:txBody>
      </p:sp>
      <p:sp>
        <p:nvSpPr>
          <p:cNvPr id="21" name="">
            <a:extLst xmlns:a="http://schemas.openxmlformats.org/drawingml/2006/main">
              <a:ext uri="{FF2B5EF4-FFF2-40B4-BE49-F238E27FC236}">
                <a16:creationId xmlns:a16="http://schemas.microsoft.com/office/drawing/2014/main" id="{D891B893-B570-487F-B426-6C8D0F7F482E}"/>
              </a:ext>
            </a:extLst>
          </p:cNvPr>
          <p:cNvSpPr>
            <a:spLocks xmlns:a="http://schemas.openxmlformats.org/drawingml/2006/main" noGrp="1"/>
          </p:cNvSpPr>
          <p:nvPr/>
        </p:nvSpPr>
        <p:spPr>
          <a:xfrm xmlns:a="http://schemas.openxmlformats.org/drawingml/2006/main">
            <a:off x="609600" y="5238750"/>
            <a:ext cx="10972800" cy="666750"/>
          </a:xfrm>
          <a:prstGeom xmlns:a="http://schemas.openxmlformats.org/drawingml/2006/main" prst="roundRect">
            <a:avLst>
              <a:gd name="adj" fmla="val 17143"/>
            </a:avLst>
          </a:prstGeom>
          <a:solidFill xmlns:a="http://schemas.openxmlformats.org/drawingml/2006/main">
            <a:srgbClr val="162941"/>
          </a:solidFill>
          <a:ln xmlns:a="http://schemas.openxmlformats.org/drawingml/2006/main" w="9525">
            <a:solidFill>
              <a:srgbClr val="2D425B"/>
            </a:solidFill>
            <a:prstDash val="solid"/>
          </a:ln>
        </p:spPr>
      </p:sp>
      <p:sp>
        <p:nvSpPr>
          <p:cNvPr id="22" name="">
            <a:extLst xmlns:a="http://schemas.openxmlformats.org/drawingml/2006/main">
              <a:ext uri="{FF2B5EF4-FFF2-40B4-BE49-F238E27FC236}">
                <a16:creationId xmlns:a16="http://schemas.microsoft.com/office/drawing/2014/main" id="{A51C5E99-E644-4EF2-A4FA-0AFCC0DBEF2A}"/>
              </a:ext>
            </a:extLst>
          </p:cNvPr>
          <p:cNvSpPr>
            <a:spLocks xmlns:a="http://schemas.openxmlformats.org/drawingml/2006/main" noGrp="1"/>
          </p:cNvSpPr>
          <p:nvPr/>
        </p:nvSpPr>
        <p:spPr>
          <a:xfrm xmlns:a="http://schemas.openxmlformats.org/drawingml/2006/main">
            <a:off x="876300" y="5429250"/>
            <a:ext cx="10439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575" b="1">
                <a:solidFill>
                  <a:srgbClr val="FFB64D"/>
                </a:solidFill>
                <a:latin typeface="Aptos"/>
                <a:ea typeface="Aptos"/>
                <a:cs typeface="Aptos"/>
              </a:defRPr>
            </a:pPr>
            <a:r>
              <a:rPr sz="1575" b="1">
                <a:solidFill>
                  <a:srgbClr val="FFB64D"/>
                </a:solidFill>
                <a:latin typeface="Aptos"/>
                <a:ea typeface="Aptos"/>
                <a:cs typeface="Aptos"/>
              </a:rPr>
              <a:t>Commands must return promptly so CommandScheduler.run() can finish each iteration.</a:t>
            </a:r>
          </a:p>
        </p:txBody>
      </p:sp>
      <p:sp>
        <p:nvSpPr>
          <p:cNvPr id="23" name="footer-left">
            <a:extLst xmlns:a="http://schemas.openxmlformats.org/drawingml/2006/main">
              <a:ext uri="{FF2B5EF4-FFF2-40B4-BE49-F238E27FC236}">
                <a16:creationId xmlns:a16="http://schemas.microsoft.com/office/drawing/2014/main" id="{E5C17B1F-140B-4DD7-ACF8-21EF376B60D2}"/>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24" name="footer-number">
            <a:extLst xmlns:a="http://schemas.openxmlformats.org/drawingml/2006/main">
              <a:ext uri="{FF2B5EF4-FFF2-40B4-BE49-F238E27FC236}">
                <a16:creationId xmlns:a16="http://schemas.microsoft.com/office/drawing/2014/main" id="{7D28AF44-E9D4-4434-A61E-3E10AAFEBA28}"/>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13</a:t>
            </a:r>
          </a:p>
        </p:txBody>
      </p:sp>
    </p:spTree>
    <p:extLst>
      <p:ext uri="{BB962C8B-B14F-4D97-AF65-F5344CB8AC3E}">
        <p14:creationId xmlns:p14="http://schemas.microsoft.com/office/powerpoint/2010/main" val="432493009"/>
      </p:ext>
    </p:extLst>
  </p:cSld>
</p:sld>
</file>

<file path=ppt/slides/slide14.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0" name="section-label">
            <a:extLst xmlns:a="http://schemas.openxmlformats.org/drawingml/2006/main">
              <a:ext uri="{FF2B5EF4-FFF2-40B4-BE49-F238E27FC236}">
                <a16:creationId xmlns:a16="http://schemas.microsoft.com/office/drawing/2014/main" id="{E0BE5B55-5AD8-4040-B6D4-9FCF0B1C95DD}"/>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7E9F8DC2-C8AD-44CE-9CF1-126E1070C553}"/>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The command lifecycle controls setup, repeated work, and shutdown</a:t>
            </a:r>
          </a:p>
        </p:txBody>
      </p:sp>
      <p:sp>
        <p:nvSpPr>
          <p:cNvPr id="3" name="slide-subtitle">
            <a:extLst xmlns:a="http://schemas.openxmlformats.org/drawingml/2006/main">
              <a:ext uri="{FF2B5EF4-FFF2-40B4-BE49-F238E27FC236}">
                <a16:creationId xmlns:a16="http://schemas.microsoft.com/office/drawing/2014/main" id="{838113A1-37AC-491B-9236-0C26A63AA2EC}"/>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The lifecycle separates setup, repeated work, completion, and cleanup.</a:t>
            </a:r>
          </a:p>
        </p:txBody>
      </p:sp>
      <p:sp>
        <p:nvSpPr>
          <p:cNvPr id="4" name="title-rule">
            <a:extLst xmlns:a="http://schemas.openxmlformats.org/drawingml/2006/main">
              <a:ext uri="{FF2B5EF4-FFF2-40B4-BE49-F238E27FC236}">
                <a16:creationId xmlns:a16="http://schemas.microsoft.com/office/drawing/2014/main" id="{5588F431-AE58-4BD7-A253-2CB74589402D}"/>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lifecycle-0">
            <a:extLst xmlns:a="http://schemas.openxmlformats.org/drawingml/2006/main">
              <a:ext uri="{FF2B5EF4-FFF2-40B4-BE49-F238E27FC236}">
                <a16:creationId xmlns:a16="http://schemas.microsoft.com/office/drawing/2014/main" id="{DB41D1DC-0214-4F94-93F9-579489386E92}"/>
              </a:ext>
            </a:extLst>
          </p:cNvPr>
          <p:cNvSpPr>
            <a:spLocks xmlns:a="http://schemas.openxmlformats.org/drawingml/2006/main" noGrp="1"/>
          </p:cNvSpPr>
          <p:nvPr/>
        </p:nvSpPr>
        <p:spPr>
          <a:xfrm xmlns:a="http://schemas.openxmlformats.org/drawingml/2006/main">
            <a:off x="819150" y="1809750"/>
            <a:ext cx="3429000" cy="685800"/>
          </a:xfrm>
          <a:prstGeom xmlns:a="http://schemas.openxmlformats.org/drawingml/2006/main" prst="roundRect">
            <a:avLst>
              <a:gd name="adj" fmla="val 16667"/>
            </a:avLst>
          </a:prstGeom>
          <a:solidFill xmlns:a="http://schemas.openxmlformats.org/drawingml/2006/main">
            <a:srgbClr val="101E31"/>
          </a:solidFill>
          <a:ln xmlns:a="http://schemas.openxmlformats.org/drawingml/2006/main" w="9525">
            <a:solidFill>
              <a:srgbClr val="FFB64D"/>
            </a:solidFill>
            <a:prstDash val="solid"/>
          </a:ln>
        </p:spPr>
      </p:sp>
      <p:sp>
        <p:nvSpPr>
          <p:cNvPr id="6" name="">
            <a:extLst xmlns:a="http://schemas.openxmlformats.org/drawingml/2006/main">
              <a:ext uri="{FF2B5EF4-FFF2-40B4-BE49-F238E27FC236}">
                <a16:creationId xmlns:a16="http://schemas.microsoft.com/office/drawing/2014/main" id="{7488CA02-4DEE-43B7-A844-536C449F8229}"/>
              </a:ext>
            </a:extLst>
          </p:cNvPr>
          <p:cNvSpPr>
            <a:spLocks xmlns:a="http://schemas.openxmlformats.org/drawingml/2006/main" noGrp="1"/>
          </p:cNvSpPr>
          <p:nvPr/>
        </p:nvSpPr>
        <p:spPr>
          <a:xfrm xmlns:a="http://schemas.openxmlformats.org/drawingml/2006/main">
            <a:off x="1047750" y="19716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B64D"/>
                </a:solidFill>
                <a:latin typeface="Consolas"/>
                <a:ea typeface="Consolas"/>
                <a:cs typeface="Consolas"/>
              </a:defRPr>
            </a:pPr>
            <a:r>
              <a:rPr sz="1800" b="1">
                <a:solidFill>
                  <a:srgbClr val="FFB64D"/>
                </a:solidFill>
                <a:latin typeface="Consolas"/>
                <a:ea typeface="Consolas"/>
                <a:cs typeface="Consolas"/>
              </a:rPr>
              <a:t>initialize()</a:t>
            </a:r>
          </a:p>
        </p:txBody>
      </p:sp>
      <p:sp>
        <p:nvSpPr>
          <p:cNvPr id="7" name="">
            <a:extLst xmlns:a="http://schemas.openxmlformats.org/drawingml/2006/main">
              <a:ext uri="{FF2B5EF4-FFF2-40B4-BE49-F238E27FC236}">
                <a16:creationId xmlns:a16="http://schemas.microsoft.com/office/drawing/2014/main" id="{A7730BBC-4DDE-47D0-B149-CECF687986D8}"/>
              </a:ext>
            </a:extLst>
          </p:cNvPr>
          <p:cNvSpPr>
            <a:spLocks xmlns:a="http://schemas.openxmlformats.org/drawingml/2006/main" noGrp="1"/>
          </p:cNvSpPr>
          <p:nvPr/>
        </p:nvSpPr>
        <p:spPr>
          <a:xfrm xmlns:a="http://schemas.openxmlformats.org/drawingml/2006/main">
            <a:off x="4629150" y="19812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4F7FB"/>
                </a:solidFill>
                <a:latin typeface="Aptos"/>
                <a:ea typeface="Aptos"/>
                <a:cs typeface="Aptos"/>
              </a:defRPr>
            </a:pPr>
            <a:r>
              <a:rPr sz="1650" b="0">
                <a:solidFill>
                  <a:srgbClr val="F4F7FB"/>
                </a:solidFill>
                <a:latin typeface="Aptos"/>
                <a:ea typeface="Aptos"/>
                <a:cs typeface="Aptos"/>
              </a:rPr>
              <a:t>Once when scheduled</a:t>
            </a:r>
          </a:p>
        </p:txBody>
      </p:sp>
      <p:sp>
        <p:nvSpPr>
          <p:cNvPr id="8" name="">
            <a:extLst xmlns:a="http://schemas.openxmlformats.org/drawingml/2006/main">
              <a:ext uri="{FF2B5EF4-FFF2-40B4-BE49-F238E27FC236}">
                <a16:creationId xmlns:a16="http://schemas.microsoft.com/office/drawing/2014/main" id="{6C30DAC0-8885-45C0-9BE1-1C9ED84691D4}"/>
              </a:ext>
            </a:extLst>
          </p:cNvPr>
          <p:cNvSpPr>
            <a:spLocks xmlns:a="http://schemas.openxmlformats.org/drawingml/2006/main" noGrp="1"/>
          </p:cNvSpPr>
          <p:nvPr/>
        </p:nvSpPr>
        <p:spPr>
          <a:xfrm xmlns:a="http://schemas.openxmlformats.org/drawingml/2006/main">
            <a:off x="2266950" y="24955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5E7188"/>
                </a:solidFill>
                <a:latin typeface="Aptos"/>
                <a:ea typeface="Aptos"/>
                <a:cs typeface="Aptos"/>
              </a:defRPr>
            </a:pPr>
            <a:r>
              <a:rPr sz="1800" b="1">
                <a:solidFill>
                  <a:srgbClr val="5E7188"/>
                </a:solidFill>
                <a:latin typeface="Aptos"/>
                <a:ea typeface="Aptos"/>
                <a:cs typeface="Aptos"/>
              </a:rPr>
              <a:t>↓</a:t>
            </a:r>
          </a:p>
        </p:txBody>
      </p:sp>
      <p:sp>
        <p:nvSpPr>
          <p:cNvPr id="9" name="lifecycle-1">
            <a:extLst xmlns:a="http://schemas.openxmlformats.org/drawingml/2006/main">
              <a:ext uri="{FF2B5EF4-FFF2-40B4-BE49-F238E27FC236}">
                <a16:creationId xmlns:a16="http://schemas.microsoft.com/office/drawing/2014/main" id="{1C22FF74-69FE-4513-85E4-E7C20132D9EF}"/>
              </a:ext>
            </a:extLst>
          </p:cNvPr>
          <p:cNvSpPr>
            <a:spLocks xmlns:a="http://schemas.openxmlformats.org/drawingml/2006/main" noGrp="1"/>
          </p:cNvSpPr>
          <p:nvPr/>
        </p:nvSpPr>
        <p:spPr>
          <a:xfrm xmlns:a="http://schemas.openxmlformats.org/drawingml/2006/main">
            <a:off x="819150" y="2762250"/>
            <a:ext cx="3429000" cy="685800"/>
          </a:xfrm>
          <a:prstGeom xmlns:a="http://schemas.openxmlformats.org/drawingml/2006/main" prst="roundRect">
            <a:avLst>
              <a:gd name="adj" fmla="val 16667"/>
            </a:avLst>
          </a:prstGeom>
          <a:solidFill xmlns:a="http://schemas.openxmlformats.org/drawingml/2006/main">
            <a:srgbClr val="101E31"/>
          </a:solidFill>
          <a:ln xmlns:a="http://schemas.openxmlformats.org/drawingml/2006/main" w="9525">
            <a:solidFill>
              <a:srgbClr val="42C6FF"/>
            </a:solidFill>
            <a:prstDash val="solid"/>
          </a:ln>
        </p:spPr>
      </p:sp>
      <p:sp>
        <p:nvSpPr>
          <p:cNvPr id="10" name="">
            <a:extLst xmlns:a="http://schemas.openxmlformats.org/drawingml/2006/main">
              <a:ext uri="{FF2B5EF4-FFF2-40B4-BE49-F238E27FC236}">
                <a16:creationId xmlns:a16="http://schemas.microsoft.com/office/drawing/2014/main" id="{E321B98C-311D-4049-A710-85CEAD4B728C}"/>
              </a:ext>
            </a:extLst>
          </p:cNvPr>
          <p:cNvSpPr>
            <a:spLocks xmlns:a="http://schemas.openxmlformats.org/drawingml/2006/main" noGrp="1"/>
          </p:cNvSpPr>
          <p:nvPr/>
        </p:nvSpPr>
        <p:spPr>
          <a:xfrm xmlns:a="http://schemas.openxmlformats.org/drawingml/2006/main">
            <a:off x="1047750" y="29241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42C6FF"/>
                </a:solidFill>
                <a:latin typeface="Consolas"/>
                <a:ea typeface="Consolas"/>
                <a:cs typeface="Consolas"/>
              </a:defRPr>
            </a:pPr>
            <a:r>
              <a:rPr sz="1800" b="1">
                <a:solidFill>
                  <a:srgbClr val="42C6FF"/>
                </a:solidFill>
                <a:latin typeface="Consolas"/>
                <a:ea typeface="Consolas"/>
                <a:cs typeface="Consolas"/>
              </a:rPr>
              <a:t>execute()</a:t>
            </a:r>
          </a:p>
        </p:txBody>
      </p:sp>
      <p:sp>
        <p:nvSpPr>
          <p:cNvPr id="11" name="">
            <a:extLst xmlns:a="http://schemas.openxmlformats.org/drawingml/2006/main">
              <a:ext uri="{FF2B5EF4-FFF2-40B4-BE49-F238E27FC236}">
                <a16:creationId xmlns:a16="http://schemas.microsoft.com/office/drawing/2014/main" id="{9A6CE4A3-0929-4E48-BEC0-906EC9D74CD8}"/>
              </a:ext>
            </a:extLst>
          </p:cNvPr>
          <p:cNvSpPr>
            <a:spLocks xmlns:a="http://schemas.openxmlformats.org/drawingml/2006/main" noGrp="1"/>
          </p:cNvSpPr>
          <p:nvPr/>
        </p:nvSpPr>
        <p:spPr>
          <a:xfrm xmlns:a="http://schemas.openxmlformats.org/drawingml/2006/main">
            <a:off x="4629150" y="29337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4F7FB"/>
                </a:solidFill>
                <a:latin typeface="Aptos"/>
                <a:ea typeface="Aptos"/>
                <a:cs typeface="Aptos"/>
              </a:defRPr>
            </a:pPr>
            <a:r>
              <a:rPr sz="1650" b="0">
                <a:solidFill>
                  <a:srgbClr val="F4F7FB"/>
                </a:solidFill>
                <a:latin typeface="Aptos"/>
                <a:ea typeface="Aptos"/>
                <a:cs typeface="Aptos"/>
              </a:rPr>
              <a:t>Once per scheduler iteration</a:t>
            </a:r>
          </a:p>
        </p:txBody>
      </p:sp>
      <p:sp>
        <p:nvSpPr>
          <p:cNvPr id="12" name="">
            <a:extLst xmlns:a="http://schemas.openxmlformats.org/drawingml/2006/main">
              <a:ext uri="{FF2B5EF4-FFF2-40B4-BE49-F238E27FC236}">
                <a16:creationId xmlns:a16="http://schemas.microsoft.com/office/drawing/2014/main" id="{0B4A14AE-E845-497C-B095-3035D10005BB}"/>
              </a:ext>
            </a:extLst>
          </p:cNvPr>
          <p:cNvSpPr>
            <a:spLocks xmlns:a="http://schemas.openxmlformats.org/drawingml/2006/main" noGrp="1"/>
          </p:cNvSpPr>
          <p:nvPr/>
        </p:nvSpPr>
        <p:spPr>
          <a:xfrm xmlns:a="http://schemas.openxmlformats.org/drawingml/2006/main">
            <a:off x="2266950" y="34480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5E7188"/>
                </a:solidFill>
                <a:latin typeface="Aptos"/>
                <a:ea typeface="Aptos"/>
                <a:cs typeface="Aptos"/>
              </a:defRPr>
            </a:pPr>
            <a:r>
              <a:rPr sz="1800" b="1">
                <a:solidFill>
                  <a:srgbClr val="5E7188"/>
                </a:solidFill>
                <a:latin typeface="Aptos"/>
                <a:ea typeface="Aptos"/>
                <a:cs typeface="Aptos"/>
              </a:rPr>
              <a:t>↓</a:t>
            </a:r>
          </a:p>
        </p:txBody>
      </p:sp>
      <p:sp>
        <p:nvSpPr>
          <p:cNvPr id="13" name="lifecycle-2">
            <a:extLst xmlns:a="http://schemas.openxmlformats.org/drawingml/2006/main">
              <a:ext uri="{FF2B5EF4-FFF2-40B4-BE49-F238E27FC236}">
                <a16:creationId xmlns:a16="http://schemas.microsoft.com/office/drawing/2014/main" id="{BAE93C62-2D62-435F-946F-B2ACA9EDAF20}"/>
              </a:ext>
            </a:extLst>
          </p:cNvPr>
          <p:cNvSpPr>
            <a:spLocks xmlns:a="http://schemas.openxmlformats.org/drawingml/2006/main" noGrp="1"/>
          </p:cNvSpPr>
          <p:nvPr/>
        </p:nvSpPr>
        <p:spPr>
          <a:xfrm xmlns:a="http://schemas.openxmlformats.org/drawingml/2006/main">
            <a:off x="819150" y="3714750"/>
            <a:ext cx="3429000" cy="685800"/>
          </a:xfrm>
          <a:prstGeom xmlns:a="http://schemas.openxmlformats.org/drawingml/2006/main" prst="roundRect">
            <a:avLst>
              <a:gd name="adj" fmla="val 16667"/>
            </a:avLst>
          </a:prstGeom>
          <a:solidFill xmlns:a="http://schemas.openxmlformats.org/drawingml/2006/main">
            <a:srgbClr val="101E31"/>
          </a:solidFill>
          <a:ln xmlns:a="http://schemas.openxmlformats.org/drawingml/2006/main" w="9525">
            <a:solidFill>
              <a:srgbClr val="42C6FF"/>
            </a:solidFill>
            <a:prstDash val="solid"/>
          </a:ln>
        </p:spPr>
      </p:sp>
      <p:sp>
        <p:nvSpPr>
          <p:cNvPr id="14" name="">
            <a:extLst xmlns:a="http://schemas.openxmlformats.org/drawingml/2006/main">
              <a:ext uri="{FF2B5EF4-FFF2-40B4-BE49-F238E27FC236}">
                <a16:creationId xmlns:a16="http://schemas.microsoft.com/office/drawing/2014/main" id="{60E3A5A1-6E43-46FF-A40A-E3132EFD48A0}"/>
              </a:ext>
            </a:extLst>
          </p:cNvPr>
          <p:cNvSpPr>
            <a:spLocks xmlns:a="http://schemas.openxmlformats.org/drawingml/2006/main" noGrp="1"/>
          </p:cNvSpPr>
          <p:nvPr/>
        </p:nvSpPr>
        <p:spPr>
          <a:xfrm xmlns:a="http://schemas.openxmlformats.org/drawingml/2006/main">
            <a:off x="1047750" y="38766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42C6FF"/>
                </a:solidFill>
                <a:latin typeface="Consolas"/>
                <a:ea typeface="Consolas"/>
                <a:cs typeface="Consolas"/>
              </a:defRPr>
            </a:pPr>
            <a:r>
              <a:rPr sz="1800" b="1">
                <a:solidFill>
                  <a:srgbClr val="42C6FF"/>
                </a:solidFill>
                <a:latin typeface="Consolas"/>
                <a:ea typeface="Consolas"/>
                <a:cs typeface="Consolas"/>
              </a:rPr>
              <a:t>isFinished()</a:t>
            </a:r>
          </a:p>
        </p:txBody>
      </p:sp>
      <p:sp>
        <p:nvSpPr>
          <p:cNvPr id="15" name="">
            <a:extLst xmlns:a="http://schemas.openxmlformats.org/drawingml/2006/main">
              <a:ext uri="{FF2B5EF4-FFF2-40B4-BE49-F238E27FC236}">
                <a16:creationId xmlns:a16="http://schemas.microsoft.com/office/drawing/2014/main" id="{50983D53-A06F-4C29-9CA7-776926052656}"/>
              </a:ext>
            </a:extLst>
          </p:cNvPr>
          <p:cNvSpPr>
            <a:spLocks xmlns:a="http://schemas.openxmlformats.org/drawingml/2006/main" noGrp="1"/>
          </p:cNvSpPr>
          <p:nvPr/>
        </p:nvSpPr>
        <p:spPr>
          <a:xfrm xmlns:a="http://schemas.openxmlformats.org/drawingml/2006/main">
            <a:off x="4629150" y="38862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4F7FB"/>
                </a:solidFill>
                <a:latin typeface="Aptos"/>
                <a:ea typeface="Aptos"/>
                <a:cs typeface="Aptos"/>
              </a:defRPr>
            </a:pPr>
            <a:r>
              <a:rPr sz="1650" b="0">
                <a:solidFill>
                  <a:srgbClr val="F4F7FB"/>
                </a:solidFill>
                <a:latin typeface="Aptos"/>
                <a:ea typeface="Aptos"/>
                <a:cs typeface="Aptos"/>
              </a:rPr>
              <a:t>Checked after execution</a:t>
            </a:r>
          </a:p>
        </p:txBody>
      </p:sp>
      <p:sp>
        <p:nvSpPr>
          <p:cNvPr id="16" name="">
            <a:extLst xmlns:a="http://schemas.openxmlformats.org/drawingml/2006/main">
              <a:ext uri="{FF2B5EF4-FFF2-40B4-BE49-F238E27FC236}">
                <a16:creationId xmlns:a16="http://schemas.microsoft.com/office/drawing/2014/main" id="{A904A347-69BB-4B6B-91C9-6F78B5AD57AB}"/>
              </a:ext>
            </a:extLst>
          </p:cNvPr>
          <p:cNvSpPr>
            <a:spLocks xmlns:a="http://schemas.openxmlformats.org/drawingml/2006/main" noGrp="1"/>
          </p:cNvSpPr>
          <p:nvPr/>
        </p:nvSpPr>
        <p:spPr>
          <a:xfrm xmlns:a="http://schemas.openxmlformats.org/drawingml/2006/main">
            <a:off x="2266950" y="44005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800" b="1">
                <a:solidFill>
                  <a:srgbClr val="5E7188"/>
                </a:solidFill>
                <a:latin typeface="Aptos"/>
                <a:ea typeface="Aptos"/>
                <a:cs typeface="Aptos"/>
              </a:defRPr>
            </a:pPr>
            <a:r>
              <a:rPr sz="1800" b="1">
                <a:solidFill>
                  <a:srgbClr val="5E7188"/>
                </a:solidFill>
                <a:latin typeface="Aptos"/>
                <a:ea typeface="Aptos"/>
                <a:cs typeface="Aptos"/>
              </a:rPr>
              <a:t>↓</a:t>
            </a:r>
          </a:p>
        </p:txBody>
      </p:sp>
      <p:sp>
        <p:nvSpPr>
          <p:cNvPr id="17" name="lifecycle-3">
            <a:extLst xmlns:a="http://schemas.openxmlformats.org/drawingml/2006/main">
              <a:ext uri="{FF2B5EF4-FFF2-40B4-BE49-F238E27FC236}">
                <a16:creationId xmlns:a16="http://schemas.microsoft.com/office/drawing/2014/main" id="{0476A1ED-E625-414C-BACF-4F4C2CC83ABB}"/>
              </a:ext>
            </a:extLst>
          </p:cNvPr>
          <p:cNvSpPr>
            <a:spLocks xmlns:a="http://schemas.openxmlformats.org/drawingml/2006/main" noGrp="1"/>
          </p:cNvSpPr>
          <p:nvPr/>
        </p:nvSpPr>
        <p:spPr>
          <a:xfrm xmlns:a="http://schemas.openxmlformats.org/drawingml/2006/main">
            <a:off x="819150" y="4667250"/>
            <a:ext cx="3429000" cy="685800"/>
          </a:xfrm>
          <a:prstGeom xmlns:a="http://schemas.openxmlformats.org/drawingml/2006/main" prst="roundRect">
            <a:avLst>
              <a:gd name="adj" fmla="val 16667"/>
            </a:avLst>
          </a:prstGeom>
          <a:solidFill xmlns:a="http://schemas.openxmlformats.org/drawingml/2006/main">
            <a:srgbClr val="101E31"/>
          </a:solidFill>
          <a:ln xmlns:a="http://schemas.openxmlformats.org/drawingml/2006/main" w="9525">
            <a:solidFill>
              <a:srgbClr val="62D48A"/>
            </a:solidFill>
            <a:prstDash val="solid"/>
          </a:ln>
        </p:spPr>
      </p:sp>
      <p:sp>
        <p:nvSpPr>
          <p:cNvPr id="18" name="">
            <a:extLst xmlns:a="http://schemas.openxmlformats.org/drawingml/2006/main">
              <a:ext uri="{FF2B5EF4-FFF2-40B4-BE49-F238E27FC236}">
                <a16:creationId xmlns:a16="http://schemas.microsoft.com/office/drawing/2014/main" id="{00644EC6-5ACA-401C-9EEB-2A80AD44F2EA}"/>
              </a:ext>
            </a:extLst>
          </p:cNvPr>
          <p:cNvSpPr>
            <a:spLocks xmlns:a="http://schemas.openxmlformats.org/drawingml/2006/main" noGrp="1"/>
          </p:cNvSpPr>
          <p:nvPr/>
        </p:nvSpPr>
        <p:spPr>
          <a:xfrm xmlns:a="http://schemas.openxmlformats.org/drawingml/2006/main">
            <a:off x="1047750" y="48291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62D48A"/>
                </a:solidFill>
                <a:latin typeface="Consolas"/>
                <a:ea typeface="Consolas"/>
                <a:cs typeface="Consolas"/>
              </a:defRPr>
            </a:pPr>
            <a:r>
              <a:rPr sz="1800" b="1">
                <a:solidFill>
                  <a:srgbClr val="62D48A"/>
                </a:solidFill>
                <a:latin typeface="Consolas"/>
                <a:ea typeface="Consolas"/>
                <a:cs typeface="Consolas"/>
              </a:rPr>
              <a:t>end(interrupted)</a:t>
            </a:r>
          </a:p>
        </p:txBody>
      </p:sp>
      <p:sp>
        <p:nvSpPr>
          <p:cNvPr id="19" name="">
            <a:extLst xmlns:a="http://schemas.openxmlformats.org/drawingml/2006/main">
              <a:ext uri="{FF2B5EF4-FFF2-40B4-BE49-F238E27FC236}">
                <a16:creationId xmlns:a16="http://schemas.microsoft.com/office/drawing/2014/main" id="{1A19021E-FE0E-41AF-BF22-6FD2FBF13D12}"/>
              </a:ext>
            </a:extLst>
          </p:cNvPr>
          <p:cNvSpPr>
            <a:spLocks xmlns:a="http://schemas.openxmlformats.org/drawingml/2006/main" noGrp="1"/>
          </p:cNvSpPr>
          <p:nvPr/>
        </p:nvSpPr>
        <p:spPr>
          <a:xfrm xmlns:a="http://schemas.openxmlformats.org/drawingml/2006/main">
            <a:off x="4629150" y="48387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4F7FB"/>
                </a:solidFill>
                <a:latin typeface="Aptos"/>
                <a:ea typeface="Aptos"/>
                <a:cs typeface="Aptos"/>
              </a:defRPr>
            </a:pPr>
            <a:r>
              <a:rPr sz="1650" b="0">
                <a:solidFill>
                  <a:srgbClr val="F4F7FB"/>
                </a:solidFill>
                <a:latin typeface="Aptos"/>
                <a:ea typeface="Aptos"/>
                <a:cs typeface="Aptos"/>
              </a:rPr>
              <a:t>Once on finish or cancellation</a:t>
            </a:r>
          </a:p>
        </p:txBody>
      </p:sp>
      <p:sp>
        <p:nvSpPr>
          <p:cNvPr id="20" name="">
            <a:extLst xmlns:a="http://schemas.openxmlformats.org/drawingml/2006/main">
              <a:ext uri="{FF2B5EF4-FFF2-40B4-BE49-F238E27FC236}">
                <a16:creationId xmlns:a16="http://schemas.microsoft.com/office/drawing/2014/main" id="{D843787C-381C-4F45-9F44-3FEE97FE9CEA}"/>
              </a:ext>
            </a:extLst>
          </p:cNvPr>
          <p:cNvSpPr>
            <a:spLocks xmlns:a="http://schemas.openxmlformats.org/drawingml/2006/main" noGrp="1"/>
          </p:cNvSpPr>
          <p:nvPr/>
        </p:nvSpPr>
        <p:spPr>
          <a:xfrm xmlns:a="http://schemas.openxmlformats.org/drawingml/2006/main">
            <a:off x="8267700" y="2667000"/>
            <a:ext cx="2838450" cy="895350"/>
          </a:xfrm>
          <a:prstGeom xmlns:a="http://schemas.openxmlformats.org/drawingml/2006/main" prst="roundRect">
            <a:avLst>
              <a:gd name="adj" fmla="val 10638"/>
            </a:avLst>
          </a:prstGeom>
          <a:solidFill xmlns:a="http://schemas.openxmlformats.org/drawingml/2006/main">
            <a:srgbClr val="162941"/>
          </a:solidFill>
          <a:ln xmlns:a="http://schemas.openxmlformats.org/drawingml/2006/main" w="9525">
            <a:solidFill>
              <a:srgbClr val="42C6FF"/>
            </a:solidFill>
            <a:prstDash val="solid"/>
          </a:ln>
        </p:spPr>
      </p:sp>
      <p:sp>
        <p:nvSpPr>
          <p:cNvPr id="21" name="">
            <a:extLst xmlns:a="http://schemas.openxmlformats.org/drawingml/2006/main">
              <a:ext uri="{FF2B5EF4-FFF2-40B4-BE49-F238E27FC236}">
                <a16:creationId xmlns:a16="http://schemas.microsoft.com/office/drawing/2014/main" id="{2B7EBBAF-37E0-4710-B732-F4AAF43FA373}"/>
              </a:ext>
            </a:extLst>
          </p:cNvPr>
          <p:cNvSpPr>
            <a:spLocks xmlns:a="http://schemas.openxmlformats.org/drawingml/2006/main" noGrp="1"/>
          </p:cNvSpPr>
          <p:nvPr/>
        </p:nvSpPr>
        <p:spPr>
          <a:xfrm xmlns:a="http://schemas.openxmlformats.org/drawingml/2006/main">
            <a:off x="8477250" y="28384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false</a:t>
            </a:r>
          </a:p>
        </p:txBody>
      </p:sp>
      <p:sp>
        <p:nvSpPr>
          <p:cNvPr id="22" name="">
            <a:extLst xmlns:a="http://schemas.openxmlformats.org/drawingml/2006/main">
              <a:ext uri="{FF2B5EF4-FFF2-40B4-BE49-F238E27FC236}">
                <a16:creationId xmlns:a16="http://schemas.microsoft.com/office/drawing/2014/main" id="{18DC01D7-4477-4941-9B40-668BF4219069}"/>
              </a:ext>
            </a:extLst>
          </p:cNvPr>
          <p:cNvSpPr>
            <a:spLocks xmlns:a="http://schemas.openxmlformats.org/drawingml/2006/main" noGrp="1"/>
          </p:cNvSpPr>
          <p:nvPr/>
        </p:nvSpPr>
        <p:spPr>
          <a:xfrm xmlns:a="http://schemas.openxmlformats.org/drawingml/2006/main">
            <a:off x="8477250" y="31432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Remain scheduled; execute again.</a:t>
            </a:r>
          </a:p>
        </p:txBody>
      </p:sp>
      <p:sp>
        <p:nvSpPr>
          <p:cNvPr id="23" name="">
            <a:extLst xmlns:a="http://schemas.openxmlformats.org/drawingml/2006/main">
              <a:ext uri="{FF2B5EF4-FFF2-40B4-BE49-F238E27FC236}">
                <a16:creationId xmlns:a16="http://schemas.microsoft.com/office/drawing/2014/main" id="{BFED0CFB-8E50-450B-97B6-790536303FF2}"/>
              </a:ext>
            </a:extLst>
          </p:cNvPr>
          <p:cNvSpPr>
            <a:spLocks xmlns:a="http://schemas.openxmlformats.org/drawingml/2006/main" noGrp="1"/>
          </p:cNvSpPr>
          <p:nvPr/>
        </p:nvSpPr>
        <p:spPr>
          <a:xfrm xmlns:a="http://schemas.openxmlformats.org/drawingml/2006/main">
            <a:off x="8267700" y="3848100"/>
            <a:ext cx="2838450" cy="895350"/>
          </a:xfrm>
          <a:prstGeom xmlns:a="http://schemas.openxmlformats.org/drawingml/2006/main" prst="roundRect">
            <a:avLst>
              <a:gd name="adj" fmla="val 10638"/>
            </a:avLst>
          </a:prstGeom>
          <a:solidFill xmlns:a="http://schemas.openxmlformats.org/drawingml/2006/main">
            <a:srgbClr val="162941"/>
          </a:solidFill>
          <a:ln xmlns:a="http://schemas.openxmlformats.org/drawingml/2006/main" w="9525">
            <a:solidFill>
              <a:srgbClr val="62D48A"/>
            </a:solidFill>
            <a:prstDash val="solid"/>
          </a:ln>
        </p:spPr>
      </p:sp>
      <p:sp>
        <p:nvSpPr>
          <p:cNvPr id="24" name="">
            <a:extLst xmlns:a="http://schemas.openxmlformats.org/drawingml/2006/main">
              <a:ext uri="{FF2B5EF4-FFF2-40B4-BE49-F238E27FC236}">
                <a16:creationId xmlns:a16="http://schemas.microsoft.com/office/drawing/2014/main" id="{91326972-E41E-4280-AC95-4F701435A67E}"/>
              </a:ext>
            </a:extLst>
          </p:cNvPr>
          <p:cNvSpPr>
            <a:spLocks xmlns:a="http://schemas.openxmlformats.org/drawingml/2006/main" noGrp="1"/>
          </p:cNvSpPr>
          <p:nvPr/>
        </p:nvSpPr>
        <p:spPr>
          <a:xfrm xmlns:a="http://schemas.openxmlformats.org/drawingml/2006/main">
            <a:off x="8477250" y="40195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62D48A"/>
                </a:solidFill>
                <a:latin typeface="Aptos"/>
                <a:ea typeface="Aptos"/>
                <a:cs typeface="Aptos"/>
              </a:defRPr>
            </a:pPr>
            <a:r>
              <a:rPr sz="1350" b="1">
                <a:solidFill>
                  <a:srgbClr val="62D48A"/>
                </a:solidFill>
                <a:latin typeface="Aptos"/>
                <a:ea typeface="Aptos"/>
                <a:cs typeface="Aptos"/>
              </a:rPr>
              <a:t>finished or canceled</a:t>
            </a:r>
          </a:p>
        </p:txBody>
      </p:sp>
      <p:sp>
        <p:nvSpPr>
          <p:cNvPr id="25" name="">
            <a:extLst xmlns:a="http://schemas.openxmlformats.org/drawingml/2006/main">
              <a:ext uri="{FF2B5EF4-FFF2-40B4-BE49-F238E27FC236}">
                <a16:creationId xmlns:a16="http://schemas.microsoft.com/office/drawing/2014/main" id="{165AAF75-A61C-4AE4-9568-7868E63E95D7}"/>
              </a:ext>
            </a:extLst>
          </p:cNvPr>
          <p:cNvSpPr>
            <a:spLocks xmlns:a="http://schemas.openxmlformats.org/drawingml/2006/main" noGrp="1"/>
          </p:cNvSpPr>
          <p:nvPr/>
        </p:nvSpPr>
        <p:spPr>
          <a:xfrm xmlns:a="http://schemas.openxmlformats.org/drawingml/2006/main">
            <a:off x="8477250" y="43243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Call end(false) or end(true).</a:t>
            </a:r>
          </a:p>
        </p:txBody>
      </p:sp>
      <p:sp>
        <p:nvSpPr>
          <p:cNvPr id="26" name="">
            <a:extLst xmlns:a="http://schemas.openxmlformats.org/drawingml/2006/main">
              <a:ext uri="{FF2B5EF4-FFF2-40B4-BE49-F238E27FC236}">
                <a16:creationId xmlns:a16="http://schemas.microsoft.com/office/drawing/2014/main" id="{3A5DA5CD-99F7-4546-9824-C829B126A026}"/>
              </a:ext>
            </a:extLst>
          </p:cNvPr>
          <p:cNvSpPr>
            <a:spLocks xmlns:a="http://schemas.openxmlformats.org/drawingml/2006/main" noGrp="1"/>
          </p:cNvSpPr>
          <p:nvPr/>
        </p:nvSpPr>
        <p:spPr>
          <a:xfrm xmlns:a="http://schemas.openxmlformats.org/drawingml/2006/main">
            <a:off x="7505700" y="5219700"/>
            <a:ext cx="3600450" cy="628650"/>
          </a:xfrm>
          <a:prstGeom xmlns:a="http://schemas.openxmlformats.org/drawingml/2006/main" prst="roundRect">
            <a:avLst>
              <a:gd name="adj" fmla="val 15152"/>
            </a:avLst>
          </a:prstGeom>
          <a:solidFill xmlns:a="http://schemas.openxmlformats.org/drawingml/2006/main">
            <a:srgbClr val="162941"/>
          </a:solidFill>
          <a:ln xmlns:a="http://schemas.openxmlformats.org/drawingml/2006/main" w="9525">
            <a:solidFill>
              <a:srgbClr val="FFB64D"/>
            </a:solidFill>
            <a:prstDash val="solid"/>
          </a:ln>
        </p:spPr>
      </p:sp>
      <p:sp>
        <p:nvSpPr>
          <p:cNvPr id="27" name="">
            <a:extLst xmlns:a="http://schemas.openxmlformats.org/drawingml/2006/main">
              <a:ext uri="{FF2B5EF4-FFF2-40B4-BE49-F238E27FC236}">
                <a16:creationId xmlns:a16="http://schemas.microsoft.com/office/drawing/2014/main" id="{2D3057AE-0150-437F-A304-7860774E70E4}"/>
              </a:ext>
            </a:extLst>
          </p:cNvPr>
          <p:cNvSpPr>
            <a:spLocks xmlns:a="http://schemas.openxmlformats.org/drawingml/2006/main" noGrp="1"/>
          </p:cNvSpPr>
          <p:nvPr/>
        </p:nvSpPr>
        <p:spPr>
          <a:xfrm xmlns:a="http://schemas.openxmlformats.org/drawingml/2006/main">
            <a:off x="7715250" y="5391150"/>
            <a:ext cx="320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FFB64D"/>
                </a:solidFill>
                <a:latin typeface="Aptos"/>
                <a:ea typeface="Aptos"/>
                <a:cs typeface="Aptos"/>
              </a:defRPr>
            </a:pPr>
            <a:r>
              <a:rPr sz="1350" b="1">
                <a:solidFill>
                  <a:srgbClr val="FFB64D"/>
                </a:solidFill>
                <a:latin typeface="Aptos"/>
                <a:ea typeface="Aptos"/>
                <a:cs typeface="Aptos"/>
              </a:rPr>
              <a:t>A loop that never returns blocks CommandScheduler.</a:t>
            </a:r>
          </a:p>
        </p:txBody>
      </p:sp>
      <p:sp>
        <p:nvSpPr>
          <p:cNvPr id="28" name="footer-left">
            <a:extLst xmlns:a="http://schemas.openxmlformats.org/drawingml/2006/main">
              <a:ext uri="{FF2B5EF4-FFF2-40B4-BE49-F238E27FC236}">
                <a16:creationId xmlns:a16="http://schemas.microsoft.com/office/drawing/2014/main" id="{819CDDE7-E0F7-4665-BBB7-E0EF0A2C69FF}"/>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29" name="footer-number">
            <a:extLst xmlns:a="http://schemas.openxmlformats.org/drawingml/2006/main">
              <a:ext uri="{FF2B5EF4-FFF2-40B4-BE49-F238E27FC236}">
                <a16:creationId xmlns:a16="http://schemas.microsoft.com/office/drawing/2014/main" id="{B4561E7E-4C35-47EB-8397-FF5883805305}"/>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14</a:t>
            </a:r>
          </a:p>
        </p:txBody>
      </p:sp>
    </p:spTree>
    <p:extLst>
      <p:ext uri="{BB962C8B-B14F-4D97-AF65-F5344CB8AC3E}">
        <p14:creationId xmlns:p14="http://schemas.microsoft.com/office/powerpoint/2010/main" val="1941820936"/>
      </p:ext>
    </p:extLst>
  </p:cSld>
</p:sld>
</file>

<file path=ppt/slides/slide15.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9" name="section-label">
            <a:extLst xmlns:a="http://schemas.openxmlformats.org/drawingml/2006/main">
              <a:ext uri="{FF2B5EF4-FFF2-40B4-BE49-F238E27FC236}">
                <a16:creationId xmlns:a16="http://schemas.microsoft.com/office/drawing/2014/main" id="{C328C5C8-4509-4B7A-9B7A-60015F9D3B8F}"/>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671FB856-49F8-4288-ABCD-559EC9BA3B9F}"/>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Requirements keep two commands from owning one mechanism</a:t>
            </a:r>
          </a:p>
        </p:txBody>
      </p:sp>
      <p:sp>
        <p:nvSpPr>
          <p:cNvPr id="3" name="slide-subtitle">
            <a:extLst xmlns:a="http://schemas.openxmlformats.org/drawingml/2006/main">
              <a:ext uri="{FF2B5EF4-FFF2-40B4-BE49-F238E27FC236}">
                <a16:creationId xmlns:a16="http://schemas.microsoft.com/office/drawing/2014/main" id="{3FBBB983-BCE5-420B-8C58-AC3283907CCD}"/>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Commands requiring different subsystems may run concurrently.</a:t>
            </a:r>
          </a:p>
        </p:txBody>
      </p:sp>
      <p:sp>
        <p:nvSpPr>
          <p:cNvPr id="4" name="title-rule">
            <a:extLst xmlns:a="http://schemas.openxmlformats.org/drawingml/2006/main">
              <a:ext uri="{FF2B5EF4-FFF2-40B4-BE49-F238E27FC236}">
                <a16:creationId xmlns:a16="http://schemas.microsoft.com/office/drawing/2014/main" id="{27B3D766-6A9E-4297-8D2A-76AC0CD13B6C}"/>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requirements-table-cell-0-0">
            <a:extLst xmlns:a="http://schemas.openxmlformats.org/drawingml/2006/main">
              <a:ext uri="{FF2B5EF4-FFF2-40B4-BE49-F238E27FC236}">
                <a16:creationId xmlns:a16="http://schemas.microsoft.com/office/drawing/2014/main" id="{7D7CCBCB-5C40-4C88-94F3-C84CFC0A1393}"/>
              </a:ext>
            </a:extLst>
          </p:cNvPr>
          <p:cNvSpPr>
            <a:spLocks xmlns:a="http://schemas.openxmlformats.org/drawingml/2006/main" noGrp="1"/>
          </p:cNvSpPr>
          <p:nvPr/>
        </p:nvSpPr>
        <p:spPr>
          <a:xfrm xmlns:a="http://schemas.openxmlformats.org/drawingml/2006/main">
            <a:off x="609600" y="1847850"/>
            <a:ext cx="2857500" cy="53340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6" name="requirements-table-text-0-0">
            <a:extLst xmlns:a="http://schemas.openxmlformats.org/drawingml/2006/main">
              <a:ext uri="{FF2B5EF4-FFF2-40B4-BE49-F238E27FC236}">
                <a16:creationId xmlns:a16="http://schemas.microsoft.com/office/drawing/2014/main" id="{DB4E4978-FB94-4BC3-BEFE-473402C595C9}"/>
              </a:ext>
            </a:extLst>
          </p:cNvPr>
          <p:cNvSpPr>
            <a:spLocks xmlns:a="http://schemas.openxmlformats.org/drawingml/2006/main" noGrp="1"/>
          </p:cNvSpPr>
          <p:nvPr/>
        </p:nvSpPr>
        <p:spPr>
          <a:xfrm xmlns:a="http://schemas.openxmlformats.org/drawingml/2006/main">
            <a:off x="723900" y="1924050"/>
            <a:ext cx="2628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Subsystem</a:t>
            </a:r>
          </a:p>
        </p:txBody>
      </p:sp>
      <p:sp>
        <p:nvSpPr>
          <p:cNvPr id="7" name="requirements-table-cell-0-1">
            <a:extLst xmlns:a="http://schemas.openxmlformats.org/drawingml/2006/main">
              <a:ext uri="{FF2B5EF4-FFF2-40B4-BE49-F238E27FC236}">
                <a16:creationId xmlns:a16="http://schemas.microsoft.com/office/drawing/2014/main" id="{4EA9EBB5-F1B5-40CA-898E-D25FF898E230}"/>
              </a:ext>
            </a:extLst>
          </p:cNvPr>
          <p:cNvSpPr>
            <a:spLocks xmlns:a="http://schemas.openxmlformats.org/drawingml/2006/main" noGrp="1"/>
          </p:cNvSpPr>
          <p:nvPr/>
        </p:nvSpPr>
        <p:spPr>
          <a:xfrm xmlns:a="http://schemas.openxmlformats.org/drawingml/2006/main">
            <a:off x="3467100" y="1847850"/>
            <a:ext cx="3238500" cy="53340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8" name="requirements-table-text-0-1">
            <a:extLst xmlns:a="http://schemas.openxmlformats.org/drawingml/2006/main">
              <a:ext uri="{FF2B5EF4-FFF2-40B4-BE49-F238E27FC236}">
                <a16:creationId xmlns:a16="http://schemas.microsoft.com/office/drawing/2014/main" id="{6AC12618-FEFB-4FF7-95D1-2025AB4B7789}"/>
              </a:ext>
            </a:extLst>
          </p:cNvPr>
          <p:cNvSpPr>
            <a:spLocks xmlns:a="http://schemas.openxmlformats.org/drawingml/2006/main" noGrp="1"/>
          </p:cNvSpPr>
          <p:nvPr/>
        </p:nvSpPr>
        <p:spPr>
          <a:xfrm xmlns:a="http://schemas.openxmlformats.org/drawingml/2006/main">
            <a:off x="3581400" y="1924050"/>
            <a:ext cx="3009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Commands that require it</a:t>
            </a:r>
          </a:p>
        </p:txBody>
      </p:sp>
      <p:sp>
        <p:nvSpPr>
          <p:cNvPr id="9" name="requirements-table-cell-0-2">
            <a:extLst xmlns:a="http://schemas.openxmlformats.org/drawingml/2006/main">
              <a:ext uri="{FF2B5EF4-FFF2-40B4-BE49-F238E27FC236}">
                <a16:creationId xmlns:a16="http://schemas.microsoft.com/office/drawing/2014/main" id="{A9D30643-F72A-4B7C-891F-BE3A37FBCC6D}"/>
              </a:ext>
            </a:extLst>
          </p:cNvPr>
          <p:cNvSpPr>
            <a:spLocks xmlns:a="http://schemas.openxmlformats.org/drawingml/2006/main" noGrp="1"/>
          </p:cNvSpPr>
          <p:nvPr/>
        </p:nvSpPr>
        <p:spPr>
          <a:xfrm xmlns:a="http://schemas.openxmlformats.org/drawingml/2006/main">
            <a:off x="6705600" y="1847850"/>
            <a:ext cx="4876800" cy="533400"/>
          </a:xfrm>
          <a:prstGeom xmlns:a="http://schemas.openxmlformats.org/drawingml/2006/main" prst="rect">
            <a:avLst/>
          </a:prstGeom>
          <a:solidFill xmlns:a="http://schemas.openxmlformats.org/drawingml/2006/main">
            <a:srgbClr val="162941"/>
          </a:solidFill>
          <a:ln xmlns:a="http://schemas.openxmlformats.org/drawingml/2006/main" w="9525">
            <a:solidFill>
              <a:srgbClr val="2D425B"/>
            </a:solidFill>
            <a:prstDash val="solid"/>
          </a:ln>
        </p:spPr>
      </p:sp>
      <p:sp>
        <p:nvSpPr>
          <p:cNvPr id="10" name="requirements-table-text-0-2">
            <a:extLst xmlns:a="http://schemas.openxmlformats.org/drawingml/2006/main">
              <a:ext uri="{FF2B5EF4-FFF2-40B4-BE49-F238E27FC236}">
                <a16:creationId xmlns:a16="http://schemas.microsoft.com/office/drawing/2014/main" id="{BA584B76-C1F6-423A-9E89-0C8D3457DD3B}"/>
              </a:ext>
            </a:extLst>
          </p:cNvPr>
          <p:cNvSpPr>
            <a:spLocks xmlns:a="http://schemas.openxmlformats.org/drawingml/2006/main" noGrp="1"/>
          </p:cNvSpPr>
          <p:nvPr/>
        </p:nvSpPr>
        <p:spPr>
          <a:xfrm xmlns:a="http://schemas.openxmlformats.org/drawingml/2006/main">
            <a:off x="6819900" y="1924050"/>
            <a:ext cx="4648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1">
                <a:solidFill>
                  <a:srgbClr val="42C6FF"/>
                </a:solidFill>
                <a:latin typeface="Aptos"/>
                <a:ea typeface="Aptos"/>
                <a:cs typeface="Aptos"/>
              </a:defRPr>
            </a:pPr>
            <a:r>
              <a:rPr sz="1350" b="1">
                <a:solidFill>
                  <a:srgbClr val="42C6FF"/>
                </a:solidFill>
                <a:latin typeface="Aptos"/>
                <a:ea typeface="Aptos"/>
                <a:cs typeface="Aptos"/>
              </a:rPr>
              <a:t>Scheduler result</a:t>
            </a:r>
          </a:p>
        </p:txBody>
      </p:sp>
      <p:sp>
        <p:nvSpPr>
          <p:cNvPr id="11" name="requirements-table-cell-1-0">
            <a:extLst xmlns:a="http://schemas.openxmlformats.org/drawingml/2006/main">
              <a:ext uri="{FF2B5EF4-FFF2-40B4-BE49-F238E27FC236}">
                <a16:creationId xmlns:a16="http://schemas.microsoft.com/office/drawing/2014/main" id="{C31A64CF-A83F-4230-9358-54A9920ECFF3}"/>
              </a:ext>
            </a:extLst>
          </p:cNvPr>
          <p:cNvSpPr>
            <a:spLocks xmlns:a="http://schemas.openxmlformats.org/drawingml/2006/main" noGrp="1"/>
          </p:cNvSpPr>
          <p:nvPr/>
        </p:nvSpPr>
        <p:spPr>
          <a:xfrm xmlns:a="http://schemas.openxmlformats.org/drawingml/2006/main">
            <a:off x="609600" y="2381250"/>
            <a:ext cx="2857500" cy="7429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2" name="requirements-table-text-1-0">
            <a:extLst xmlns:a="http://schemas.openxmlformats.org/drawingml/2006/main">
              <a:ext uri="{FF2B5EF4-FFF2-40B4-BE49-F238E27FC236}">
                <a16:creationId xmlns:a16="http://schemas.microsoft.com/office/drawing/2014/main" id="{F6894ED5-A61D-433D-8732-EDA0D6CEF05A}"/>
              </a:ext>
            </a:extLst>
          </p:cNvPr>
          <p:cNvSpPr>
            <a:spLocks xmlns:a="http://schemas.openxmlformats.org/drawingml/2006/main" noGrp="1"/>
          </p:cNvSpPr>
          <p:nvPr/>
        </p:nvSpPr>
        <p:spPr>
          <a:xfrm xmlns:a="http://schemas.openxmlformats.org/drawingml/2006/main">
            <a:off x="723900" y="2457450"/>
            <a:ext cx="262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DriveSubsystem</a:t>
            </a:r>
          </a:p>
        </p:txBody>
      </p:sp>
      <p:sp>
        <p:nvSpPr>
          <p:cNvPr id="13" name="requirements-table-cell-1-1">
            <a:extLst xmlns:a="http://schemas.openxmlformats.org/drawingml/2006/main">
              <a:ext uri="{FF2B5EF4-FFF2-40B4-BE49-F238E27FC236}">
                <a16:creationId xmlns:a16="http://schemas.microsoft.com/office/drawing/2014/main" id="{53309AED-5C53-4C88-9A43-20E10BFF5D21}"/>
              </a:ext>
            </a:extLst>
          </p:cNvPr>
          <p:cNvSpPr>
            <a:spLocks xmlns:a="http://schemas.openxmlformats.org/drawingml/2006/main" noGrp="1"/>
          </p:cNvSpPr>
          <p:nvPr/>
        </p:nvSpPr>
        <p:spPr>
          <a:xfrm xmlns:a="http://schemas.openxmlformats.org/drawingml/2006/main">
            <a:off x="3467100" y="2381250"/>
            <a:ext cx="3238500" cy="7429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4" name="requirements-table-text-1-1">
            <a:extLst xmlns:a="http://schemas.openxmlformats.org/drawingml/2006/main">
              <a:ext uri="{FF2B5EF4-FFF2-40B4-BE49-F238E27FC236}">
                <a16:creationId xmlns:a16="http://schemas.microsoft.com/office/drawing/2014/main" id="{7BF42DD1-B4A7-4CBB-B97B-B79B884EFDFD}"/>
              </a:ext>
            </a:extLst>
          </p:cNvPr>
          <p:cNvSpPr>
            <a:spLocks xmlns:a="http://schemas.openxmlformats.org/drawingml/2006/main" noGrp="1"/>
          </p:cNvSpPr>
          <p:nvPr/>
        </p:nvSpPr>
        <p:spPr>
          <a:xfrm xmlns:a="http://schemas.openxmlformats.org/drawingml/2006/main">
            <a:off x="3581400" y="2457450"/>
            <a:ext cx="3009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DriveTeleopCommand</a:t>
            </a:r>
          </a:p>
        </p:txBody>
      </p:sp>
      <p:sp>
        <p:nvSpPr>
          <p:cNvPr id="15" name="requirements-table-cell-1-2">
            <a:extLst xmlns:a="http://schemas.openxmlformats.org/drawingml/2006/main">
              <a:ext uri="{FF2B5EF4-FFF2-40B4-BE49-F238E27FC236}">
                <a16:creationId xmlns:a16="http://schemas.microsoft.com/office/drawing/2014/main" id="{F9293554-3C9C-4259-822D-FA7E33E1A016}"/>
              </a:ext>
            </a:extLst>
          </p:cNvPr>
          <p:cNvSpPr>
            <a:spLocks xmlns:a="http://schemas.openxmlformats.org/drawingml/2006/main" noGrp="1"/>
          </p:cNvSpPr>
          <p:nvPr/>
        </p:nvSpPr>
        <p:spPr>
          <a:xfrm xmlns:a="http://schemas.openxmlformats.org/drawingml/2006/main">
            <a:off x="6705600" y="2381250"/>
            <a:ext cx="4876800" cy="7429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16" name="requirements-table-text-1-2">
            <a:extLst xmlns:a="http://schemas.openxmlformats.org/drawingml/2006/main">
              <a:ext uri="{FF2B5EF4-FFF2-40B4-BE49-F238E27FC236}">
                <a16:creationId xmlns:a16="http://schemas.microsoft.com/office/drawing/2014/main" id="{BA100EBF-21CA-465A-B161-B46752FD3B72}"/>
              </a:ext>
            </a:extLst>
          </p:cNvPr>
          <p:cNvSpPr>
            <a:spLocks xmlns:a="http://schemas.openxmlformats.org/drawingml/2006/main" noGrp="1"/>
          </p:cNvSpPr>
          <p:nvPr/>
        </p:nvSpPr>
        <p:spPr>
          <a:xfrm xmlns:a="http://schemas.openxmlformats.org/drawingml/2006/main">
            <a:off x="6819900" y="2457450"/>
            <a:ext cx="4648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Scheduled by default when DriveSubsystem is available</a:t>
            </a:r>
          </a:p>
        </p:txBody>
      </p:sp>
      <p:sp>
        <p:nvSpPr>
          <p:cNvPr id="17" name="requirements-table-cell-2-0">
            <a:extLst xmlns:a="http://schemas.openxmlformats.org/drawingml/2006/main">
              <a:ext uri="{FF2B5EF4-FFF2-40B4-BE49-F238E27FC236}">
                <a16:creationId xmlns:a16="http://schemas.microsoft.com/office/drawing/2014/main" id="{362945F9-A213-450B-AF63-902279B4BC5A}"/>
              </a:ext>
            </a:extLst>
          </p:cNvPr>
          <p:cNvSpPr>
            <a:spLocks xmlns:a="http://schemas.openxmlformats.org/drawingml/2006/main" noGrp="1"/>
          </p:cNvSpPr>
          <p:nvPr/>
        </p:nvSpPr>
        <p:spPr>
          <a:xfrm xmlns:a="http://schemas.openxmlformats.org/drawingml/2006/main">
            <a:off x="609600" y="3124200"/>
            <a:ext cx="2857500" cy="74295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18" name="requirements-table-text-2-0">
            <a:extLst xmlns:a="http://schemas.openxmlformats.org/drawingml/2006/main">
              <a:ext uri="{FF2B5EF4-FFF2-40B4-BE49-F238E27FC236}">
                <a16:creationId xmlns:a16="http://schemas.microsoft.com/office/drawing/2014/main" id="{D7688C8C-F8A3-4EC2-90DE-24BD400935CB}"/>
              </a:ext>
            </a:extLst>
          </p:cNvPr>
          <p:cNvSpPr>
            <a:spLocks xmlns:a="http://schemas.openxmlformats.org/drawingml/2006/main" noGrp="1"/>
          </p:cNvSpPr>
          <p:nvPr/>
        </p:nvSpPr>
        <p:spPr>
          <a:xfrm xmlns:a="http://schemas.openxmlformats.org/drawingml/2006/main">
            <a:off x="723900" y="3200400"/>
            <a:ext cx="262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BeltSubsystem</a:t>
            </a:r>
          </a:p>
        </p:txBody>
      </p:sp>
      <p:sp>
        <p:nvSpPr>
          <p:cNvPr id="19" name="requirements-table-cell-2-1">
            <a:extLst xmlns:a="http://schemas.openxmlformats.org/drawingml/2006/main">
              <a:ext uri="{FF2B5EF4-FFF2-40B4-BE49-F238E27FC236}">
                <a16:creationId xmlns:a16="http://schemas.microsoft.com/office/drawing/2014/main" id="{9C48E87F-9112-4649-8127-76480365FCF2}"/>
              </a:ext>
            </a:extLst>
          </p:cNvPr>
          <p:cNvSpPr>
            <a:spLocks xmlns:a="http://schemas.openxmlformats.org/drawingml/2006/main" noGrp="1"/>
          </p:cNvSpPr>
          <p:nvPr/>
        </p:nvSpPr>
        <p:spPr>
          <a:xfrm xmlns:a="http://schemas.openxmlformats.org/drawingml/2006/main">
            <a:off x="3467100" y="3124200"/>
            <a:ext cx="3238500" cy="74295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0" name="requirements-table-text-2-1">
            <a:extLst xmlns:a="http://schemas.openxmlformats.org/drawingml/2006/main">
              <a:ext uri="{FF2B5EF4-FFF2-40B4-BE49-F238E27FC236}">
                <a16:creationId xmlns:a16="http://schemas.microsoft.com/office/drawing/2014/main" id="{049F3DCD-13B7-4FB9-8345-4AF28B319242}"/>
              </a:ext>
            </a:extLst>
          </p:cNvPr>
          <p:cNvSpPr>
            <a:spLocks xmlns:a="http://schemas.openxmlformats.org/drawingml/2006/main" noGrp="1"/>
          </p:cNvSpPr>
          <p:nvPr/>
        </p:nvSpPr>
        <p:spPr>
          <a:xfrm xmlns:a="http://schemas.openxmlformats.org/drawingml/2006/main">
            <a:off x="3581400" y="3200400"/>
            <a:ext cx="3009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BeltInCommand, BeltOutCommand</a:t>
            </a:r>
          </a:p>
        </p:txBody>
      </p:sp>
      <p:sp>
        <p:nvSpPr>
          <p:cNvPr id="21" name="requirements-table-cell-2-2">
            <a:extLst xmlns:a="http://schemas.openxmlformats.org/drawingml/2006/main">
              <a:ext uri="{FF2B5EF4-FFF2-40B4-BE49-F238E27FC236}">
                <a16:creationId xmlns:a16="http://schemas.microsoft.com/office/drawing/2014/main" id="{5AE81665-81D9-410D-9F15-4F4AC55524D1}"/>
              </a:ext>
            </a:extLst>
          </p:cNvPr>
          <p:cNvSpPr>
            <a:spLocks xmlns:a="http://schemas.openxmlformats.org/drawingml/2006/main" noGrp="1"/>
          </p:cNvSpPr>
          <p:nvPr/>
        </p:nvSpPr>
        <p:spPr>
          <a:xfrm xmlns:a="http://schemas.openxmlformats.org/drawingml/2006/main">
            <a:off x="6705600" y="3124200"/>
            <a:ext cx="4876800" cy="74295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22" name="requirements-table-text-2-2">
            <a:extLst xmlns:a="http://schemas.openxmlformats.org/drawingml/2006/main">
              <a:ext uri="{FF2B5EF4-FFF2-40B4-BE49-F238E27FC236}">
                <a16:creationId xmlns:a16="http://schemas.microsoft.com/office/drawing/2014/main" id="{8F05F6F4-6762-4398-A258-5556C56EBCC6}"/>
              </a:ext>
            </a:extLst>
          </p:cNvPr>
          <p:cNvSpPr>
            <a:spLocks xmlns:a="http://schemas.openxmlformats.org/drawingml/2006/main" noGrp="1"/>
          </p:cNvSpPr>
          <p:nvPr/>
        </p:nvSpPr>
        <p:spPr>
          <a:xfrm xmlns:a="http://schemas.openxmlformats.org/drawingml/2006/main">
            <a:off x="6819900" y="3200400"/>
            <a:ext cx="4648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Only one command requiring BeltSubsystem can be scheduled</a:t>
            </a:r>
          </a:p>
        </p:txBody>
      </p:sp>
      <p:sp>
        <p:nvSpPr>
          <p:cNvPr id="23" name="requirements-table-cell-3-0">
            <a:extLst xmlns:a="http://schemas.openxmlformats.org/drawingml/2006/main">
              <a:ext uri="{FF2B5EF4-FFF2-40B4-BE49-F238E27FC236}">
                <a16:creationId xmlns:a16="http://schemas.microsoft.com/office/drawing/2014/main" id="{4879FB25-CFC7-4D16-BC3B-77DD60958180}"/>
              </a:ext>
            </a:extLst>
          </p:cNvPr>
          <p:cNvSpPr>
            <a:spLocks xmlns:a="http://schemas.openxmlformats.org/drawingml/2006/main" noGrp="1"/>
          </p:cNvSpPr>
          <p:nvPr/>
        </p:nvSpPr>
        <p:spPr>
          <a:xfrm xmlns:a="http://schemas.openxmlformats.org/drawingml/2006/main">
            <a:off x="609600" y="3867150"/>
            <a:ext cx="2857500" cy="7429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24" name="requirements-table-text-3-0">
            <a:extLst xmlns:a="http://schemas.openxmlformats.org/drawingml/2006/main">
              <a:ext uri="{FF2B5EF4-FFF2-40B4-BE49-F238E27FC236}">
                <a16:creationId xmlns:a16="http://schemas.microsoft.com/office/drawing/2014/main" id="{D1B64BD8-5760-4867-A239-67D637586A4B}"/>
              </a:ext>
            </a:extLst>
          </p:cNvPr>
          <p:cNvSpPr>
            <a:spLocks xmlns:a="http://schemas.openxmlformats.org/drawingml/2006/main" noGrp="1"/>
          </p:cNvSpPr>
          <p:nvPr/>
        </p:nvSpPr>
        <p:spPr>
          <a:xfrm xmlns:a="http://schemas.openxmlformats.org/drawingml/2006/main">
            <a:off x="723900" y="3943350"/>
            <a:ext cx="262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RollerSubsystem</a:t>
            </a:r>
          </a:p>
        </p:txBody>
      </p:sp>
      <p:sp>
        <p:nvSpPr>
          <p:cNvPr id="25" name="requirements-table-cell-3-1">
            <a:extLst xmlns:a="http://schemas.openxmlformats.org/drawingml/2006/main">
              <a:ext uri="{FF2B5EF4-FFF2-40B4-BE49-F238E27FC236}">
                <a16:creationId xmlns:a16="http://schemas.microsoft.com/office/drawing/2014/main" id="{C1C25BDF-8EED-4DF9-8EBB-C74EE4870499}"/>
              </a:ext>
            </a:extLst>
          </p:cNvPr>
          <p:cNvSpPr>
            <a:spLocks xmlns:a="http://schemas.openxmlformats.org/drawingml/2006/main" noGrp="1"/>
          </p:cNvSpPr>
          <p:nvPr/>
        </p:nvSpPr>
        <p:spPr>
          <a:xfrm xmlns:a="http://schemas.openxmlformats.org/drawingml/2006/main">
            <a:off x="3467100" y="3867150"/>
            <a:ext cx="3238500" cy="7429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26" name="requirements-table-text-3-1">
            <a:extLst xmlns:a="http://schemas.openxmlformats.org/drawingml/2006/main">
              <a:ext uri="{FF2B5EF4-FFF2-40B4-BE49-F238E27FC236}">
                <a16:creationId xmlns:a16="http://schemas.microsoft.com/office/drawing/2014/main" id="{BA80EA7E-6497-42A5-810F-39FBCCD6E19F}"/>
              </a:ext>
            </a:extLst>
          </p:cNvPr>
          <p:cNvSpPr>
            <a:spLocks xmlns:a="http://schemas.openxmlformats.org/drawingml/2006/main" noGrp="1"/>
          </p:cNvSpPr>
          <p:nvPr/>
        </p:nvSpPr>
        <p:spPr>
          <a:xfrm xmlns:a="http://schemas.openxmlformats.org/drawingml/2006/main">
            <a:off x="3581400" y="3943350"/>
            <a:ext cx="3009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RollerCommand</a:t>
            </a:r>
          </a:p>
        </p:txBody>
      </p:sp>
      <p:sp>
        <p:nvSpPr>
          <p:cNvPr id="27" name="requirements-table-cell-3-2">
            <a:extLst xmlns:a="http://schemas.openxmlformats.org/drawingml/2006/main">
              <a:ext uri="{FF2B5EF4-FFF2-40B4-BE49-F238E27FC236}">
                <a16:creationId xmlns:a16="http://schemas.microsoft.com/office/drawing/2014/main" id="{3D9AA109-5617-4566-AC62-183FEF4616E5}"/>
              </a:ext>
            </a:extLst>
          </p:cNvPr>
          <p:cNvSpPr>
            <a:spLocks xmlns:a="http://schemas.openxmlformats.org/drawingml/2006/main" noGrp="1"/>
          </p:cNvSpPr>
          <p:nvPr/>
        </p:nvSpPr>
        <p:spPr>
          <a:xfrm xmlns:a="http://schemas.openxmlformats.org/drawingml/2006/main">
            <a:off x="6705600" y="3867150"/>
            <a:ext cx="4876800" cy="742950"/>
          </a:xfrm>
          <a:prstGeom xmlns:a="http://schemas.openxmlformats.org/drawingml/2006/main" prst="rect">
            <a:avLst/>
          </a:prstGeom>
          <a:solidFill xmlns:a="http://schemas.openxmlformats.org/drawingml/2006/main">
            <a:srgbClr val="101E31"/>
          </a:solidFill>
          <a:ln xmlns:a="http://schemas.openxmlformats.org/drawingml/2006/main" w="9525">
            <a:solidFill>
              <a:srgbClr val="2D425B"/>
            </a:solidFill>
            <a:prstDash val="solid"/>
          </a:ln>
        </p:spPr>
      </p:sp>
      <p:sp>
        <p:nvSpPr>
          <p:cNvPr id="28" name="requirements-table-text-3-2">
            <a:extLst xmlns:a="http://schemas.openxmlformats.org/drawingml/2006/main">
              <a:ext uri="{FF2B5EF4-FFF2-40B4-BE49-F238E27FC236}">
                <a16:creationId xmlns:a16="http://schemas.microsoft.com/office/drawing/2014/main" id="{3850F517-AAF6-43B5-B62A-914254060F3D}"/>
              </a:ext>
            </a:extLst>
          </p:cNvPr>
          <p:cNvSpPr>
            <a:spLocks xmlns:a="http://schemas.openxmlformats.org/drawingml/2006/main" noGrp="1"/>
          </p:cNvSpPr>
          <p:nvPr/>
        </p:nvSpPr>
        <p:spPr>
          <a:xfrm xmlns:a="http://schemas.openxmlformats.org/drawingml/2006/main">
            <a:off x="6819900" y="3943350"/>
            <a:ext cx="4648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Can run concurrently with belt commands</a:t>
            </a:r>
          </a:p>
        </p:txBody>
      </p:sp>
      <p:sp>
        <p:nvSpPr>
          <p:cNvPr id="29" name="requirements-table-cell-4-0">
            <a:extLst xmlns:a="http://schemas.openxmlformats.org/drawingml/2006/main">
              <a:ext uri="{FF2B5EF4-FFF2-40B4-BE49-F238E27FC236}">
                <a16:creationId xmlns:a16="http://schemas.microsoft.com/office/drawing/2014/main" id="{7A4F42D8-CFBF-40DA-B330-CBB9FB3C4555}"/>
              </a:ext>
            </a:extLst>
          </p:cNvPr>
          <p:cNvSpPr>
            <a:spLocks xmlns:a="http://schemas.openxmlformats.org/drawingml/2006/main" noGrp="1"/>
          </p:cNvSpPr>
          <p:nvPr/>
        </p:nvSpPr>
        <p:spPr>
          <a:xfrm xmlns:a="http://schemas.openxmlformats.org/drawingml/2006/main">
            <a:off x="609600" y="4610100"/>
            <a:ext cx="2857500" cy="74295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30" name="requirements-table-text-4-0">
            <a:extLst xmlns:a="http://schemas.openxmlformats.org/drawingml/2006/main">
              <a:ext uri="{FF2B5EF4-FFF2-40B4-BE49-F238E27FC236}">
                <a16:creationId xmlns:a16="http://schemas.microsoft.com/office/drawing/2014/main" id="{499182B3-3D22-4FC7-ABB9-067058BA47B9}"/>
              </a:ext>
            </a:extLst>
          </p:cNvPr>
          <p:cNvSpPr>
            <a:spLocks xmlns:a="http://schemas.openxmlformats.org/drawingml/2006/main" noGrp="1"/>
          </p:cNvSpPr>
          <p:nvPr/>
        </p:nvSpPr>
        <p:spPr>
          <a:xfrm xmlns:a="http://schemas.openxmlformats.org/drawingml/2006/main">
            <a:off x="723900" y="4686300"/>
            <a:ext cx="262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ClimberSubsystem</a:t>
            </a:r>
          </a:p>
        </p:txBody>
      </p:sp>
      <p:sp>
        <p:nvSpPr>
          <p:cNvPr id="31" name="requirements-table-cell-4-1">
            <a:extLst xmlns:a="http://schemas.openxmlformats.org/drawingml/2006/main">
              <a:ext uri="{FF2B5EF4-FFF2-40B4-BE49-F238E27FC236}">
                <a16:creationId xmlns:a16="http://schemas.microsoft.com/office/drawing/2014/main" id="{6BFC1AC2-1FE0-4124-A4CA-D0060052BC65}"/>
              </a:ext>
            </a:extLst>
          </p:cNvPr>
          <p:cNvSpPr>
            <a:spLocks xmlns:a="http://schemas.openxmlformats.org/drawingml/2006/main" noGrp="1"/>
          </p:cNvSpPr>
          <p:nvPr/>
        </p:nvSpPr>
        <p:spPr>
          <a:xfrm xmlns:a="http://schemas.openxmlformats.org/drawingml/2006/main">
            <a:off x="3467100" y="4610100"/>
            <a:ext cx="3238500" cy="74295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32" name="requirements-table-text-4-1">
            <a:extLst xmlns:a="http://schemas.openxmlformats.org/drawingml/2006/main">
              <a:ext uri="{FF2B5EF4-FFF2-40B4-BE49-F238E27FC236}">
                <a16:creationId xmlns:a16="http://schemas.microsoft.com/office/drawing/2014/main" id="{C8391D65-7295-4108-8EA9-A281EF39A841}"/>
              </a:ext>
            </a:extLst>
          </p:cNvPr>
          <p:cNvSpPr>
            <a:spLocks xmlns:a="http://schemas.openxmlformats.org/drawingml/2006/main" noGrp="1"/>
          </p:cNvSpPr>
          <p:nvPr/>
        </p:nvSpPr>
        <p:spPr>
          <a:xfrm xmlns:a="http://schemas.openxmlformats.org/drawingml/2006/main">
            <a:off x="3581400" y="4686300"/>
            <a:ext cx="3009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ToggleClimberArmsCommand</a:t>
            </a:r>
          </a:p>
        </p:txBody>
      </p:sp>
      <p:sp>
        <p:nvSpPr>
          <p:cNvPr id="33" name="requirements-table-cell-4-2">
            <a:extLst xmlns:a="http://schemas.openxmlformats.org/drawingml/2006/main">
              <a:ext uri="{FF2B5EF4-FFF2-40B4-BE49-F238E27FC236}">
                <a16:creationId xmlns:a16="http://schemas.microsoft.com/office/drawing/2014/main" id="{2E4F7549-00D3-4EEF-9DCF-D74479596F37}"/>
              </a:ext>
            </a:extLst>
          </p:cNvPr>
          <p:cNvSpPr>
            <a:spLocks xmlns:a="http://schemas.openxmlformats.org/drawingml/2006/main" noGrp="1"/>
          </p:cNvSpPr>
          <p:nvPr/>
        </p:nvSpPr>
        <p:spPr>
          <a:xfrm xmlns:a="http://schemas.openxmlformats.org/drawingml/2006/main">
            <a:off x="6705600" y="4610100"/>
            <a:ext cx="4876800" cy="742950"/>
          </a:xfrm>
          <a:prstGeom xmlns:a="http://schemas.openxmlformats.org/drawingml/2006/main" prst="rect">
            <a:avLst/>
          </a:prstGeom>
          <a:solidFill xmlns:a="http://schemas.openxmlformats.org/drawingml/2006/main">
            <a:srgbClr val="0D1A2B"/>
          </a:solidFill>
          <a:ln xmlns:a="http://schemas.openxmlformats.org/drawingml/2006/main" w="9525">
            <a:solidFill>
              <a:srgbClr val="2D425B"/>
            </a:solidFill>
            <a:prstDash val="solid"/>
          </a:ln>
        </p:spPr>
      </p:sp>
      <p:sp>
        <p:nvSpPr>
          <p:cNvPr id="34" name="requirements-table-text-4-2">
            <a:extLst xmlns:a="http://schemas.openxmlformats.org/drawingml/2006/main">
              <a:ext uri="{FF2B5EF4-FFF2-40B4-BE49-F238E27FC236}">
                <a16:creationId xmlns:a16="http://schemas.microsoft.com/office/drawing/2014/main" id="{386782FC-3FC9-4E22-9A9F-4B4388F353AE}"/>
              </a:ext>
            </a:extLst>
          </p:cNvPr>
          <p:cNvSpPr>
            <a:spLocks xmlns:a="http://schemas.openxmlformats.org/drawingml/2006/main" noGrp="1"/>
          </p:cNvSpPr>
          <p:nvPr/>
        </p:nvSpPr>
        <p:spPr>
          <a:xfrm xmlns:a="http://schemas.openxmlformats.org/drawingml/2006/main">
            <a:off x="6819900" y="4686300"/>
            <a:ext cx="4648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275" b="0">
                <a:solidFill>
                  <a:srgbClr val="F4F7FB"/>
                </a:solidFill>
                <a:latin typeface="Aptos"/>
                <a:ea typeface="Aptos"/>
                <a:cs typeface="Aptos"/>
              </a:defRPr>
            </a:pPr>
            <a:r>
              <a:rPr sz="1275" b="0">
                <a:solidFill>
                  <a:srgbClr val="F4F7FB"/>
                </a:solidFill>
                <a:latin typeface="Aptos"/>
                <a:ea typeface="Aptos"/>
                <a:cs typeface="Aptos"/>
              </a:rPr>
              <a:t>No other command requiring ClimberSubsystem can run concurrently</a:t>
            </a:r>
          </a:p>
        </p:txBody>
      </p:sp>
      <p:sp>
        <p:nvSpPr>
          <p:cNvPr id="35" name="">
            <a:extLst xmlns:a="http://schemas.openxmlformats.org/drawingml/2006/main">
              <a:ext uri="{FF2B5EF4-FFF2-40B4-BE49-F238E27FC236}">
                <a16:creationId xmlns:a16="http://schemas.microsoft.com/office/drawing/2014/main" id="{B7694FD3-362D-4274-8054-1E8E0598DEE3}"/>
              </a:ext>
            </a:extLst>
          </p:cNvPr>
          <p:cNvSpPr>
            <a:spLocks xmlns:a="http://schemas.openxmlformats.org/drawingml/2006/main" noGrp="1"/>
          </p:cNvSpPr>
          <p:nvPr/>
        </p:nvSpPr>
        <p:spPr>
          <a:xfrm xmlns:a="http://schemas.openxmlformats.org/drawingml/2006/main">
            <a:off x="609600" y="5257800"/>
            <a:ext cx="10972800" cy="666750"/>
          </a:xfrm>
          <a:prstGeom xmlns:a="http://schemas.openxmlformats.org/drawingml/2006/main" prst="roundRect">
            <a:avLst>
              <a:gd name="adj" fmla="val 17143"/>
            </a:avLst>
          </a:prstGeom>
          <a:solidFill xmlns:a="http://schemas.openxmlformats.org/drawingml/2006/main">
            <a:srgbClr val="162941"/>
          </a:solidFill>
          <a:ln xmlns:a="http://schemas.openxmlformats.org/drawingml/2006/main" w="9525">
            <a:solidFill>
              <a:srgbClr val="2D425B"/>
            </a:solidFill>
            <a:prstDash val="solid"/>
          </a:ln>
        </p:spPr>
      </p:sp>
      <p:sp>
        <p:nvSpPr>
          <p:cNvPr id="36" name="">
            <a:extLst xmlns:a="http://schemas.openxmlformats.org/drawingml/2006/main">
              <a:ext uri="{FF2B5EF4-FFF2-40B4-BE49-F238E27FC236}">
                <a16:creationId xmlns:a16="http://schemas.microsoft.com/office/drawing/2014/main" id="{90E8BB89-1014-46D1-A397-6A3971BB2B0C}"/>
              </a:ext>
            </a:extLst>
          </p:cNvPr>
          <p:cNvSpPr>
            <a:spLocks xmlns:a="http://schemas.openxmlformats.org/drawingml/2006/main" noGrp="1"/>
          </p:cNvSpPr>
          <p:nvPr/>
        </p:nvSpPr>
        <p:spPr>
          <a:xfrm xmlns:a="http://schemas.openxmlformats.org/drawingml/2006/main">
            <a:off x="876300" y="5410200"/>
            <a:ext cx="1043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425" b="1">
                <a:solidFill>
                  <a:srgbClr val="FFB64D"/>
                </a:solidFill>
                <a:latin typeface="Aptos"/>
                <a:ea typeface="Aptos"/>
                <a:cs typeface="Aptos"/>
              </a:defRPr>
            </a:pPr>
            <a:r>
              <a:rPr sz="1425" b="1">
                <a:solidFill>
                  <a:srgbClr val="FFB64D"/>
                </a:solidFill>
                <a:latin typeface="Aptos"/>
                <a:ea typeface="Aptos"/>
                <a:cs typeface="Aptos"/>
              </a:rPr>
              <a:t>addRequirements(subsystem) adds a subsystem requirement. A field reference does not add that requirement.</a:t>
            </a:r>
          </a:p>
        </p:txBody>
      </p:sp>
      <p:sp>
        <p:nvSpPr>
          <p:cNvPr id="37" name="footer-left">
            <a:extLst xmlns:a="http://schemas.openxmlformats.org/drawingml/2006/main">
              <a:ext uri="{FF2B5EF4-FFF2-40B4-BE49-F238E27FC236}">
                <a16:creationId xmlns:a16="http://schemas.microsoft.com/office/drawing/2014/main" id="{0F6987EA-5E8D-42BC-B7C0-B0E823771589}"/>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38" name="footer-number">
            <a:extLst xmlns:a="http://schemas.openxmlformats.org/drawingml/2006/main">
              <a:ext uri="{FF2B5EF4-FFF2-40B4-BE49-F238E27FC236}">
                <a16:creationId xmlns:a16="http://schemas.microsoft.com/office/drawing/2014/main" id="{15DE3CE8-E4F5-477A-B604-9063EC618A82}"/>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15</a:t>
            </a:r>
          </a:p>
        </p:txBody>
      </p:sp>
    </p:spTree>
    <p:extLst>
      <p:ext uri="{BB962C8B-B14F-4D97-AF65-F5344CB8AC3E}">
        <p14:creationId xmlns:p14="http://schemas.microsoft.com/office/powerpoint/2010/main" val="1654206737"/>
      </p:ext>
    </p:extLst>
  </p:cSld>
</p:sld>
</file>

<file path=ppt/slides/slide16.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9" name="section-label">
            <a:extLst xmlns:a="http://schemas.openxmlformats.org/drawingml/2006/main">
              <a:ext uri="{FF2B5EF4-FFF2-40B4-BE49-F238E27FC236}">
                <a16:creationId xmlns:a16="http://schemas.microsoft.com/office/drawing/2014/main" id="{F4E8EAE9-13C5-4B74-8136-7FAECFB00053}"/>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EF78FB1B-F911-435C-ABF8-8FCC994E4DA6}"/>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Driver stick input reaches the drivetrain through six steps</a:t>
            </a:r>
          </a:p>
        </p:txBody>
      </p:sp>
      <p:sp>
        <p:nvSpPr>
          <p:cNvPr id="3" name="slide-subtitle">
            <a:extLst xmlns:a="http://schemas.openxmlformats.org/drawingml/2006/main">
              <a:ext uri="{FF2B5EF4-FFF2-40B4-BE49-F238E27FC236}">
                <a16:creationId xmlns:a16="http://schemas.microsoft.com/office/drawing/2014/main" id="{0E68879B-17A3-4D45-A2BE-700E7A711499}"/>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The same path works whether the subsystem owns PWM or CAN motor-controller objects.</a:t>
            </a:r>
          </a:p>
        </p:txBody>
      </p:sp>
      <p:sp>
        <p:nvSpPr>
          <p:cNvPr id="4" name="title-rule">
            <a:extLst xmlns:a="http://schemas.openxmlformats.org/drawingml/2006/main">
              <a:ext uri="{FF2B5EF4-FFF2-40B4-BE49-F238E27FC236}">
                <a16:creationId xmlns:a16="http://schemas.microsoft.com/office/drawing/2014/main" id="{B417F015-FF77-4362-B02C-5E5FAD220904}"/>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signal-0">
            <a:extLst xmlns:a="http://schemas.openxmlformats.org/drawingml/2006/main">
              <a:ext uri="{FF2B5EF4-FFF2-40B4-BE49-F238E27FC236}">
                <a16:creationId xmlns:a16="http://schemas.microsoft.com/office/drawing/2014/main" id="{E90E4718-EC8D-4FDA-9927-83753EECC56E}"/>
              </a:ext>
            </a:extLst>
          </p:cNvPr>
          <p:cNvSpPr>
            <a:spLocks xmlns:a="http://schemas.openxmlformats.org/drawingml/2006/main" noGrp="1"/>
          </p:cNvSpPr>
          <p:nvPr/>
        </p:nvSpPr>
        <p:spPr>
          <a:xfrm xmlns:a="http://schemas.openxmlformats.org/drawingml/2006/main">
            <a:off x="60960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FFB64D"/>
            </a:solidFill>
            <a:prstDash val="solid"/>
          </a:ln>
        </p:spPr>
      </p:sp>
      <p:sp>
        <p:nvSpPr>
          <p:cNvPr id="6" name="signal-1">
            <a:extLst xmlns:a="http://schemas.openxmlformats.org/drawingml/2006/main">
              <a:ext uri="{FF2B5EF4-FFF2-40B4-BE49-F238E27FC236}">
                <a16:creationId xmlns:a16="http://schemas.microsoft.com/office/drawing/2014/main" id="{50AB8F99-0978-4B26-B491-32EF18933422}"/>
              </a:ext>
            </a:extLst>
          </p:cNvPr>
          <p:cNvSpPr>
            <a:spLocks xmlns:a="http://schemas.openxmlformats.org/drawingml/2006/main" noGrp="1"/>
          </p:cNvSpPr>
          <p:nvPr/>
        </p:nvSpPr>
        <p:spPr>
          <a:xfrm xmlns:a="http://schemas.openxmlformats.org/drawingml/2006/main">
            <a:off x="241935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7" name="signal-2">
            <a:extLst xmlns:a="http://schemas.openxmlformats.org/drawingml/2006/main">
              <a:ext uri="{FF2B5EF4-FFF2-40B4-BE49-F238E27FC236}">
                <a16:creationId xmlns:a16="http://schemas.microsoft.com/office/drawing/2014/main" id="{EAA20C9B-8E87-4492-ABEB-A0AD3E2EF835}"/>
              </a:ext>
            </a:extLst>
          </p:cNvPr>
          <p:cNvSpPr>
            <a:spLocks xmlns:a="http://schemas.openxmlformats.org/drawingml/2006/main" noGrp="1"/>
          </p:cNvSpPr>
          <p:nvPr/>
        </p:nvSpPr>
        <p:spPr>
          <a:xfrm xmlns:a="http://schemas.openxmlformats.org/drawingml/2006/main">
            <a:off x="422910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8" name="signal-3">
            <a:extLst xmlns:a="http://schemas.openxmlformats.org/drawingml/2006/main">
              <a:ext uri="{FF2B5EF4-FFF2-40B4-BE49-F238E27FC236}">
                <a16:creationId xmlns:a16="http://schemas.microsoft.com/office/drawing/2014/main" id="{B72E2251-8288-4329-B092-913222EFC0C3}"/>
              </a:ext>
            </a:extLst>
          </p:cNvPr>
          <p:cNvSpPr>
            <a:spLocks xmlns:a="http://schemas.openxmlformats.org/drawingml/2006/main" noGrp="1"/>
          </p:cNvSpPr>
          <p:nvPr/>
        </p:nvSpPr>
        <p:spPr>
          <a:xfrm xmlns:a="http://schemas.openxmlformats.org/drawingml/2006/main">
            <a:off x="603885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9" name="signal-4">
            <a:extLst xmlns:a="http://schemas.openxmlformats.org/drawingml/2006/main">
              <a:ext uri="{FF2B5EF4-FFF2-40B4-BE49-F238E27FC236}">
                <a16:creationId xmlns:a16="http://schemas.microsoft.com/office/drawing/2014/main" id="{D8D4C14E-3971-41A1-AE04-4F09062EAED5}"/>
              </a:ext>
            </a:extLst>
          </p:cNvPr>
          <p:cNvSpPr>
            <a:spLocks xmlns:a="http://schemas.openxmlformats.org/drawingml/2006/main" noGrp="1"/>
          </p:cNvSpPr>
          <p:nvPr/>
        </p:nvSpPr>
        <p:spPr>
          <a:xfrm xmlns:a="http://schemas.openxmlformats.org/drawingml/2006/main">
            <a:off x="784860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10" name="signal-5">
            <a:extLst xmlns:a="http://schemas.openxmlformats.org/drawingml/2006/main">
              <a:ext uri="{FF2B5EF4-FFF2-40B4-BE49-F238E27FC236}">
                <a16:creationId xmlns:a16="http://schemas.microsoft.com/office/drawing/2014/main" id="{EADC7288-97AF-4892-AF49-B40152EB42D6}"/>
              </a:ext>
            </a:extLst>
          </p:cNvPr>
          <p:cNvSpPr>
            <a:spLocks xmlns:a="http://schemas.openxmlformats.org/drawingml/2006/main" noGrp="1"/>
          </p:cNvSpPr>
          <p:nvPr/>
        </p:nvSpPr>
        <p:spPr>
          <a:xfrm xmlns:a="http://schemas.openxmlformats.org/drawingml/2006/main">
            <a:off x="965835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62D48A"/>
            </a:solidFill>
            <a:prstDash val="solid"/>
          </a:ln>
        </p:spPr>
      </p:sp>
      <p:cxnSp>
        <p:nvCxnSpPr>
          <p:cNvPr id="199" name=""/>
          <p:cNvCxnSpPr>
            <a:stCxn xmlns:a="http://schemas.openxmlformats.org/drawingml/2006/main" id="5" idx="3"/>
            <a:endCxn xmlns:a="http://schemas.openxmlformats.org/drawingml/2006/main" id="6" idx="1"/>
          </p:cNvCxnSpPr>
          <p:nvPr/>
        </p:nvCxnSpPr>
        <p:spPr>
          <a:xfrm xmlns:a="http://schemas.openxmlformats.org/drawingml/2006/main">
            <a:off x="215265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200" name=""/>
          <p:cNvCxnSpPr>
            <a:stCxn xmlns:a="http://schemas.openxmlformats.org/drawingml/2006/main" id="6" idx="3"/>
            <a:endCxn xmlns:a="http://schemas.openxmlformats.org/drawingml/2006/main" id="7" idx="1"/>
          </p:cNvCxnSpPr>
          <p:nvPr/>
        </p:nvCxnSpPr>
        <p:spPr>
          <a:xfrm xmlns:a="http://schemas.openxmlformats.org/drawingml/2006/main">
            <a:off x="396240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201" name=""/>
          <p:cNvCxnSpPr>
            <a:stCxn xmlns:a="http://schemas.openxmlformats.org/drawingml/2006/main" id="7" idx="3"/>
            <a:endCxn xmlns:a="http://schemas.openxmlformats.org/drawingml/2006/main" id="8" idx="1"/>
          </p:cNvCxnSpPr>
          <p:nvPr/>
        </p:nvCxnSpPr>
        <p:spPr>
          <a:xfrm xmlns:a="http://schemas.openxmlformats.org/drawingml/2006/main">
            <a:off x="577215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202" name=""/>
          <p:cNvCxnSpPr>
            <a:stCxn xmlns:a="http://schemas.openxmlformats.org/drawingml/2006/main" id="8" idx="3"/>
            <a:endCxn xmlns:a="http://schemas.openxmlformats.org/drawingml/2006/main" id="9" idx="1"/>
          </p:cNvCxnSpPr>
          <p:nvPr/>
        </p:nvCxnSpPr>
        <p:spPr>
          <a:xfrm xmlns:a="http://schemas.openxmlformats.org/drawingml/2006/main">
            <a:off x="758190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203" name=""/>
          <p:cNvCxnSpPr>
            <a:stCxn xmlns:a="http://schemas.openxmlformats.org/drawingml/2006/main" id="9" idx="3"/>
            <a:endCxn xmlns:a="http://schemas.openxmlformats.org/drawingml/2006/main" id="10" idx="1"/>
          </p:cNvCxnSpPr>
          <p:nvPr/>
        </p:nvCxnSpPr>
        <p:spPr>
          <a:xfrm xmlns:a="http://schemas.openxmlformats.org/drawingml/2006/main">
            <a:off x="939165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sp>
        <p:nvSpPr>
          <p:cNvPr id="16" name="">
            <a:extLst xmlns:a="http://schemas.openxmlformats.org/drawingml/2006/main">
              <a:ext uri="{FF2B5EF4-FFF2-40B4-BE49-F238E27FC236}">
                <a16:creationId xmlns:a16="http://schemas.microsoft.com/office/drawing/2014/main" id="{E272A7B5-FFE0-486F-B62B-4943B5B2089F}"/>
              </a:ext>
            </a:extLst>
          </p:cNvPr>
          <p:cNvSpPr>
            <a:spLocks xmlns:a="http://schemas.openxmlformats.org/drawingml/2006/main" noGrp="1"/>
          </p:cNvSpPr>
          <p:nvPr/>
        </p:nvSpPr>
        <p:spPr>
          <a:xfrm xmlns:a="http://schemas.openxmlformats.org/drawingml/2006/main">
            <a:off x="78105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FFB64D"/>
                </a:solidFill>
                <a:latin typeface="Aptos"/>
                <a:ea typeface="Aptos"/>
                <a:cs typeface="Aptos"/>
              </a:defRPr>
            </a:pPr>
            <a:r>
              <a:rPr sz="1500" b="1">
                <a:solidFill>
                  <a:srgbClr val="FFB64D"/>
                </a:solidFill>
                <a:latin typeface="Aptos"/>
                <a:ea typeface="Aptos"/>
                <a:cs typeface="Aptos"/>
              </a:rPr>
              <a:t>1</a:t>
            </a:r>
          </a:p>
        </p:txBody>
      </p:sp>
      <p:sp>
        <p:nvSpPr>
          <p:cNvPr id="17" name="">
            <a:extLst xmlns:a="http://schemas.openxmlformats.org/drawingml/2006/main">
              <a:ext uri="{FF2B5EF4-FFF2-40B4-BE49-F238E27FC236}">
                <a16:creationId xmlns:a16="http://schemas.microsoft.com/office/drawing/2014/main" id="{D4C18DDA-1958-4888-A093-4F230DACEAEB}"/>
              </a:ext>
            </a:extLst>
          </p:cNvPr>
          <p:cNvSpPr>
            <a:spLocks xmlns:a="http://schemas.openxmlformats.org/drawingml/2006/main" noGrp="1"/>
          </p:cNvSpPr>
          <p:nvPr/>
        </p:nvSpPr>
        <p:spPr>
          <a:xfrm xmlns:a="http://schemas.openxmlformats.org/drawingml/2006/main">
            <a:off x="78105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Driver Xbox</a:t>
            </a:r>
          </a:p>
        </p:txBody>
      </p:sp>
      <p:sp>
        <p:nvSpPr>
          <p:cNvPr id="18" name="">
            <a:extLst xmlns:a="http://schemas.openxmlformats.org/drawingml/2006/main">
              <a:ext uri="{FF2B5EF4-FFF2-40B4-BE49-F238E27FC236}">
                <a16:creationId xmlns:a16="http://schemas.microsoft.com/office/drawing/2014/main" id="{7FE2DA2D-3096-49D1-855A-BEAF94E9985F}"/>
              </a:ext>
            </a:extLst>
          </p:cNvPr>
          <p:cNvSpPr>
            <a:spLocks xmlns:a="http://schemas.openxmlformats.org/drawingml/2006/main" noGrp="1"/>
          </p:cNvSpPr>
          <p:nvPr/>
        </p:nvSpPr>
        <p:spPr>
          <a:xfrm xmlns:a="http://schemas.openxmlformats.org/drawingml/2006/main">
            <a:off x="78105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Left Y and right Y</a:t>
            </a:r>
          </a:p>
        </p:txBody>
      </p:sp>
      <p:sp>
        <p:nvSpPr>
          <p:cNvPr id="19" name="">
            <a:extLst xmlns:a="http://schemas.openxmlformats.org/drawingml/2006/main">
              <a:ext uri="{FF2B5EF4-FFF2-40B4-BE49-F238E27FC236}">
                <a16:creationId xmlns:a16="http://schemas.microsoft.com/office/drawing/2014/main" id="{495947ED-16DF-4EF5-9E8D-CA67FE9EBCFF}"/>
              </a:ext>
            </a:extLst>
          </p:cNvPr>
          <p:cNvSpPr>
            <a:spLocks xmlns:a="http://schemas.openxmlformats.org/drawingml/2006/main" noGrp="1"/>
          </p:cNvSpPr>
          <p:nvPr/>
        </p:nvSpPr>
        <p:spPr>
          <a:xfrm xmlns:a="http://schemas.openxmlformats.org/drawingml/2006/main">
            <a:off x="259080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2</a:t>
            </a:r>
          </a:p>
        </p:txBody>
      </p:sp>
      <p:sp>
        <p:nvSpPr>
          <p:cNvPr id="20" name="">
            <a:extLst xmlns:a="http://schemas.openxmlformats.org/drawingml/2006/main">
              <a:ext uri="{FF2B5EF4-FFF2-40B4-BE49-F238E27FC236}">
                <a16:creationId xmlns:a16="http://schemas.microsoft.com/office/drawing/2014/main" id="{C43AC0C8-4B62-4A4A-94D6-B882543D0A77}"/>
              </a:ext>
            </a:extLst>
          </p:cNvPr>
          <p:cNvSpPr>
            <a:spLocks xmlns:a="http://schemas.openxmlformats.org/drawingml/2006/main" noGrp="1"/>
          </p:cNvSpPr>
          <p:nvPr/>
        </p:nvSpPr>
        <p:spPr>
          <a:xfrm xmlns:a="http://schemas.openxmlformats.org/drawingml/2006/main">
            <a:off x="259080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Default command</a:t>
            </a:r>
          </a:p>
        </p:txBody>
      </p:sp>
      <p:sp>
        <p:nvSpPr>
          <p:cNvPr id="21" name="">
            <a:extLst xmlns:a="http://schemas.openxmlformats.org/drawingml/2006/main">
              <a:ext uri="{FF2B5EF4-FFF2-40B4-BE49-F238E27FC236}">
                <a16:creationId xmlns:a16="http://schemas.microsoft.com/office/drawing/2014/main" id="{C877B55D-A460-429A-B8F5-DA1740E0A754}"/>
              </a:ext>
            </a:extLst>
          </p:cNvPr>
          <p:cNvSpPr>
            <a:spLocks xmlns:a="http://schemas.openxmlformats.org/drawingml/2006/main" noGrp="1"/>
          </p:cNvSpPr>
          <p:nvPr/>
        </p:nvSpPr>
        <p:spPr>
          <a:xfrm xmlns:a="http://schemas.openxmlformats.org/drawingml/2006/main">
            <a:off x="259080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Scheduled when drive is free</a:t>
            </a:r>
          </a:p>
        </p:txBody>
      </p:sp>
      <p:sp>
        <p:nvSpPr>
          <p:cNvPr id="22" name="">
            <a:extLst xmlns:a="http://schemas.openxmlformats.org/drawingml/2006/main">
              <a:ext uri="{FF2B5EF4-FFF2-40B4-BE49-F238E27FC236}">
                <a16:creationId xmlns:a16="http://schemas.microsoft.com/office/drawing/2014/main" id="{22631DD9-034C-432F-A4AD-6D9F7F73E978}"/>
              </a:ext>
            </a:extLst>
          </p:cNvPr>
          <p:cNvSpPr>
            <a:spLocks xmlns:a="http://schemas.openxmlformats.org/drawingml/2006/main" noGrp="1"/>
          </p:cNvSpPr>
          <p:nvPr/>
        </p:nvSpPr>
        <p:spPr>
          <a:xfrm xmlns:a="http://schemas.openxmlformats.org/drawingml/2006/main">
            <a:off x="440055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3</a:t>
            </a:r>
          </a:p>
        </p:txBody>
      </p:sp>
      <p:sp>
        <p:nvSpPr>
          <p:cNvPr id="23" name="">
            <a:extLst xmlns:a="http://schemas.openxmlformats.org/drawingml/2006/main">
              <a:ext uri="{FF2B5EF4-FFF2-40B4-BE49-F238E27FC236}">
                <a16:creationId xmlns:a16="http://schemas.microsoft.com/office/drawing/2014/main" id="{BF2B9286-3E55-4ABE-93F5-B4E3DA130238}"/>
              </a:ext>
            </a:extLst>
          </p:cNvPr>
          <p:cNvSpPr>
            <a:spLocks xmlns:a="http://schemas.openxmlformats.org/drawingml/2006/main" noGrp="1"/>
          </p:cNvSpPr>
          <p:nvPr/>
        </p:nvSpPr>
        <p:spPr>
          <a:xfrm xmlns:a="http://schemas.openxmlformats.org/drawingml/2006/main">
            <a:off x="440055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Scheduler</a:t>
            </a:r>
          </a:p>
        </p:txBody>
      </p:sp>
      <p:sp>
        <p:nvSpPr>
          <p:cNvPr id="24" name="">
            <a:extLst xmlns:a="http://schemas.openxmlformats.org/drawingml/2006/main">
              <a:ext uri="{FF2B5EF4-FFF2-40B4-BE49-F238E27FC236}">
                <a16:creationId xmlns:a16="http://schemas.microsoft.com/office/drawing/2014/main" id="{6E047B10-3CEE-4518-8F52-E0668DD99D25}"/>
              </a:ext>
            </a:extLst>
          </p:cNvPr>
          <p:cNvSpPr>
            <a:spLocks xmlns:a="http://schemas.openxmlformats.org/drawingml/2006/main" noGrp="1"/>
          </p:cNvSpPr>
          <p:nvPr/>
        </p:nvSpPr>
        <p:spPr>
          <a:xfrm xmlns:a="http://schemas.openxmlformats.org/drawingml/2006/main">
            <a:off x="440055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Executes every iteration</a:t>
            </a:r>
          </a:p>
        </p:txBody>
      </p:sp>
      <p:sp>
        <p:nvSpPr>
          <p:cNvPr id="25" name="">
            <a:extLst xmlns:a="http://schemas.openxmlformats.org/drawingml/2006/main">
              <a:ext uri="{FF2B5EF4-FFF2-40B4-BE49-F238E27FC236}">
                <a16:creationId xmlns:a16="http://schemas.microsoft.com/office/drawing/2014/main" id="{9B7F06DB-955C-4868-A478-618B95922EC5}"/>
              </a:ext>
            </a:extLst>
          </p:cNvPr>
          <p:cNvSpPr>
            <a:spLocks xmlns:a="http://schemas.openxmlformats.org/drawingml/2006/main" noGrp="1"/>
          </p:cNvSpPr>
          <p:nvPr/>
        </p:nvSpPr>
        <p:spPr>
          <a:xfrm xmlns:a="http://schemas.openxmlformats.org/drawingml/2006/main">
            <a:off x="621030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4</a:t>
            </a:r>
          </a:p>
        </p:txBody>
      </p:sp>
      <p:sp>
        <p:nvSpPr>
          <p:cNvPr id="26" name="">
            <a:extLst xmlns:a="http://schemas.openxmlformats.org/drawingml/2006/main">
              <a:ext uri="{FF2B5EF4-FFF2-40B4-BE49-F238E27FC236}">
                <a16:creationId xmlns:a16="http://schemas.microsoft.com/office/drawing/2014/main" id="{3E90D2CB-2E1F-4D3F-B321-CE96C3235E38}"/>
              </a:ext>
            </a:extLst>
          </p:cNvPr>
          <p:cNvSpPr>
            <a:spLocks xmlns:a="http://schemas.openxmlformats.org/drawingml/2006/main" noGrp="1"/>
          </p:cNvSpPr>
          <p:nvPr/>
        </p:nvSpPr>
        <p:spPr>
          <a:xfrm xmlns:a="http://schemas.openxmlformats.org/drawingml/2006/main">
            <a:off x="621030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Drive command</a:t>
            </a:r>
          </a:p>
        </p:txBody>
      </p:sp>
      <p:sp>
        <p:nvSpPr>
          <p:cNvPr id="27" name="">
            <a:extLst xmlns:a="http://schemas.openxmlformats.org/drawingml/2006/main">
              <a:ext uri="{FF2B5EF4-FFF2-40B4-BE49-F238E27FC236}">
                <a16:creationId xmlns:a16="http://schemas.microsoft.com/office/drawing/2014/main" id="{1726BE99-584D-4F65-B3EF-65677FB457DF}"/>
              </a:ext>
            </a:extLst>
          </p:cNvPr>
          <p:cNvSpPr>
            <a:spLocks xmlns:a="http://schemas.openxmlformats.org/drawingml/2006/main" noGrp="1"/>
          </p:cNvSpPr>
          <p:nvPr/>
        </p:nvSpPr>
        <p:spPr>
          <a:xfrm xmlns:a="http://schemas.openxmlformats.org/drawingml/2006/main">
            <a:off x="621030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Reads axes and scales</a:t>
            </a:r>
          </a:p>
        </p:txBody>
      </p:sp>
      <p:sp>
        <p:nvSpPr>
          <p:cNvPr id="28" name="">
            <a:extLst xmlns:a="http://schemas.openxmlformats.org/drawingml/2006/main">
              <a:ext uri="{FF2B5EF4-FFF2-40B4-BE49-F238E27FC236}">
                <a16:creationId xmlns:a16="http://schemas.microsoft.com/office/drawing/2014/main" id="{33899B91-F3A6-4B99-A1C5-79417C0AC4B0}"/>
              </a:ext>
            </a:extLst>
          </p:cNvPr>
          <p:cNvSpPr>
            <a:spLocks xmlns:a="http://schemas.openxmlformats.org/drawingml/2006/main" noGrp="1"/>
          </p:cNvSpPr>
          <p:nvPr/>
        </p:nvSpPr>
        <p:spPr>
          <a:xfrm xmlns:a="http://schemas.openxmlformats.org/drawingml/2006/main">
            <a:off x="802005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5</a:t>
            </a:r>
          </a:p>
        </p:txBody>
      </p:sp>
      <p:sp>
        <p:nvSpPr>
          <p:cNvPr id="29" name="">
            <a:extLst xmlns:a="http://schemas.openxmlformats.org/drawingml/2006/main">
              <a:ext uri="{FF2B5EF4-FFF2-40B4-BE49-F238E27FC236}">
                <a16:creationId xmlns:a16="http://schemas.microsoft.com/office/drawing/2014/main" id="{02BF2F66-2A25-41AE-A82E-BEE1CC696D3E}"/>
              </a:ext>
            </a:extLst>
          </p:cNvPr>
          <p:cNvSpPr>
            <a:spLocks xmlns:a="http://schemas.openxmlformats.org/drawingml/2006/main" noGrp="1"/>
          </p:cNvSpPr>
          <p:nvPr/>
        </p:nvSpPr>
        <p:spPr>
          <a:xfrm xmlns:a="http://schemas.openxmlformats.org/drawingml/2006/main">
            <a:off x="802005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Drive subsystem</a:t>
            </a:r>
          </a:p>
        </p:txBody>
      </p:sp>
      <p:sp>
        <p:nvSpPr>
          <p:cNvPr id="30" name="">
            <a:extLst xmlns:a="http://schemas.openxmlformats.org/drawingml/2006/main">
              <a:ext uri="{FF2B5EF4-FFF2-40B4-BE49-F238E27FC236}">
                <a16:creationId xmlns:a16="http://schemas.microsoft.com/office/drawing/2014/main" id="{03214C94-7CED-49BC-9886-C7C5481FAD8A}"/>
              </a:ext>
            </a:extLst>
          </p:cNvPr>
          <p:cNvSpPr>
            <a:spLocks xmlns:a="http://schemas.openxmlformats.org/drawingml/2006/main" noGrp="1"/>
          </p:cNvSpPr>
          <p:nvPr/>
        </p:nvSpPr>
        <p:spPr>
          <a:xfrm xmlns:a="http://schemas.openxmlformats.org/drawingml/2006/main">
            <a:off x="802005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drive(left, right)</a:t>
            </a:r>
          </a:p>
        </p:txBody>
      </p:sp>
      <p:sp>
        <p:nvSpPr>
          <p:cNvPr id="31" name="">
            <a:extLst xmlns:a="http://schemas.openxmlformats.org/drawingml/2006/main">
              <a:ext uri="{FF2B5EF4-FFF2-40B4-BE49-F238E27FC236}">
                <a16:creationId xmlns:a16="http://schemas.microsoft.com/office/drawing/2014/main" id="{A6474C8F-D5EF-4986-8F5A-A9F7E8FDA857}"/>
              </a:ext>
            </a:extLst>
          </p:cNvPr>
          <p:cNvSpPr>
            <a:spLocks xmlns:a="http://schemas.openxmlformats.org/drawingml/2006/main" noGrp="1"/>
          </p:cNvSpPr>
          <p:nvPr/>
        </p:nvSpPr>
        <p:spPr>
          <a:xfrm xmlns:a="http://schemas.openxmlformats.org/drawingml/2006/main">
            <a:off x="982980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62D48A"/>
                </a:solidFill>
                <a:latin typeface="Aptos"/>
                <a:ea typeface="Aptos"/>
                <a:cs typeface="Aptos"/>
              </a:defRPr>
            </a:pPr>
            <a:r>
              <a:rPr sz="1500" b="1">
                <a:solidFill>
                  <a:srgbClr val="62D48A"/>
                </a:solidFill>
                <a:latin typeface="Aptos"/>
                <a:ea typeface="Aptos"/>
                <a:cs typeface="Aptos"/>
              </a:rPr>
              <a:t>6</a:t>
            </a:r>
          </a:p>
        </p:txBody>
      </p:sp>
      <p:sp>
        <p:nvSpPr>
          <p:cNvPr id="32" name="">
            <a:extLst xmlns:a="http://schemas.openxmlformats.org/drawingml/2006/main">
              <a:ext uri="{FF2B5EF4-FFF2-40B4-BE49-F238E27FC236}">
                <a16:creationId xmlns:a16="http://schemas.microsoft.com/office/drawing/2014/main" id="{ED184F6C-693C-469B-893F-CC0161BCF1A9}"/>
              </a:ext>
            </a:extLst>
          </p:cNvPr>
          <p:cNvSpPr>
            <a:spLocks xmlns:a="http://schemas.openxmlformats.org/drawingml/2006/main" noGrp="1"/>
          </p:cNvSpPr>
          <p:nvPr/>
        </p:nvSpPr>
        <p:spPr>
          <a:xfrm xmlns:a="http://schemas.openxmlformats.org/drawingml/2006/main">
            <a:off x="982980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Motor controllers</a:t>
            </a:r>
          </a:p>
        </p:txBody>
      </p:sp>
      <p:sp>
        <p:nvSpPr>
          <p:cNvPr id="33" name="">
            <a:extLst xmlns:a="http://schemas.openxmlformats.org/drawingml/2006/main">
              <a:ext uri="{FF2B5EF4-FFF2-40B4-BE49-F238E27FC236}">
                <a16:creationId xmlns:a16="http://schemas.microsoft.com/office/drawing/2014/main" id="{157B663E-DA99-4A15-9F04-0131F1F61FAE}"/>
              </a:ext>
            </a:extLst>
          </p:cNvPr>
          <p:cNvSpPr>
            <a:spLocks xmlns:a="http://schemas.openxmlformats.org/drawingml/2006/main" noGrp="1"/>
          </p:cNvSpPr>
          <p:nvPr/>
        </p:nvSpPr>
        <p:spPr>
          <a:xfrm xmlns:a="http://schemas.openxmlformats.org/drawingml/2006/main">
            <a:off x="982980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Drive motors turn</a:t>
            </a:r>
          </a:p>
        </p:txBody>
      </p:sp>
      <p:sp>
        <p:nvSpPr>
          <p:cNvPr id="34" name="">
            <a:extLst xmlns:a="http://schemas.openxmlformats.org/drawingml/2006/main">
              <a:ext uri="{FF2B5EF4-FFF2-40B4-BE49-F238E27FC236}">
                <a16:creationId xmlns:a16="http://schemas.microsoft.com/office/drawing/2014/main" id="{E8C7157A-0577-459D-9D50-8B45660EEFD8}"/>
              </a:ext>
            </a:extLst>
          </p:cNvPr>
          <p:cNvSpPr>
            <a:spLocks xmlns:a="http://schemas.openxmlformats.org/drawingml/2006/main" noGrp="1"/>
          </p:cNvSpPr>
          <p:nvPr/>
        </p:nvSpPr>
        <p:spPr>
          <a:xfrm xmlns:a="http://schemas.openxmlformats.org/drawingml/2006/main">
            <a:off x="609600" y="4762500"/>
            <a:ext cx="10591800" cy="762000"/>
          </a:xfrm>
          <a:prstGeom xmlns:a="http://schemas.openxmlformats.org/drawingml/2006/main" prst="roundRect">
            <a:avLst>
              <a:gd name="adj" fmla="val 15000"/>
            </a:avLst>
          </a:prstGeom>
          <a:solidFill xmlns:a="http://schemas.openxmlformats.org/drawingml/2006/main">
            <a:srgbClr val="162941"/>
          </a:solidFill>
          <a:ln xmlns:a="http://schemas.openxmlformats.org/drawingml/2006/main" w="9525">
            <a:solidFill>
              <a:srgbClr val="2D425B"/>
            </a:solidFill>
            <a:prstDash val="solid"/>
          </a:ln>
        </p:spPr>
      </p:sp>
      <p:sp>
        <p:nvSpPr>
          <p:cNvPr id="35" name="">
            <a:extLst xmlns:a="http://schemas.openxmlformats.org/drawingml/2006/main">
              <a:ext uri="{FF2B5EF4-FFF2-40B4-BE49-F238E27FC236}">
                <a16:creationId xmlns:a16="http://schemas.microsoft.com/office/drawing/2014/main" id="{EBC3A10D-40C8-4B70-83E3-681A024DA5B9}"/>
              </a:ext>
            </a:extLst>
          </p:cNvPr>
          <p:cNvSpPr>
            <a:spLocks xmlns:a="http://schemas.openxmlformats.org/drawingml/2006/main" noGrp="1"/>
          </p:cNvSpPr>
          <p:nvPr/>
        </p:nvSpPr>
        <p:spPr>
          <a:xfrm xmlns:a="http://schemas.openxmlformats.org/drawingml/2006/main">
            <a:off x="819150" y="4953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FB64D"/>
                </a:solidFill>
                <a:latin typeface="Aptos"/>
                <a:ea typeface="Aptos"/>
                <a:cs typeface="Aptos"/>
              </a:defRPr>
            </a:pPr>
            <a:r>
              <a:rPr sz="1425" b="1">
                <a:solidFill>
                  <a:srgbClr val="FFB64D"/>
                </a:solidFill>
                <a:latin typeface="Aptos"/>
                <a:ea typeface="Aptos"/>
                <a:cs typeface="Aptos"/>
              </a:rPr>
              <a:t>Continuous</a:t>
            </a:r>
          </a:p>
        </p:txBody>
      </p:sp>
      <p:sp>
        <p:nvSpPr>
          <p:cNvPr id="36" name="">
            <a:extLst xmlns:a="http://schemas.openxmlformats.org/drawingml/2006/main">
              <a:ext uri="{FF2B5EF4-FFF2-40B4-BE49-F238E27FC236}">
                <a16:creationId xmlns:a16="http://schemas.microsoft.com/office/drawing/2014/main" id="{A772393D-8772-44A6-A01A-B98F1C5AB6D8}"/>
              </a:ext>
            </a:extLst>
          </p:cNvPr>
          <p:cNvSpPr>
            <a:spLocks xmlns:a="http://schemas.openxmlformats.org/drawingml/2006/main" noGrp="1"/>
          </p:cNvSpPr>
          <p:nvPr/>
        </p:nvSpPr>
        <p:spPr>
          <a:xfrm xmlns:a="http://schemas.openxmlformats.org/drawingml/2006/main">
            <a:off x="1962150" y="49339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No requirement conflict -&gt; default command stays scheduled -&gt; execute() repeats next iteration</a:t>
            </a:r>
          </a:p>
        </p:txBody>
      </p:sp>
      <p:sp>
        <p:nvSpPr>
          <p:cNvPr id="37" name="footer-left">
            <a:extLst xmlns:a="http://schemas.openxmlformats.org/drawingml/2006/main">
              <a:ext uri="{FF2B5EF4-FFF2-40B4-BE49-F238E27FC236}">
                <a16:creationId xmlns:a16="http://schemas.microsoft.com/office/drawing/2014/main" id="{372CA0D6-30ED-4698-94C3-0DC0179BFF21}"/>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38" name="footer-number">
            <a:extLst xmlns:a="http://schemas.openxmlformats.org/drawingml/2006/main">
              <a:ext uri="{FF2B5EF4-FFF2-40B4-BE49-F238E27FC236}">
                <a16:creationId xmlns:a16="http://schemas.microsoft.com/office/drawing/2014/main" id="{D1D7236B-C0F9-44FF-B172-925F775E824E}"/>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16</a:t>
            </a:r>
          </a:p>
        </p:txBody>
      </p:sp>
    </p:spTree>
    <p:extLst>
      <p:ext uri="{BB962C8B-B14F-4D97-AF65-F5344CB8AC3E}">
        <p14:creationId xmlns:p14="http://schemas.microsoft.com/office/powerpoint/2010/main" val="1367950357"/>
      </p:ext>
    </p:extLst>
  </p:cSld>
</p:sld>
</file>

<file path=ppt/slides/slide17.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39" name="section-label">
            <a:extLst xmlns:a="http://schemas.openxmlformats.org/drawingml/2006/main">
              <a:ext uri="{FF2B5EF4-FFF2-40B4-BE49-F238E27FC236}">
                <a16:creationId xmlns:a16="http://schemas.microsoft.com/office/drawing/2014/main" id="{F4E8EAE9-13C5-4B74-8136-7FAECFB00053}"/>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EF78FB1B-F911-435C-ABF8-8FCC994E4DA6}"/>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Operator A reaches the belt motor through six explicit steps</a:t>
            </a:r>
          </a:p>
        </p:txBody>
      </p:sp>
      <p:sp>
        <p:nvSpPr>
          <p:cNvPr id="3" name="slide-subtitle">
            <a:extLst xmlns:a="http://schemas.openxmlformats.org/drawingml/2006/main">
              <a:ext uri="{FF2B5EF4-FFF2-40B4-BE49-F238E27FC236}">
                <a16:creationId xmlns:a16="http://schemas.microsoft.com/office/drawing/2014/main" id="{0E68879B-17A3-4D45-A2BE-700E7A711499}"/>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The software path stays the same when the motor-controller connection changes.</a:t>
            </a:r>
          </a:p>
        </p:txBody>
      </p:sp>
      <p:sp>
        <p:nvSpPr>
          <p:cNvPr id="4" name="title-rule">
            <a:extLst xmlns:a="http://schemas.openxmlformats.org/drawingml/2006/main">
              <a:ext uri="{FF2B5EF4-FFF2-40B4-BE49-F238E27FC236}">
                <a16:creationId xmlns:a16="http://schemas.microsoft.com/office/drawing/2014/main" id="{B417F015-FF77-4362-B02C-5E5FAD220904}"/>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signal-0">
            <a:extLst xmlns:a="http://schemas.openxmlformats.org/drawingml/2006/main">
              <a:ext uri="{FF2B5EF4-FFF2-40B4-BE49-F238E27FC236}">
                <a16:creationId xmlns:a16="http://schemas.microsoft.com/office/drawing/2014/main" id="{E90E4718-EC8D-4FDA-9927-83753EECC56E}"/>
              </a:ext>
            </a:extLst>
          </p:cNvPr>
          <p:cNvSpPr>
            <a:spLocks xmlns:a="http://schemas.openxmlformats.org/drawingml/2006/main" noGrp="1"/>
          </p:cNvSpPr>
          <p:nvPr/>
        </p:nvSpPr>
        <p:spPr>
          <a:xfrm xmlns:a="http://schemas.openxmlformats.org/drawingml/2006/main">
            <a:off x="60960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FFB64D"/>
            </a:solidFill>
            <a:prstDash val="solid"/>
          </a:ln>
        </p:spPr>
      </p:sp>
      <p:sp>
        <p:nvSpPr>
          <p:cNvPr id="6" name="signal-1">
            <a:extLst xmlns:a="http://schemas.openxmlformats.org/drawingml/2006/main">
              <a:ext uri="{FF2B5EF4-FFF2-40B4-BE49-F238E27FC236}">
                <a16:creationId xmlns:a16="http://schemas.microsoft.com/office/drawing/2014/main" id="{50AB8F99-0978-4B26-B491-32EF18933422}"/>
              </a:ext>
            </a:extLst>
          </p:cNvPr>
          <p:cNvSpPr>
            <a:spLocks xmlns:a="http://schemas.openxmlformats.org/drawingml/2006/main" noGrp="1"/>
          </p:cNvSpPr>
          <p:nvPr/>
        </p:nvSpPr>
        <p:spPr>
          <a:xfrm xmlns:a="http://schemas.openxmlformats.org/drawingml/2006/main">
            <a:off x="241935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7" name="signal-2">
            <a:extLst xmlns:a="http://schemas.openxmlformats.org/drawingml/2006/main">
              <a:ext uri="{FF2B5EF4-FFF2-40B4-BE49-F238E27FC236}">
                <a16:creationId xmlns:a16="http://schemas.microsoft.com/office/drawing/2014/main" id="{EAA20C9B-8E87-4492-ABEB-A0AD3E2EF835}"/>
              </a:ext>
            </a:extLst>
          </p:cNvPr>
          <p:cNvSpPr>
            <a:spLocks xmlns:a="http://schemas.openxmlformats.org/drawingml/2006/main" noGrp="1"/>
          </p:cNvSpPr>
          <p:nvPr/>
        </p:nvSpPr>
        <p:spPr>
          <a:xfrm xmlns:a="http://schemas.openxmlformats.org/drawingml/2006/main">
            <a:off x="422910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8" name="signal-3">
            <a:extLst xmlns:a="http://schemas.openxmlformats.org/drawingml/2006/main">
              <a:ext uri="{FF2B5EF4-FFF2-40B4-BE49-F238E27FC236}">
                <a16:creationId xmlns:a16="http://schemas.microsoft.com/office/drawing/2014/main" id="{B72E2251-8288-4329-B092-913222EFC0C3}"/>
              </a:ext>
            </a:extLst>
          </p:cNvPr>
          <p:cNvSpPr>
            <a:spLocks xmlns:a="http://schemas.openxmlformats.org/drawingml/2006/main" noGrp="1"/>
          </p:cNvSpPr>
          <p:nvPr/>
        </p:nvSpPr>
        <p:spPr>
          <a:xfrm xmlns:a="http://schemas.openxmlformats.org/drawingml/2006/main">
            <a:off x="603885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9" name="signal-4">
            <a:extLst xmlns:a="http://schemas.openxmlformats.org/drawingml/2006/main">
              <a:ext uri="{FF2B5EF4-FFF2-40B4-BE49-F238E27FC236}">
                <a16:creationId xmlns:a16="http://schemas.microsoft.com/office/drawing/2014/main" id="{D8D4C14E-3971-41A1-AE04-4F09062EAED5}"/>
              </a:ext>
            </a:extLst>
          </p:cNvPr>
          <p:cNvSpPr>
            <a:spLocks xmlns:a="http://schemas.openxmlformats.org/drawingml/2006/main" noGrp="1"/>
          </p:cNvSpPr>
          <p:nvPr/>
        </p:nvSpPr>
        <p:spPr>
          <a:xfrm xmlns:a="http://schemas.openxmlformats.org/drawingml/2006/main">
            <a:off x="784860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42C6FF"/>
            </a:solidFill>
            <a:prstDash val="solid"/>
          </a:ln>
        </p:spPr>
      </p:sp>
      <p:sp>
        <p:nvSpPr>
          <p:cNvPr id="10" name="signal-5">
            <a:extLst xmlns:a="http://schemas.openxmlformats.org/drawingml/2006/main">
              <a:ext uri="{FF2B5EF4-FFF2-40B4-BE49-F238E27FC236}">
                <a16:creationId xmlns:a16="http://schemas.microsoft.com/office/drawing/2014/main" id="{EADC7288-97AF-4892-AF49-B40152EB42D6}"/>
              </a:ext>
            </a:extLst>
          </p:cNvPr>
          <p:cNvSpPr>
            <a:spLocks xmlns:a="http://schemas.openxmlformats.org/drawingml/2006/main" noGrp="1"/>
          </p:cNvSpPr>
          <p:nvPr/>
        </p:nvSpPr>
        <p:spPr>
          <a:xfrm xmlns:a="http://schemas.openxmlformats.org/drawingml/2006/main">
            <a:off x="9658350" y="2324100"/>
            <a:ext cx="1543050" cy="1866900"/>
          </a:xfrm>
          <a:prstGeom xmlns:a="http://schemas.openxmlformats.org/drawingml/2006/main" prst="roundRect">
            <a:avLst>
              <a:gd name="adj" fmla="val 8642"/>
            </a:avLst>
          </a:prstGeom>
          <a:solidFill xmlns:a="http://schemas.openxmlformats.org/drawingml/2006/main">
            <a:srgbClr val="101E31"/>
          </a:solidFill>
          <a:ln xmlns:a="http://schemas.openxmlformats.org/drawingml/2006/main" w="9525">
            <a:solidFill>
              <a:srgbClr val="62D48A"/>
            </a:solidFill>
            <a:prstDash val="solid"/>
          </a:ln>
        </p:spPr>
      </p:sp>
      <p:cxnSp>
        <p:nvCxnSpPr>
          <p:cNvPr id="199" name=""/>
          <p:cNvCxnSpPr>
            <a:stCxn xmlns:a="http://schemas.openxmlformats.org/drawingml/2006/main" id="5" idx="3"/>
            <a:endCxn xmlns:a="http://schemas.openxmlformats.org/drawingml/2006/main" id="6" idx="1"/>
          </p:cNvCxnSpPr>
          <p:nvPr/>
        </p:nvCxnSpPr>
        <p:spPr>
          <a:xfrm xmlns:a="http://schemas.openxmlformats.org/drawingml/2006/main">
            <a:off x="215265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200" name=""/>
          <p:cNvCxnSpPr>
            <a:stCxn xmlns:a="http://schemas.openxmlformats.org/drawingml/2006/main" id="6" idx="3"/>
            <a:endCxn xmlns:a="http://schemas.openxmlformats.org/drawingml/2006/main" id="7" idx="1"/>
          </p:cNvCxnSpPr>
          <p:nvPr/>
        </p:nvCxnSpPr>
        <p:spPr>
          <a:xfrm xmlns:a="http://schemas.openxmlformats.org/drawingml/2006/main">
            <a:off x="396240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201" name=""/>
          <p:cNvCxnSpPr>
            <a:stCxn xmlns:a="http://schemas.openxmlformats.org/drawingml/2006/main" id="7" idx="3"/>
            <a:endCxn xmlns:a="http://schemas.openxmlformats.org/drawingml/2006/main" id="8" idx="1"/>
          </p:cNvCxnSpPr>
          <p:nvPr/>
        </p:nvCxnSpPr>
        <p:spPr>
          <a:xfrm xmlns:a="http://schemas.openxmlformats.org/drawingml/2006/main">
            <a:off x="577215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202" name=""/>
          <p:cNvCxnSpPr>
            <a:stCxn xmlns:a="http://schemas.openxmlformats.org/drawingml/2006/main" id="8" idx="3"/>
            <a:endCxn xmlns:a="http://schemas.openxmlformats.org/drawingml/2006/main" id="9" idx="1"/>
          </p:cNvCxnSpPr>
          <p:nvPr/>
        </p:nvCxnSpPr>
        <p:spPr>
          <a:xfrm xmlns:a="http://schemas.openxmlformats.org/drawingml/2006/main">
            <a:off x="758190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cxnSp>
        <p:nvCxnSpPr>
          <p:cNvPr id="203" name=""/>
          <p:cNvCxnSpPr>
            <a:stCxn xmlns:a="http://schemas.openxmlformats.org/drawingml/2006/main" id="9" idx="3"/>
            <a:endCxn xmlns:a="http://schemas.openxmlformats.org/drawingml/2006/main" id="10" idx="1"/>
          </p:cNvCxnSpPr>
          <p:nvPr/>
        </p:nvCxnSpPr>
        <p:spPr>
          <a:xfrm xmlns:a="http://schemas.openxmlformats.org/drawingml/2006/main">
            <a:off x="9391650" y="3257550"/>
            <a:ext cx="266700" cy="0"/>
          </a:xfrm>
          <a:prstGeom xmlns:a="http://schemas.openxmlformats.org/drawingml/2006/main" prst="straightConnector1">
            <a:avLst/>
          </a:prstGeom>
          <a:ln xmlns:a="http://schemas.openxmlformats.org/drawingml/2006/main" w="19050">
            <a:solidFill>
              <a:srgbClr val="5E7188"/>
            </a:solidFill>
            <a:prstDash val="solid"/>
            <a:tailEnd type="arrow" w="sm" len="sm"/>
          </a:ln>
        </p:spPr>
      </p:cxnSp>
      <p:sp>
        <p:nvSpPr>
          <p:cNvPr id="16" name="">
            <a:extLst xmlns:a="http://schemas.openxmlformats.org/drawingml/2006/main">
              <a:ext uri="{FF2B5EF4-FFF2-40B4-BE49-F238E27FC236}">
                <a16:creationId xmlns:a16="http://schemas.microsoft.com/office/drawing/2014/main" id="{E272A7B5-FFE0-486F-B62B-4943B5B2089F}"/>
              </a:ext>
            </a:extLst>
          </p:cNvPr>
          <p:cNvSpPr>
            <a:spLocks xmlns:a="http://schemas.openxmlformats.org/drawingml/2006/main" noGrp="1"/>
          </p:cNvSpPr>
          <p:nvPr/>
        </p:nvSpPr>
        <p:spPr>
          <a:xfrm xmlns:a="http://schemas.openxmlformats.org/drawingml/2006/main">
            <a:off x="78105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FFB64D"/>
                </a:solidFill>
                <a:latin typeface="Aptos"/>
                <a:ea typeface="Aptos"/>
                <a:cs typeface="Aptos"/>
              </a:defRPr>
            </a:pPr>
            <a:r>
              <a:rPr sz="1500" b="1">
                <a:solidFill>
                  <a:srgbClr val="FFB64D"/>
                </a:solidFill>
                <a:latin typeface="Aptos"/>
                <a:ea typeface="Aptos"/>
                <a:cs typeface="Aptos"/>
              </a:rPr>
              <a:t>1</a:t>
            </a:r>
          </a:p>
        </p:txBody>
      </p:sp>
      <p:sp>
        <p:nvSpPr>
          <p:cNvPr id="17" name="">
            <a:extLst xmlns:a="http://schemas.openxmlformats.org/drawingml/2006/main">
              <a:ext uri="{FF2B5EF4-FFF2-40B4-BE49-F238E27FC236}">
                <a16:creationId xmlns:a16="http://schemas.microsoft.com/office/drawing/2014/main" id="{D4C18DDA-1958-4888-A093-4F230DACEAEB}"/>
              </a:ext>
            </a:extLst>
          </p:cNvPr>
          <p:cNvSpPr>
            <a:spLocks xmlns:a="http://schemas.openxmlformats.org/drawingml/2006/main" noGrp="1"/>
          </p:cNvSpPr>
          <p:nvPr/>
        </p:nvSpPr>
        <p:spPr>
          <a:xfrm xmlns:a="http://schemas.openxmlformats.org/drawingml/2006/main">
            <a:off x="78105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Operator Xbox</a:t>
            </a:r>
          </a:p>
        </p:txBody>
      </p:sp>
      <p:sp>
        <p:nvSpPr>
          <p:cNvPr id="18" name="">
            <a:extLst xmlns:a="http://schemas.openxmlformats.org/drawingml/2006/main">
              <a:ext uri="{FF2B5EF4-FFF2-40B4-BE49-F238E27FC236}">
                <a16:creationId xmlns:a16="http://schemas.microsoft.com/office/drawing/2014/main" id="{7FE2DA2D-3096-49D1-855A-BEAF94E9985F}"/>
              </a:ext>
            </a:extLst>
          </p:cNvPr>
          <p:cNvSpPr>
            <a:spLocks xmlns:a="http://schemas.openxmlformats.org/drawingml/2006/main" noGrp="1"/>
          </p:cNvSpPr>
          <p:nvPr/>
        </p:nvSpPr>
        <p:spPr>
          <a:xfrm xmlns:a="http://schemas.openxmlformats.org/drawingml/2006/main">
            <a:off x="78105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A becomes true</a:t>
            </a:r>
          </a:p>
        </p:txBody>
      </p:sp>
      <p:sp>
        <p:nvSpPr>
          <p:cNvPr id="19" name="">
            <a:extLst xmlns:a="http://schemas.openxmlformats.org/drawingml/2006/main">
              <a:ext uri="{FF2B5EF4-FFF2-40B4-BE49-F238E27FC236}">
                <a16:creationId xmlns:a16="http://schemas.microsoft.com/office/drawing/2014/main" id="{495947ED-16DF-4EF5-9E8D-CA67FE9EBCFF}"/>
              </a:ext>
            </a:extLst>
          </p:cNvPr>
          <p:cNvSpPr>
            <a:spLocks xmlns:a="http://schemas.openxmlformats.org/drawingml/2006/main" noGrp="1"/>
          </p:cNvSpPr>
          <p:nvPr/>
        </p:nvSpPr>
        <p:spPr>
          <a:xfrm xmlns:a="http://schemas.openxmlformats.org/drawingml/2006/main">
            <a:off x="259080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2</a:t>
            </a:r>
          </a:p>
        </p:txBody>
      </p:sp>
      <p:sp>
        <p:nvSpPr>
          <p:cNvPr id="20" name="">
            <a:extLst xmlns:a="http://schemas.openxmlformats.org/drawingml/2006/main">
              <a:ext uri="{FF2B5EF4-FFF2-40B4-BE49-F238E27FC236}">
                <a16:creationId xmlns:a16="http://schemas.microsoft.com/office/drawing/2014/main" id="{C43AC0C8-4B62-4A4A-94D6-B882543D0A77}"/>
              </a:ext>
            </a:extLst>
          </p:cNvPr>
          <p:cNvSpPr>
            <a:spLocks xmlns:a="http://schemas.openxmlformats.org/drawingml/2006/main" noGrp="1"/>
          </p:cNvSpPr>
          <p:nvPr/>
        </p:nvSpPr>
        <p:spPr>
          <a:xfrm xmlns:a="http://schemas.openxmlformats.org/drawingml/2006/main">
            <a:off x="259080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Trigger</a:t>
            </a:r>
          </a:p>
        </p:txBody>
      </p:sp>
      <p:sp>
        <p:nvSpPr>
          <p:cNvPr id="21" name="">
            <a:extLst xmlns:a="http://schemas.openxmlformats.org/drawingml/2006/main">
              <a:ext uri="{FF2B5EF4-FFF2-40B4-BE49-F238E27FC236}">
                <a16:creationId xmlns:a16="http://schemas.microsoft.com/office/drawing/2014/main" id="{C877B55D-A460-429A-B8F5-DA1740E0A754}"/>
              </a:ext>
            </a:extLst>
          </p:cNvPr>
          <p:cNvSpPr>
            <a:spLocks xmlns:a="http://schemas.openxmlformats.org/drawingml/2006/main" noGrp="1"/>
          </p:cNvSpPr>
          <p:nvPr/>
        </p:nvSpPr>
        <p:spPr>
          <a:xfrm xmlns:a="http://schemas.openxmlformats.org/drawingml/2006/main">
            <a:off x="259080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whileTrue schedules</a:t>
            </a:r>
          </a:p>
        </p:txBody>
      </p:sp>
      <p:sp>
        <p:nvSpPr>
          <p:cNvPr id="22" name="">
            <a:extLst xmlns:a="http://schemas.openxmlformats.org/drawingml/2006/main">
              <a:ext uri="{FF2B5EF4-FFF2-40B4-BE49-F238E27FC236}">
                <a16:creationId xmlns:a16="http://schemas.microsoft.com/office/drawing/2014/main" id="{22631DD9-034C-432F-A4AD-6D9F7F73E978}"/>
              </a:ext>
            </a:extLst>
          </p:cNvPr>
          <p:cNvSpPr>
            <a:spLocks xmlns:a="http://schemas.openxmlformats.org/drawingml/2006/main" noGrp="1"/>
          </p:cNvSpPr>
          <p:nvPr/>
        </p:nvSpPr>
        <p:spPr>
          <a:xfrm xmlns:a="http://schemas.openxmlformats.org/drawingml/2006/main">
            <a:off x="440055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3</a:t>
            </a:r>
          </a:p>
        </p:txBody>
      </p:sp>
      <p:sp>
        <p:nvSpPr>
          <p:cNvPr id="23" name="">
            <a:extLst xmlns:a="http://schemas.openxmlformats.org/drawingml/2006/main">
              <a:ext uri="{FF2B5EF4-FFF2-40B4-BE49-F238E27FC236}">
                <a16:creationId xmlns:a16="http://schemas.microsoft.com/office/drawing/2014/main" id="{BF2B9286-3E55-4ABE-93F5-B4E3DA130238}"/>
              </a:ext>
            </a:extLst>
          </p:cNvPr>
          <p:cNvSpPr>
            <a:spLocks xmlns:a="http://schemas.openxmlformats.org/drawingml/2006/main" noGrp="1"/>
          </p:cNvSpPr>
          <p:nvPr/>
        </p:nvSpPr>
        <p:spPr>
          <a:xfrm xmlns:a="http://schemas.openxmlformats.org/drawingml/2006/main">
            <a:off x="440055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Scheduler</a:t>
            </a:r>
          </a:p>
        </p:txBody>
      </p:sp>
      <p:sp>
        <p:nvSpPr>
          <p:cNvPr id="24" name="">
            <a:extLst xmlns:a="http://schemas.openxmlformats.org/drawingml/2006/main">
              <a:ext uri="{FF2B5EF4-FFF2-40B4-BE49-F238E27FC236}">
                <a16:creationId xmlns:a16="http://schemas.microsoft.com/office/drawing/2014/main" id="{6E047B10-3CEE-4518-8F52-E0668DD99D25}"/>
              </a:ext>
            </a:extLst>
          </p:cNvPr>
          <p:cNvSpPr>
            <a:spLocks xmlns:a="http://schemas.openxmlformats.org/drawingml/2006/main" noGrp="1"/>
          </p:cNvSpPr>
          <p:nvPr/>
        </p:nvSpPr>
        <p:spPr>
          <a:xfrm xmlns:a="http://schemas.openxmlformats.org/drawingml/2006/main">
            <a:off x="440055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Checks requirements</a:t>
            </a:r>
          </a:p>
        </p:txBody>
      </p:sp>
      <p:sp>
        <p:nvSpPr>
          <p:cNvPr id="25" name="">
            <a:extLst xmlns:a="http://schemas.openxmlformats.org/drawingml/2006/main">
              <a:ext uri="{FF2B5EF4-FFF2-40B4-BE49-F238E27FC236}">
                <a16:creationId xmlns:a16="http://schemas.microsoft.com/office/drawing/2014/main" id="{9B7F06DB-955C-4868-A478-618B95922EC5}"/>
              </a:ext>
            </a:extLst>
          </p:cNvPr>
          <p:cNvSpPr>
            <a:spLocks xmlns:a="http://schemas.openxmlformats.org/drawingml/2006/main" noGrp="1"/>
          </p:cNvSpPr>
          <p:nvPr/>
        </p:nvSpPr>
        <p:spPr>
          <a:xfrm xmlns:a="http://schemas.openxmlformats.org/drawingml/2006/main">
            <a:off x="621030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4</a:t>
            </a:r>
          </a:p>
        </p:txBody>
      </p:sp>
      <p:sp>
        <p:nvSpPr>
          <p:cNvPr id="26" name="">
            <a:extLst xmlns:a="http://schemas.openxmlformats.org/drawingml/2006/main">
              <a:ext uri="{FF2B5EF4-FFF2-40B4-BE49-F238E27FC236}">
                <a16:creationId xmlns:a16="http://schemas.microsoft.com/office/drawing/2014/main" id="{3E90D2CB-2E1F-4D3F-B321-CE96C3235E38}"/>
              </a:ext>
            </a:extLst>
          </p:cNvPr>
          <p:cNvSpPr>
            <a:spLocks xmlns:a="http://schemas.openxmlformats.org/drawingml/2006/main" noGrp="1"/>
          </p:cNvSpPr>
          <p:nvPr/>
        </p:nvSpPr>
        <p:spPr>
          <a:xfrm xmlns:a="http://schemas.openxmlformats.org/drawingml/2006/main">
            <a:off x="621030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Command</a:t>
            </a:r>
          </a:p>
        </p:txBody>
      </p:sp>
      <p:sp>
        <p:nvSpPr>
          <p:cNvPr id="27" name="">
            <a:extLst xmlns:a="http://schemas.openxmlformats.org/drawingml/2006/main">
              <a:ext uri="{FF2B5EF4-FFF2-40B4-BE49-F238E27FC236}">
                <a16:creationId xmlns:a16="http://schemas.microsoft.com/office/drawing/2014/main" id="{1726BE99-584D-4F65-B3EF-65677FB457DF}"/>
              </a:ext>
            </a:extLst>
          </p:cNvPr>
          <p:cNvSpPr>
            <a:spLocks xmlns:a="http://schemas.openxmlformats.org/drawingml/2006/main" noGrp="1"/>
          </p:cNvSpPr>
          <p:nvPr/>
        </p:nvSpPr>
        <p:spPr>
          <a:xfrm xmlns:a="http://schemas.openxmlformats.org/drawingml/2006/main">
            <a:off x="621030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execute() runs</a:t>
            </a:r>
          </a:p>
        </p:txBody>
      </p:sp>
      <p:sp>
        <p:nvSpPr>
          <p:cNvPr id="28" name="">
            <a:extLst xmlns:a="http://schemas.openxmlformats.org/drawingml/2006/main">
              <a:ext uri="{FF2B5EF4-FFF2-40B4-BE49-F238E27FC236}">
                <a16:creationId xmlns:a16="http://schemas.microsoft.com/office/drawing/2014/main" id="{33899B91-F3A6-4B99-A1C5-79417C0AC4B0}"/>
              </a:ext>
            </a:extLst>
          </p:cNvPr>
          <p:cNvSpPr>
            <a:spLocks xmlns:a="http://schemas.openxmlformats.org/drawingml/2006/main" noGrp="1"/>
          </p:cNvSpPr>
          <p:nvPr/>
        </p:nvSpPr>
        <p:spPr>
          <a:xfrm xmlns:a="http://schemas.openxmlformats.org/drawingml/2006/main">
            <a:off x="802005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42C6FF"/>
                </a:solidFill>
                <a:latin typeface="Aptos"/>
                <a:ea typeface="Aptos"/>
                <a:cs typeface="Aptos"/>
              </a:defRPr>
            </a:pPr>
            <a:r>
              <a:rPr sz="1500" b="1">
                <a:solidFill>
                  <a:srgbClr val="42C6FF"/>
                </a:solidFill>
                <a:latin typeface="Aptos"/>
                <a:ea typeface="Aptos"/>
                <a:cs typeface="Aptos"/>
              </a:rPr>
              <a:t>5</a:t>
            </a:r>
          </a:p>
        </p:txBody>
      </p:sp>
      <p:sp>
        <p:nvSpPr>
          <p:cNvPr id="29" name="">
            <a:extLst xmlns:a="http://schemas.openxmlformats.org/drawingml/2006/main">
              <a:ext uri="{FF2B5EF4-FFF2-40B4-BE49-F238E27FC236}">
                <a16:creationId xmlns:a16="http://schemas.microsoft.com/office/drawing/2014/main" id="{02BF2F66-2A25-41AE-A82E-BEE1CC696D3E}"/>
              </a:ext>
            </a:extLst>
          </p:cNvPr>
          <p:cNvSpPr>
            <a:spLocks xmlns:a="http://schemas.openxmlformats.org/drawingml/2006/main" noGrp="1"/>
          </p:cNvSpPr>
          <p:nvPr/>
        </p:nvSpPr>
        <p:spPr>
          <a:xfrm xmlns:a="http://schemas.openxmlformats.org/drawingml/2006/main">
            <a:off x="802005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Subsystem</a:t>
            </a:r>
          </a:p>
        </p:txBody>
      </p:sp>
      <p:sp>
        <p:nvSpPr>
          <p:cNvPr id="30" name="">
            <a:extLst xmlns:a="http://schemas.openxmlformats.org/drawingml/2006/main">
              <a:ext uri="{FF2B5EF4-FFF2-40B4-BE49-F238E27FC236}">
                <a16:creationId xmlns:a16="http://schemas.microsoft.com/office/drawing/2014/main" id="{03214C94-7CED-49BC-9886-C7C5481FAD8A}"/>
              </a:ext>
            </a:extLst>
          </p:cNvPr>
          <p:cNvSpPr>
            <a:spLocks xmlns:a="http://schemas.openxmlformats.org/drawingml/2006/main" noGrp="1"/>
          </p:cNvSpPr>
          <p:nvPr/>
        </p:nvSpPr>
        <p:spPr>
          <a:xfrm xmlns:a="http://schemas.openxmlformats.org/drawingml/2006/main">
            <a:off x="802005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run(+1.0)</a:t>
            </a:r>
          </a:p>
        </p:txBody>
      </p:sp>
      <p:sp>
        <p:nvSpPr>
          <p:cNvPr id="31" name="">
            <a:extLst xmlns:a="http://schemas.openxmlformats.org/drawingml/2006/main">
              <a:ext uri="{FF2B5EF4-FFF2-40B4-BE49-F238E27FC236}">
                <a16:creationId xmlns:a16="http://schemas.microsoft.com/office/drawing/2014/main" id="{A6474C8F-D5EF-4986-8F5A-A9F7E8FDA857}"/>
              </a:ext>
            </a:extLst>
          </p:cNvPr>
          <p:cNvSpPr>
            <a:spLocks xmlns:a="http://schemas.openxmlformats.org/drawingml/2006/main" noGrp="1"/>
          </p:cNvSpPr>
          <p:nvPr/>
        </p:nvSpPr>
        <p:spPr>
          <a:xfrm xmlns:a="http://schemas.openxmlformats.org/drawingml/2006/main">
            <a:off x="9829800" y="25146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62D48A"/>
                </a:solidFill>
                <a:latin typeface="Aptos"/>
                <a:ea typeface="Aptos"/>
                <a:cs typeface="Aptos"/>
              </a:defRPr>
            </a:pPr>
            <a:r>
              <a:rPr sz="1500" b="1">
                <a:solidFill>
                  <a:srgbClr val="62D48A"/>
                </a:solidFill>
                <a:latin typeface="Aptos"/>
                <a:ea typeface="Aptos"/>
                <a:cs typeface="Aptos"/>
              </a:rPr>
              <a:t>6</a:t>
            </a:r>
          </a:p>
        </p:txBody>
      </p:sp>
      <p:sp>
        <p:nvSpPr>
          <p:cNvPr id="32" name="">
            <a:extLst xmlns:a="http://schemas.openxmlformats.org/drawingml/2006/main">
              <a:ext uri="{FF2B5EF4-FFF2-40B4-BE49-F238E27FC236}">
                <a16:creationId xmlns:a16="http://schemas.microsoft.com/office/drawing/2014/main" id="{ED184F6C-693C-469B-893F-CC0161BCF1A9}"/>
              </a:ext>
            </a:extLst>
          </p:cNvPr>
          <p:cNvSpPr>
            <a:spLocks xmlns:a="http://schemas.openxmlformats.org/drawingml/2006/main" noGrp="1"/>
          </p:cNvSpPr>
          <p:nvPr/>
        </p:nvSpPr>
        <p:spPr>
          <a:xfrm xmlns:a="http://schemas.openxmlformats.org/drawingml/2006/main">
            <a:off x="9829800" y="29908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4F7FB"/>
                </a:solidFill>
                <a:latin typeface="Aptos"/>
                <a:ea typeface="Aptos"/>
                <a:cs typeface="Aptos"/>
              </a:defRPr>
            </a:pPr>
            <a:r>
              <a:rPr sz="1650" b="1">
                <a:solidFill>
                  <a:srgbClr val="F4F7FB"/>
                </a:solidFill>
                <a:latin typeface="Aptos"/>
                <a:ea typeface="Aptos"/>
                <a:cs typeface="Aptos"/>
              </a:rPr>
              <a:t>Motor controller</a:t>
            </a:r>
          </a:p>
        </p:txBody>
      </p:sp>
      <p:sp>
        <p:nvSpPr>
          <p:cNvPr id="33" name="">
            <a:extLst xmlns:a="http://schemas.openxmlformats.org/drawingml/2006/main">
              <a:ext uri="{FF2B5EF4-FFF2-40B4-BE49-F238E27FC236}">
                <a16:creationId xmlns:a16="http://schemas.microsoft.com/office/drawing/2014/main" id="{157B663E-DA99-4A15-9F04-0131F1F61FAE}"/>
              </a:ext>
            </a:extLst>
          </p:cNvPr>
          <p:cNvSpPr>
            <a:spLocks xmlns:a="http://schemas.openxmlformats.org/drawingml/2006/main" noGrp="1"/>
          </p:cNvSpPr>
          <p:nvPr/>
        </p:nvSpPr>
        <p:spPr>
          <a:xfrm xmlns:a="http://schemas.openxmlformats.org/drawingml/2006/main">
            <a:off x="9829800" y="35433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A9B8CA"/>
                </a:solidFill>
                <a:latin typeface="Aptos"/>
                <a:ea typeface="Aptos"/>
                <a:cs typeface="Aptos"/>
              </a:defRPr>
            </a:pPr>
            <a:r>
              <a:rPr sz="1200" b="0">
                <a:solidFill>
                  <a:srgbClr val="A9B8CA"/>
                </a:solidFill>
                <a:latin typeface="Aptos"/>
                <a:ea typeface="Aptos"/>
                <a:cs typeface="Aptos"/>
              </a:rPr>
              <a:t>Belt motor turns</a:t>
            </a:r>
          </a:p>
        </p:txBody>
      </p:sp>
      <p:sp>
        <p:nvSpPr>
          <p:cNvPr id="34" name="">
            <a:extLst xmlns:a="http://schemas.openxmlformats.org/drawingml/2006/main">
              <a:ext uri="{FF2B5EF4-FFF2-40B4-BE49-F238E27FC236}">
                <a16:creationId xmlns:a16="http://schemas.microsoft.com/office/drawing/2014/main" id="{E8C7157A-0577-459D-9D50-8B45660EEFD8}"/>
              </a:ext>
            </a:extLst>
          </p:cNvPr>
          <p:cNvSpPr>
            <a:spLocks xmlns:a="http://schemas.openxmlformats.org/drawingml/2006/main" noGrp="1"/>
          </p:cNvSpPr>
          <p:nvPr/>
        </p:nvSpPr>
        <p:spPr>
          <a:xfrm xmlns:a="http://schemas.openxmlformats.org/drawingml/2006/main">
            <a:off x="609600" y="4762500"/>
            <a:ext cx="10591800" cy="762000"/>
          </a:xfrm>
          <a:prstGeom xmlns:a="http://schemas.openxmlformats.org/drawingml/2006/main" prst="roundRect">
            <a:avLst>
              <a:gd name="adj" fmla="val 15000"/>
            </a:avLst>
          </a:prstGeom>
          <a:solidFill xmlns:a="http://schemas.openxmlformats.org/drawingml/2006/main">
            <a:srgbClr val="162941"/>
          </a:solidFill>
          <a:ln xmlns:a="http://schemas.openxmlformats.org/drawingml/2006/main" w="9525">
            <a:solidFill>
              <a:srgbClr val="2D425B"/>
            </a:solidFill>
            <a:prstDash val="solid"/>
          </a:ln>
        </p:spPr>
      </p:sp>
      <p:sp>
        <p:nvSpPr>
          <p:cNvPr id="35" name="">
            <a:extLst xmlns:a="http://schemas.openxmlformats.org/drawingml/2006/main">
              <a:ext uri="{FF2B5EF4-FFF2-40B4-BE49-F238E27FC236}">
                <a16:creationId xmlns:a16="http://schemas.microsoft.com/office/drawing/2014/main" id="{EBC3A10D-40C8-4B70-83E3-681A024DA5B9}"/>
              </a:ext>
            </a:extLst>
          </p:cNvPr>
          <p:cNvSpPr>
            <a:spLocks xmlns:a="http://schemas.openxmlformats.org/drawingml/2006/main" noGrp="1"/>
          </p:cNvSpPr>
          <p:nvPr/>
        </p:nvSpPr>
        <p:spPr>
          <a:xfrm xmlns:a="http://schemas.openxmlformats.org/drawingml/2006/main">
            <a:off x="819150" y="4953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1">
                <a:solidFill>
                  <a:srgbClr val="FFB64D"/>
                </a:solidFill>
                <a:latin typeface="Aptos"/>
                <a:ea typeface="Aptos"/>
                <a:cs typeface="Aptos"/>
              </a:defRPr>
            </a:pPr>
            <a:r>
              <a:rPr sz="1425" b="1">
                <a:solidFill>
                  <a:srgbClr val="FFB64D"/>
                </a:solidFill>
                <a:latin typeface="Aptos"/>
                <a:ea typeface="Aptos"/>
                <a:cs typeface="Aptos"/>
              </a:rPr>
              <a:t>Release</a:t>
            </a:r>
          </a:p>
        </p:txBody>
      </p:sp>
      <p:sp>
        <p:nvSpPr>
          <p:cNvPr id="36" name="">
            <a:extLst xmlns:a="http://schemas.openxmlformats.org/drawingml/2006/main">
              <a:ext uri="{FF2B5EF4-FFF2-40B4-BE49-F238E27FC236}">
                <a16:creationId xmlns:a16="http://schemas.microsoft.com/office/drawing/2014/main" id="{A772393D-8772-44A6-A01A-B98F1C5AB6D8}"/>
              </a:ext>
            </a:extLst>
          </p:cNvPr>
          <p:cNvSpPr>
            <a:spLocks xmlns:a="http://schemas.openxmlformats.org/drawingml/2006/main" noGrp="1"/>
          </p:cNvSpPr>
          <p:nvPr/>
        </p:nvSpPr>
        <p:spPr>
          <a:xfrm xmlns:a="http://schemas.openxmlformats.org/drawingml/2006/main">
            <a:off x="1962150" y="49339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F4F7FB"/>
                </a:solidFill>
                <a:latin typeface="Consolas"/>
                <a:ea typeface="Consolas"/>
                <a:cs typeface="Consolas"/>
              </a:defRPr>
            </a:pPr>
            <a:r>
              <a:rPr sz="1500" b="0">
                <a:solidFill>
                  <a:srgbClr val="F4F7FB"/>
                </a:solidFill>
                <a:latin typeface="Consolas"/>
                <a:ea typeface="Consolas"/>
                <a:cs typeface="Consolas"/>
              </a:rPr>
              <a:t>A false -&gt; cancel -&gt; end(true) -&gt; beltSubsystem.stop() -&gt; motor output becomes zero</a:t>
            </a:r>
          </a:p>
        </p:txBody>
      </p:sp>
      <p:sp>
        <p:nvSpPr>
          <p:cNvPr id="37" name="footer-left">
            <a:extLst xmlns:a="http://schemas.openxmlformats.org/drawingml/2006/main">
              <a:ext uri="{FF2B5EF4-FFF2-40B4-BE49-F238E27FC236}">
                <a16:creationId xmlns:a16="http://schemas.microsoft.com/office/drawing/2014/main" id="{372CA0D6-30ED-4698-94C3-0DC0179BFF21}"/>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38" name="footer-number">
            <a:extLst xmlns:a="http://schemas.openxmlformats.org/drawingml/2006/main">
              <a:ext uri="{FF2B5EF4-FFF2-40B4-BE49-F238E27FC236}">
                <a16:creationId xmlns:a16="http://schemas.microsoft.com/office/drawing/2014/main" id="{D1D7236B-C0F9-44FF-B172-925F775E824E}"/>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17</a:t>
            </a:r>
          </a:p>
        </p:txBody>
      </p:sp>
    </p:spTree>
    <p:extLst>
      <p:ext uri="{BB962C8B-B14F-4D97-AF65-F5344CB8AC3E}">
        <p14:creationId xmlns:p14="http://schemas.microsoft.com/office/powerpoint/2010/main" val="1367950357"/>
      </p:ext>
    </p:extLst>
  </p:cSld>
</p:sld>
</file>

<file path=ppt/slides/slide18.xml><?xml version="1.0" encoding="utf-8"?>
<p:sld xmlns:p="http://schemas.openxmlformats.org/presentationml/2006/main">
  <p:cSld>
    <p:bg>
      <p:bgPr>
        <a:solidFill xmlns:a="http://schemas.openxmlformats.org/drawingml/2006/main">
          <a:srgbClr val="08111F"/>
        </a:solidFill>
      </p:bgPr>
    </p:bg>
    <p:spTree>
      <p:nvGrpSpPr>
        <p:cNvPr id="1" name=""/>
        <p:cNvGrpSpPr/>
        <p:nvPr/>
      </p:nvGrpSpPr>
      <p:grpSpPr>
        <a:xfrm xmlns:a="http://schemas.openxmlformats.org/drawingml/2006/main"/>
      </p:grpSpPr>
      <p:sp>
        <p:nvSpPr>
          <p:cNvPr id="25" name="section-label">
            <a:extLst xmlns:a="http://schemas.openxmlformats.org/drawingml/2006/main">
              <a:ext uri="{FF2B5EF4-FFF2-40B4-BE49-F238E27FC236}">
                <a16:creationId xmlns:a16="http://schemas.microsoft.com/office/drawing/2014/main" id="{F8E905C3-6A65-483A-8FDC-E5D9FF26051F}"/>
              </a:ext>
            </a:extLst>
          </p:cNvPr>
          <p:cNvSpPr>
            <a:spLocks xmlns:a="http://schemas.openxmlformats.org/drawingml/2006/main" noGrp="1"/>
          </p:cNvSpPr>
          <p:nvPr/>
        </p:nvSpPr>
        <p:spPr>
          <a:xfrm xmlns:a="http://schemas.openxmlformats.org/drawingml/2006/main">
            <a:off x="609600" y="304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42C6FF"/>
                </a:solidFill>
                <a:latin typeface="Aptos"/>
                <a:ea typeface="Aptos"/>
                <a:cs typeface="Aptos"/>
              </a:defRPr>
            </a:pPr>
            <a:r>
              <a:rPr sz="1050" b="1">
                <a:solidFill>
                  <a:srgbClr val="42C6FF"/>
                </a:solidFill>
                <a:latin typeface="Aptos"/>
                <a:ea typeface="Aptos"/>
                <a:cs typeface="Aptos"/>
              </a:rPr>
              <a:t>4 · SOFTWARE CONTROL</a:t>
            </a:r>
          </a:p>
        </p:txBody>
      </p:sp>
      <p:sp>
        <p:nvSpPr>
          <p:cNvPr id="2" name="slide-title">
            <a:extLst xmlns:a="http://schemas.openxmlformats.org/drawingml/2006/main">
              <a:ext uri="{FF2B5EF4-FFF2-40B4-BE49-F238E27FC236}">
                <a16:creationId xmlns:a16="http://schemas.microsoft.com/office/drawing/2014/main" id="{242DE5D7-B9CB-48DA-8785-45EDEDAA329C}"/>
              </a:ext>
            </a:extLst>
          </p:cNvPr>
          <p:cNvSpPr>
            <a:spLocks xmlns:a="http://schemas.openxmlformats.org/drawingml/2006/main" noGrp="1"/>
          </p:cNvSpPr>
          <p:nvPr/>
        </p:nvSpPr>
        <p:spPr>
          <a:xfrm xmlns:a="http://schemas.openxmlformats.org/drawingml/2006/main">
            <a:off x="609600" y="533400"/>
            <a:ext cx="1076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625" b="1">
                <a:solidFill>
                  <a:srgbClr val="F4F7FB"/>
                </a:solidFill>
                <a:latin typeface="Aptos"/>
                <a:ea typeface="Aptos"/>
                <a:cs typeface="Aptos"/>
              </a:defRPr>
            </a:pPr>
            <a:r>
              <a:rPr sz="2625" b="1">
                <a:solidFill>
                  <a:srgbClr val="F4F7FB"/>
                </a:solidFill>
                <a:latin typeface="Aptos"/>
                <a:ea typeface="Aptos"/>
                <a:cs typeface="Aptos"/>
              </a:rPr>
              <a:t>Every robot action follows the same ownership path</a:t>
            </a:r>
          </a:p>
        </p:txBody>
      </p:sp>
      <p:sp>
        <p:nvSpPr>
          <p:cNvPr id="3" name="slide-subtitle">
            <a:extLst xmlns:a="http://schemas.openxmlformats.org/drawingml/2006/main">
              <a:ext uri="{FF2B5EF4-FFF2-40B4-BE49-F238E27FC236}">
                <a16:creationId xmlns:a16="http://schemas.microsoft.com/office/drawing/2014/main" id="{4E8D871E-690D-4CAF-BE31-729AC1CD57E1}"/>
              </a:ext>
            </a:extLst>
          </p:cNvPr>
          <p:cNvSpPr>
            <a:spLocks xmlns:a="http://schemas.openxmlformats.org/drawingml/2006/main" noGrp="1"/>
          </p:cNvSpPr>
          <p:nvPr/>
        </p:nvSpPr>
        <p:spPr>
          <a:xfrm xmlns:a="http://schemas.openxmlformats.org/drawingml/2006/main">
            <a:off x="609600" y="13335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A9B8CA"/>
                </a:solidFill>
                <a:latin typeface="Aptos"/>
                <a:ea typeface="Aptos"/>
                <a:cs typeface="Aptos"/>
              </a:defRPr>
            </a:pPr>
            <a:r>
              <a:rPr sz="1275" b="0">
                <a:solidFill>
                  <a:srgbClr val="A9B8CA"/>
                </a:solidFill>
                <a:latin typeface="Aptos"/>
                <a:ea typeface="Aptos"/>
                <a:cs typeface="Aptos"/>
              </a:rPr>
              <a:t>Start with the mechanism, then follow its subsystem, command, binding, and hardware object.</a:t>
            </a:r>
          </a:p>
        </p:txBody>
      </p:sp>
      <p:sp>
        <p:nvSpPr>
          <p:cNvPr id="4" name="title-rule">
            <a:extLst xmlns:a="http://schemas.openxmlformats.org/drawingml/2006/main">
              <a:ext uri="{FF2B5EF4-FFF2-40B4-BE49-F238E27FC236}">
                <a16:creationId xmlns:a16="http://schemas.microsoft.com/office/drawing/2014/main" id="{1A6BAAE3-9D18-4287-800D-2B53BC44F1BE}"/>
              </a:ext>
            </a:extLst>
          </p:cNvPr>
          <p:cNvSpPr>
            <a:spLocks xmlns:a="http://schemas.openxmlformats.org/drawingml/2006/main" noGrp="1"/>
          </p:cNvSpPr>
          <p:nvPr/>
        </p:nvSpPr>
        <p:spPr>
          <a:xfrm xmlns:a="http://schemas.openxmlformats.org/drawingml/2006/main">
            <a:off x="609600" y="1657350"/>
            <a:ext cx="10972800" cy="19050"/>
          </a:xfrm>
          <a:prstGeom xmlns:a="http://schemas.openxmlformats.org/drawingml/2006/main" prst="rect">
            <a:avLst/>
          </a:prstGeom>
          <a:solidFill xmlns:a="http://schemas.openxmlformats.org/drawingml/2006/main">
            <a:srgbClr val="2D425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7A0090B-1475-4C3B-8615-11BB01ABB0B0}"/>
              </a:ext>
            </a:extLst>
          </p:cNvPr>
          <p:cNvSpPr>
            <a:spLocks xmlns:a="http://schemas.openxmlformats.org/drawingml/2006/main" noGrp="1"/>
          </p:cNvSpPr>
          <p:nvPr/>
        </p:nvSpPr>
        <p:spPr>
          <a:xfrm xmlns:a="http://schemas.openxmlformats.org/drawingml/2006/main">
            <a:off x="762000" y="19431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950" b="1">
                <a:solidFill>
                  <a:srgbClr val="62D48A"/>
                </a:solidFill>
                <a:latin typeface="Aptos"/>
                <a:ea typeface="Aptos"/>
                <a:cs typeface="Aptos"/>
              </a:defRPr>
            </a:pPr>
            <a:r>
              <a:rPr sz="1950" b="1">
                <a:solidFill>
                  <a:srgbClr val="62D48A"/>
                </a:solidFill>
                <a:latin typeface="Aptos"/>
                <a:ea typeface="Aptos"/>
                <a:cs typeface="Aptos"/>
              </a:rPr>
              <a:t>1</a:t>
            </a:r>
          </a:p>
        </p:txBody>
      </p:sp>
      <p:sp>
        <p:nvSpPr>
          <p:cNvPr id="6" name="reading-step-0">
            <a:extLst xmlns:a="http://schemas.openxmlformats.org/drawingml/2006/main">
              <a:ext uri="{FF2B5EF4-FFF2-40B4-BE49-F238E27FC236}">
                <a16:creationId xmlns:a16="http://schemas.microsoft.com/office/drawing/2014/main" id="{A570236A-B06A-4B8C-84E0-2731C115F0FB}"/>
              </a:ext>
            </a:extLst>
          </p:cNvPr>
          <p:cNvSpPr>
            <a:spLocks xmlns:a="http://schemas.openxmlformats.org/drawingml/2006/main" noGrp="1"/>
          </p:cNvSpPr>
          <p:nvPr/>
        </p:nvSpPr>
        <p:spPr>
          <a:xfrm xmlns:a="http://schemas.openxmlformats.org/drawingml/2006/main">
            <a:off x="1428750" y="1809750"/>
            <a:ext cx="9525000" cy="742950"/>
          </a:xfrm>
          <a:prstGeom xmlns:a="http://schemas.openxmlformats.org/drawingml/2006/main" prst="roundRect">
            <a:avLst>
              <a:gd name="adj" fmla="val 15385"/>
            </a:avLst>
          </a:prstGeom>
          <a:solidFill xmlns:a="http://schemas.openxmlformats.org/drawingml/2006/main">
            <a:srgbClr val="101E31"/>
          </a:solidFill>
          <a:ln xmlns:a="http://schemas.openxmlformats.org/drawingml/2006/main" w="9525">
            <a:solidFill>
              <a:srgbClr val="62D48A"/>
            </a:solidFill>
            <a:prstDash val="solid"/>
          </a:ln>
        </p:spPr>
      </p:sp>
      <p:sp>
        <p:nvSpPr>
          <p:cNvPr id="7" name="">
            <a:extLst xmlns:a="http://schemas.openxmlformats.org/drawingml/2006/main">
              <a:ext uri="{FF2B5EF4-FFF2-40B4-BE49-F238E27FC236}">
                <a16:creationId xmlns:a16="http://schemas.microsoft.com/office/drawing/2014/main" id="{5EE93EAB-5C6A-4F55-8103-194A4C0FC6A6}"/>
              </a:ext>
            </a:extLst>
          </p:cNvPr>
          <p:cNvSpPr>
            <a:spLocks xmlns:a="http://schemas.openxmlformats.org/drawingml/2006/main" noGrp="1"/>
          </p:cNvSpPr>
          <p:nvPr/>
        </p:nvSpPr>
        <p:spPr>
          <a:xfrm xmlns:a="http://schemas.openxmlformats.org/drawingml/2006/main">
            <a:off x="1676400" y="19621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4F7FB"/>
                </a:solidFill>
                <a:latin typeface="Aptos"/>
                <a:ea typeface="Aptos"/>
                <a:cs typeface="Aptos"/>
              </a:defRPr>
            </a:pPr>
            <a:r>
              <a:rPr sz="1725" b="1">
                <a:solidFill>
                  <a:srgbClr val="F4F7FB"/>
                </a:solidFill>
                <a:latin typeface="Aptos"/>
                <a:ea typeface="Aptos"/>
                <a:cs typeface="Aptos"/>
              </a:rPr>
              <a:t>Start with the hardware</a:t>
            </a:r>
          </a:p>
        </p:txBody>
      </p:sp>
      <p:sp>
        <p:nvSpPr>
          <p:cNvPr id="8" name="">
            <a:extLst xmlns:a="http://schemas.openxmlformats.org/drawingml/2006/main">
              <a:ext uri="{FF2B5EF4-FFF2-40B4-BE49-F238E27FC236}">
                <a16:creationId xmlns:a16="http://schemas.microsoft.com/office/drawing/2014/main" id="{186A51B8-EC3F-4738-961E-0A0BAAA6A58C}"/>
              </a:ext>
            </a:extLst>
          </p:cNvPr>
          <p:cNvSpPr>
            <a:spLocks xmlns:a="http://schemas.openxmlformats.org/drawingml/2006/main" noGrp="1"/>
          </p:cNvSpPr>
          <p:nvPr/>
        </p:nvSpPr>
        <p:spPr>
          <a:xfrm xmlns:a="http://schemas.openxmlformats.org/drawingml/2006/main">
            <a:off x="4362450" y="1962150"/>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Identify the hardware object and the subsystem that encapsulates it.</a:t>
            </a:r>
          </a:p>
        </p:txBody>
      </p:sp>
      <p:sp>
        <p:nvSpPr>
          <p:cNvPr id="9" name="">
            <a:extLst xmlns:a="http://schemas.openxmlformats.org/drawingml/2006/main">
              <a:ext uri="{FF2B5EF4-FFF2-40B4-BE49-F238E27FC236}">
                <a16:creationId xmlns:a16="http://schemas.microsoft.com/office/drawing/2014/main" id="{679AADFD-895A-44EA-A65B-93F4C6EC6F83}"/>
              </a:ext>
            </a:extLst>
          </p:cNvPr>
          <p:cNvSpPr>
            <a:spLocks xmlns:a="http://schemas.openxmlformats.org/drawingml/2006/main" noGrp="1"/>
          </p:cNvSpPr>
          <p:nvPr/>
        </p:nvSpPr>
        <p:spPr>
          <a:xfrm xmlns:a="http://schemas.openxmlformats.org/drawingml/2006/main">
            <a:off x="762000" y="29337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950" b="1">
                <a:solidFill>
                  <a:srgbClr val="FFB64D"/>
                </a:solidFill>
                <a:latin typeface="Aptos"/>
                <a:ea typeface="Aptos"/>
                <a:cs typeface="Aptos"/>
              </a:defRPr>
            </a:pPr>
            <a:r>
              <a:rPr sz="1950" b="1">
                <a:solidFill>
                  <a:srgbClr val="FFB64D"/>
                </a:solidFill>
                <a:latin typeface="Aptos"/>
                <a:ea typeface="Aptos"/>
                <a:cs typeface="Aptos"/>
              </a:rPr>
              <a:t>2</a:t>
            </a:r>
          </a:p>
        </p:txBody>
      </p:sp>
      <p:sp>
        <p:nvSpPr>
          <p:cNvPr id="10" name="reading-step-1">
            <a:extLst xmlns:a="http://schemas.openxmlformats.org/drawingml/2006/main">
              <a:ext uri="{FF2B5EF4-FFF2-40B4-BE49-F238E27FC236}">
                <a16:creationId xmlns:a16="http://schemas.microsoft.com/office/drawing/2014/main" id="{289831E4-91F7-49F7-9B4F-9325705A67C1}"/>
              </a:ext>
            </a:extLst>
          </p:cNvPr>
          <p:cNvSpPr>
            <a:spLocks xmlns:a="http://schemas.openxmlformats.org/drawingml/2006/main" noGrp="1"/>
          </p:cNvSpPr>
          <p:nvPr/>
        </p:nvSpPr>
        <p:spPr>
          <a:xfrm xmlns:a="http://schemas.openxmlformats.org/drawingml/2006/main">
            <a:off x="1428750" y="2800350"/>
            <a:ext cx="9525000" cy="742950"/>
          </a:xfrm>
          <a:prstGeom xmlns:a="http://schemas.openxmlformats.org/drawingml/2006/main" prst="roundRect">
            <a:avLst>
              <a:gd name="adj" fmla="val 15385"/>
            </a:avLst>
          </a:prstGeom>
          <a:solidFill xmlns:a="http://schemas.openxmlformats.org/drawingml/2006/main">
            <a:srgbClr val="101E31"/>
          </a:solidFill>
          <a:ln xmlns:a="http://schemas.openxmlformats.org/drawingml/2006/main" w="9525">
            <a:solidFill>
              <a:srgbClr val="FFB64D"/>
            </a:solidFill>
            <a:prstDash val="solid"/>
          </a:ln>
        </p:spPr>
      </p:sp>
      <p:sp>
        <p:nvSpPr>
          <p:cNvPr id="11" name="">
            <a:extLst xmlns:a="http://schemas.openxmlformats.org/drawingml/2006/main">
              <a:ext uri="{FF2B5EF4-FFF2-40B4-BE49-F238E27FC236}">
                <a16:creationId xmlns:a16="http://schemas.microsoft.com/office/drawing/2014/main" id="{FF293625-95CB-4006-AC10-1808045C7F3A}"/>
              </a:ext>
            </a:extLst>
          </p:cNvPr>
          <p:cNvSpPr>
            <a:spLocks xmlns:a="http://schemas.openxmlformats.org/drawingml/2006/main" noGrp="1"/>
          </p:cNvSpPr>
          <p:nvPr/>
        </p:nvSpPr>
        <p:spPr>
          <a:xfrm xmlns:a="http://schemas.openxmlformats.org/drawingml/2006/main">
            <a:off x="1676400" y="29527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4F7FB"/>
                </a:solidFill>
                <a:latin typeface="Aptos"/>
                <a:ea typeface="Aptos"/>
                <a:cs typeface="Aptos"/>
              </a:defRPr>
            </a:pPr>
            <a:r>
              <a:rPr sz="1725" b="1">
                <a:solidFill>
                  <a:srgbClr val="F4F7FB"/>
                </a:solidFill>
                <a:latin typeface="Aptos"/>
                <a:ea typeface="Aptos"/>
                <a:cs typeface="Aptos"/>
              </a:rPr>
              <a:t>Find the binding</a:t>
            </a:r>
          </a:p>
        </p:txBody>
      </p:sp>
      <p:sp>
        <p:nvSpPr>
          <p:cNvPr id="12" name="">
            <a:extLst xmlns:a="http://schemas.openxmlformats.org/drawingml/2006/main">
              <a:ext uri="{FF2B5EF4-FFF2-40B4-BE49-F238E27FC236}">
                <a16:creationId xmlns:a16="http://schemas.microsoft.com/office/drawing/2014/main" id="{CAE18444-7946-4E1A-BBD9-907BA67518EC}"/>
              </a:ext>
            </a:extLst>
          </p:cNvPr>
          <p:cNvSpPr>
            <a:spLocks xmlns:a="http://schemas.openxmlformats.org/drawingml/2006/main" noGrp="1"/>
          </p:cNvSpPr>
          <p:nvPr/>
        </p:nvSpPr>
        <p:spPr>
          <a:xfrm xmlns:a="http://schemas.openxmlformats.org/drawingml/2006/main">
            <a:off x="4362450" y="2952750"/>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Locate the controller input and Trigger binding method.</a:t>
            </a:r>
          </a:p>
        </p:txBody>
      </p:sp>
      <p:sp>
        <p:nvSpPr>
          <p:cNvPr id="13" name="">
            <a:extLst xmlns:a="http://schemas.openxmlformats.org/drawingml/2006/main">
              <a:ext uri="{FF2B5EF4-FFF2-40B4-BE49-F238E27FC236}">
                <a16:creationId xmlns:a16="http://schemas.microsoft.com/office/drawing/2014/main" id="{E85DFCA8-3FC0-4881-9A87-D25A9E47285E}"/>
              </a:ext>
            </a:extLst>
          </p:cNvPr>
          <p:cNvSpPr>
            <a:spLocks xmlns:a="http://schemas.openxmlformats.org/drawingml/2006/main" noGrp="1"/>
          </p:cNvSpPr>
          <p:nvPr/>
        </p:nvSpPr>
        <p:spPr>
          <a:xfrm xmlns:a="http://schemas.openxmlformats.org/drawingml/2006/main">
            <a:off x="762000" y="39243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950" b="1">
                <a:solidFill>
                  <a:srgbClr val="42C6FF"/>
                </a:solidFill>
                <a:latin typeface="Aptos"/>
                <a:ea typeface="Aptos"/>
                <a:cs typeface="Aptos"/>
              </a:defRPr>
            </a:pPr>
            <a:r>
              <a:rPr sz="1950" b="1">
                <a:solidFill>
                  <a:srgbClr val="42C6FF"/>
                </a:solidFill>
                <a:latin typeface="Aptos"/>
                <a:ea typeface="Aptos"/>
                <a:cs typeface="Aptos"/>
              </a:rPr>
              <a:t>3</a:t>
            </a:r>
          </a:p>
        </p:txBody>
      </p:sp>
      <p:sp>
        <p:nvSpPr>
          <p:cNvPr id="14" name="reading-step-2">
            <a:extLst xmlns:a="http://schemas.openxmlformats.org/drawingml/2006/main">
              <a:ext uri="{FF2B5EF4-FFF2-40B4-BE49-F238E27FC236}">
                <a16:creationId xmlns:a16="http://schemas.microsoft.com/office/drawing/2014/main" id="{F6F99C5C-9579-40DE-9E6C-7F4CC8ABA926}"/>
              </a:ext>
            </a:extLst>
          </p:cNvPr>
          <p:cNvSpPr>
            <a:spLocks xmlns:a="http://schemas.openxmlformats.org/drawingml/2006/main" noGrp="1"/>
          </p:cNvSpPr>
          <p:nvPr/>
        </p:nvSpPr>
        <p:spPr>
          <a:xfrm xmlns:a="http://schemas.openxmlformats.org/drawingml/2006/main">
            <a:off x="1428750" y="3790950"/>
            <a:ext cx="9525000" cy="742950"/>
          </a:xfrm>
          <a:prstGeom xmlns:a="http://schemas.openxmlformats.org/drawingml/2006/main" prst="roundRect">
            <a:avLst>
              <a:gd name="adj" fmla="val 15385"/>
            </a:avLst>
          </a:prstGeom>
          <a:solidFill xmlns:a="http://schemas.openxmlformats.org/drawingml/2006/main">
            <a:srgbClr val="101E31"/>
          </a:solidFill>
          <a:ln xmlns:a="http://schemas.openxmlformats.org/drawingml/2006/main" w="9525">
            <a:solidFill>
              <a:srgbClr val="42C6FF"/>
            </a:solidFill>
            <a:prstDash val="solid"/>
          </a:ln>
        </p:spPr>
      </p:sp>
      <p:sp>
        <p:nvSpPr>
          <p:cNvPr id="15" name="">
            <a:extLst xmlns:a="http://schemas.openxmlformats.org/drawingml/2006/main">
              <a:ext uri="{FF2B5EF4-FFF2-40B4-BE49-F238E27FC236}">
                <a16:creationId xmlns:a16="http://schemas.microsoft.com/office/drawing/2014/main" id="{D8C59C9E-7E8C-4C33-A720-82D8DA9357FA}"/>
              </a:ext>
            </a:extLst>
          </p:cNvPr>
          <p:cNvSpPr>
            <a:spLocks xmlns:a="http://schemas.openxmlformats.org/drawingml/2006/main" noGrp="1"/>
          </p:cNvSpPr>
          <p:nvPr/>
        </p:nvSpPr>
        <p:spPr>
          <a:xfrm xmlns:a="http://schemas.openxmlformats.org/drawingml/2006/main">
            <a:off x="1676400" y="39433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4F7FB"/>
                </a:solidFill>
                <a:latin typeface="Aptos"/>
                <a:ea typeface="Aptos"/>
                <a:cs typeface="Aptos"/>
              </a:defRPr>
            </a:pPr>
            <a:r>
              <a:rPr sz="1725" b="1">
                <a:solidFill>
                  <a:srgbClr val="F4F7FB"/>
                </a:solidFill>
                <a:latin typeface="Aptos"/>
                <a:ea typeface="Aptos"/>
                <a:cs typeface="Aptos"/>
              </a:rPr>
              <a:t>Read the command</a:t>
            </a:r>
          </a:p>
        </p:txBody>
      </p:sp>
      <p:sp>
        <p:nvSpPr>
          <p:cNvPr id="16" name="">
            <a:extLst xmlns:a="http://schemas.openxmlformats.org/drawingml/2006/main">
              <a:ext uri="{FF2B5EF4-FFF2-40B4-BE49-F238E27FC236}">
                <a16:creationId xmlns:a16="http://schemas.microsoft.com/office/drawing/2014/main" id="{48A857BA-9DAD-4354-B164-D5DD66F7A1A6}"/>
              </a:ext>
            </a:extLst>
          </p:cNvPr>
          <p:cNvSpPr>
            <a:spLocks xmlns:a="http://schemas.openxmlformats.org/drawingml/2006/main" noGrp="1"/>
          </p:cNvSpPr>
          <p:nvPr/>
        </p:nvSpPr>
        <p:spPr>
          <a:xfrm xmlns:a="http://schemas.openxmlformats.org/drawingml/2006/main">
            <a:off x="4362450" y="3943350"/>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Check requirements, lifecycle methods, and completion.</a:t>
            </a:r>
          </a:p>
        </p:txBody>
      </p:sp>
      <p:sp>
        <p:nvSpPr>
          <p:cNvPr id="17" name="">
            <a:extLst xmlns:a="http://schemas.openxmlformats.org/drawingml/2006/main">
              <a:ext uri="{FF2B5EF4-FFF2-40B4-BE49-F238E27FC236}">
                <a16:creationId xmlns:a16="http://schemas.microsoft.com/office/drawing/2014/main" id="{370082A3-2AE3-4907-9E03-76F786C66CA4}"/>
              </a:ext>
            </a:extLst>
          </p:cNvPr>
          <p:cNvSpPr>
            <a:spLocks xmlns:a="http://schemas.openxmlformats.org/drawingml/2006/main" noGrp="1"/>
          </p:cNvSpPr>
          <p:nvPr/>
        </p:nvSpPr>
        <p:spPr>
          <a:xfrm xmlns:a="http://schemas.openxmlformats.org/drawingml/2006/main">
            <a:off x="762000" y="49149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950" b="1">
                <a:solidFill>
                  <a:srgbClr val="62D48A"/>
                </a:solidFill>
                <a:latin typeface="Aptos"/>
                <a:ea typeface="Aptos"/>
                <a:cs typeface="Aptos"/>
              </a:defRPr>
            </a:pPr>
            <a:r>
              <a:rPr sz="1950" b="1">
                <a:solidFill>
                  <a:srgbClr val="62D48A"/>
                </a:solidFill>
                <a:latin typeface="Aptos"/>
                <a:ea typeface="Aptos"/>
                <a:cs typeface="Aptos"/>
              </a:rPr>
              <a:t>4</a:t>
            </a:r>
          </a:p>
        </p:txBody>
      </p:sp>
      <p:sp>
        <p:nvSpPr>
          <p:cNvPr id="18" name="reading-step-3">
            <a:extLst xmlns:a="http://schemas.openxmlformats.org/drawingml/2006/main">
              <a:ext uri="{FF2B5EF4-FFF2-40B4-BE49-F238E27FC236}">
                <a16:creationId xmlns:a16="http://schemas.microsoft.com/office/drawing/2014/main" id="{C17373F7-7279-4FA6-A55A-233282166DC1}"/>
              </a:ext>
            </a:extLst>
          </p:cNvPr>
          <p:cNvSpPr>
            <a:spLocks xmlns:a="http://schemas.openxmlformats.org/drawingml/2006/main" noGrp="1"/>
          </p:cNvSpPr>
          <p:nvPr/>
        </p:nvSpPr>
        <p:spPr>
          <a:xfrm xmlns:a="http://schemas.openxmlformats.org/drawingml/2006/main">
            <a:off x="1428750" y="4781550"/>
            <a:ext cx="9525000" cy="742950"/>
          </a:xfrm>
          <a:prstGeom xmlns:a="http://schemas.openxmlformats.org/drawingml/2006/main" prst="roundRect">
            <a:avLst>
              <a:gd name="adj" fmla="val 15385"/>
            </a:avLst>
          </a:prstGeom>
          <a:solidFill xmlns:a="http://schemas.openxmlformats.org/drawingml/2006/main">
            <a:srgbClr val="101E31"/>
          </a:solidFill>
          <a:ln xmlns:a="http://schemas.openxmlformats.org/drawingml/2006/main" w="9525">
            <a:solidFill>
              <a:srgbClr val="62D48A"/>
            </a:solidFill>
            <a:prstDash val="solid"/>
          </a:ln>
        </p:spPr>
      </p:sp>
      <p:sp>
        <p:nvSpPr>
          <p:cNvPr id="19" name="">
            <a:extLst xmlns:a="http://schemas.openxmlformats.org/drawingml/2006/main">
              <a:ext uri="{FF2B5EF4-FFF2-40B4-BE49-F238E27FC236}">
                <a16:creationId xmlns:a16="http://schemas.microsoft.com/office/drawing/2014/main" id="{19E17DAD-487A-4992-B302-AE433DB98BDD}"/>
              </a:ext>
            </a:extLst>
          </p:cNvPr>
          <p:cNvSpPr>
            <a:spLocks xmlns:a="http://schemas.openxmlformats.org/drawingml/2006/main" noGrp="1"/>
          </p:cNvSpPr>
          <p:nvPr/>
        </p:nvSpPr>
        <p:spPr>
          <a:xfrm xmlns:a="http://schemas.openxmlformats.org/drawingml/2006/main">
            <a:off x="1676400" y="49339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4F7FB"/>
                </a:solidFill>
                <a:latin typeface="Aptos"/>
                <a:ea typeface="Aptos"/>
                <a:cs typeface="Aptos"/>
              </a:defRPr>
            </a:pPr>
            <a:r>
              <a:rPr sz="1725" b="1">
                <a:solidFill>
                  <a:srgbClr val="F4F7FB"/>
                </a:solidFill>
                <a:latin typeface="Aptos"/>
                <a:ea typeface="Aptos"/>
                <a:cs typeface="Aptos"/>
              </a:rPr>
              <a:t>Trace the output</a:t>
            </a:r>
          </a:p>
        </p:txBody>
      </p:sp>
      <p:sp>
        <p:nvSpPr>
          <p:cNvPr id="20" name="">
            <a:extLst xmlns:a="http://schemas.openxmlformats.org/drawingml/2006/main">
              <a:ext uri="{FF2B5EF4-FFF2-40B4-BE49-F238E27FC236}">
                <a16:creationId xmlns:a16="http://schemas.microsoft.com/office/drawing/2014/main" id="{D72895D6-6530-4285-B834-38536445C46C}"/>
              </a:ext>
            </a:extLst>
          </p:cNvPr>
          <p:cNvSpPr>
            <a:spLocks xmlns:a="http://schemas.openxmlformats.org/drawingml/2006/main" noGrp="1"/>
          </p:cNvSpPr>
          <p:nvPr/>
        </p:nvSpPr>
        <p:spPr>
          <a:xfrm xmlns:a="http://schemas.openxmlformats.org/drawingml/2006/main">
            <a:off x="4362450" y="4933950"/>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425" b="0">
                <a:solidFill>
                  <a:srgbClr val="A9B8CA"/>
                </a:solidFill>
                <a:latin typeface="Aptos"/>
                <a:ea typeface="Aptos"/>
                <a:cs typeface="Aptos"/>
              </a:defRPr>
            </a:pPr>
            <a:r>
              <a:rPr sz="1425" b="0">
                <a:solidFill>
                  <a:srgbClr val="A9B8CA"/>
                </a:solidFill>
                <a:latin typeface="Aptos"/>
                <a:ea typeface="Aptos"/>
                <a:cs typeface="Aptos"/>
              </a:rPr>
              <a:t>Follow the subsystem method to the WPILib hardware object.</a:t>
            </a:r>
          </a:p>
        </p:txBody>
      </p:sp>
      <p:sp>
        <p:nvSpPr>
          <p:cNvPr id="21" name="">
            <a:extLst xmlns:a="http://schemas.openxmlformats.org/drawingml/2006/main">
              <a:ext uri="{FF2B5EF4-FFF2-40B4-BE49-F238E27FC236}">
                <a16:creationId xmlns:a16="http://schemas.microsoft.com/office/drawing/2014/main" id="{B4086076-4ED3-4936-8B4F-82B0CC72719B}"/>
              </a:ext>
            </a:extLst>
          </p:cNvPr>
          <p:cNvSpPr>
            <a:spLocks xmlns:a="http://schemas.openxmlformats.org/drawingml/2006/main" noGrp="1"/>
          </p:cNvSpPr>
          <p:nvPr/>
        </p:nvSpPr>
        <p:spPr>
          <a:xfrm xmlns:a="http://schemas.openxmlformats.org/drawingml/2006/main">
            <a:off x="1428750" y="5867400"/>
            <a:ext cx="9525000" cy="419100"/>
          </a:xfrm>
          <a:prstGeom xmlns:a="http://schemas.openxmlformats.org/drawingml/2006/main" prst="roundRect">
            <a:avLst>
              <a:gd name="adj" fmla="val 22727"/>
            </a:avLst>
          </a:prstGeom>
          <a:solidFill xmlns:a="http://schemas.openxmlformats.org/drawingml/2006/main">
            <a:srgbClr val="162941"/>
          </a:solidFill>
          <a:ln xmlns:a="http://schemas.openxmlformats.org/drawingml/2006/main" w="9525">
            <a:solidFill>
              <a:srgbClr val="2D425B"/>
            </a:solidFill>
            <a:prstDash val="solid"/>
          </a:ln>
        </p:spPr>
      </p:sp>
      <p:sp>
        <p:nvSpPr>
          <p:cNvPr id="22" name="">
            <a:extLst xmlns:a="http://schemas.openxmlformats.org/drawingml/2006/main">
              <a:ext uri="{FF2B5EF4-FFF2-40B4-BE49-F238E27FC236}">
                <a16:creationId xmlns:a16="http://schemas.microsoft.com/office/drawing/2014/main" id="{90EED18F-0687-481B-B352-44FA347A7B53}"/>
              </a:ext>
            </a:extLst>
          </p:cNvPr>
          <p:cNvSpPr>
            <a:spLocks xmlns:a="http://schemas.openxmlformats.org/drawingml/2006/main" noGrp="1"/>
          </p:cNvSpPr>
          <p:nvPr/>
        </p:nvSpPr>
        <p:spPr>
          <a:xfrm xmlns:a="http://schemas.openxmlformats.org/drawingml/2006/main">
            <a:off x="1638300" y="5962650"/>
            <a:ext cx="9124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425" b="1">
                <a:solidFill>
                  <a:srgbClr val="F4F7FB"/>
                </a:solidFill>
                <a:latin typeface="Aptos"/>
                <a:ea typeface="Aptos"/>
                <a:cs typeface="Aptos"/>
              </a:defRPr>
            </a:pPr>
            <a:r>
              <a:rPr sz="1425" b="1">
                <a:solidFill>
                  <a:srgbClr val="F4F7FB"/>
                </a:solidFill>
                <a:latin typeface="Aptos"/>
                <a:ea typeface="Aptos"/>
                <a:cs typeface="Aptos"/>
              </a:rPr>
              <a:t>CommandScheduler coordinates commands; each subsystem encapsulates its own hardware.</a:t>
            </a:r>
          </a:p>
        </p:txBody>
      </p:sp>
      <p:sp>
        <p:nvSpPr>
          <p:cNvPr id="23" name="footer-left">
            <a:extLst xmlns:a="http://schemas.openxmlformats.org/drawingml/2006/main">
              <a:ext uri="{FF2B5EF4-FFF2-40B4-BE49-F238E27FC236}">
                <a16:creationId xmlns:a16="http://schemas.microsoft.com/office/drawing/2014/main" id="{00879ACD-A1CF-4029-8075-BF35C2780A54}"/>
              </a:ext>
            </a:extLst>
          </p:cNvPr>
          <p:cNvSpPr>
            <a:spLocks xmlns:a="http://schemas.openxmlformats.org/drawingml/2006/main" noGrp="1"/>
          </p:cNvSpPr>
          <p:nvPr/>
        </p:nvSpPr>
        <p:spPr>
          <a:xfrm xmlns:a="http://schemas.openxmlformats.org/drawingml/2006/main">
            <a:off x="609600" y="64960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825" b="0">
                <a:solidFill>
                  <a:srgbClr val="5E7188"/>
                </a:solidFill>
                <a:latin typeface="Aptos"/>
                <a:ea typeface="Aptos"/>
                <a:cs typeface="Aptos"/>
              </a:defRPr>
            </a:pPr>
            <a:r>
              <a:rPr sz="825" b="0">
                <a:solidFill>
                  <a:srgbClr val="5E7188"/>
                </a:solidFill>
                <a:latin typeface="Aptos"/>
                <a:ea typeface="Aptos"/>
                <a:cs typeface="Aptos"/>
              </a:rPr>
              <a:t>2020 FRC robot | command-based implementation</a:t>
            </a:r>
          </a:p>
        </p:txBody>
      </p:sp>
      <p:sp>
        <p:nvSpPr>
          <p:cNvPr id="24" name="footer-number">
            <a:extLst xmlns:a="http://schemas.openxmlformats.org/drawingml/2006/main">
              <a:ext uri="{FF2B5EF4-FFF2-40B4-BE49-F238E27FC236}">
                <a16:creationId xmlns:a16="http://schemas.microsoft.com/office/drawing/2014/main" id="{06317ED2-F3E0-4C6D-9156-81D5FA23F8B7}"/>
              </a:ext>
            </a:extLst>
          </p:cNvPr>
          <p:cNvSpPr>
            <a:spLocks xmlns:a="http://schemas.openxmlformats.org/drawingml/2006/main" noGrp="1"/>
          </p:cNvSpPr>
          <p:nvPr/>
        </p:nvSpPr>
        <p:spPr>
          <a:xfrm xmlns:a="http://schemas.openxmlformats.org/drawingml/2006/main">
            <a:off x="11049000" y="64770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00" b="1">
                <a:solidFill>
                  <a:srgbClr val="5E7188"/>
                </a:solidFill>
                <a:latin typeface="Aptos"/>
                <a:ea typeface="Aptos"/>
                <a:cs typeface="Aptos"/>
              </a:defRPr>
            </a:pPr>
            <a:r>
              <a:rPr sz="900" b="1">
                <a:solidFill>
                  <a:srgbClr val="5E7188"/>
                </a:solidFill>
                <a:latin typeface="Aptos"/>
                <a:ea typeface="Aptos"/>
                <a:cs typeface="Aptos"/>
              </a:rPr>
              <a:t>18</a:t>
            </a:r>
          </a:p>
        </p:txBody>
      </p:sp>
    </p:spTree>
    <p:extLst>
      <p:ext uri="{BB962C8B-B14F-4D97-AF65-F5344CB8AC3E}">
        <p14:creationId xmlns:p14="http://schemas.microsoft.com/office/powerpoint/2010/main" val="19691130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2026-09-21T21:06:54.3090000Z</dcterms:created>
  <dcterms:modified xsi:type="dcterms:W3CDTF">2026-09-21T21:06:54.3100000Z</dcterms:modified>
</coreProperties>
</file>