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f71cac2e34485" /><Relationship Type="http://schemas.openxmlformats.org/officeDocument/2006/relationships/extended-properties" Target="/docProps/app.xml" Id="Re68a6f96f25d416a" /><Relationship Type="http://schemas.openxmlformats.org/officeDocument/2006/relationships/officeDocument" Target="/ppt/presentation.xml" Id="R54d9197cb8cd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17c3e973a4221"/>
  </p:sldMasterIdLst>
  <p:notesMasterIdLst>
    <p:notesMasterId xmlns:r="http://schemas.openxmlformats.org/officeDocument/2006/relationships" r:id="Rd56c6bc47a9b4584"/>
  </p:notesMasterIdLst>
  <p:sldIdLst>
    <p:sldId xmlns:r="http://schemas.openxmlformats.org/officeDocument/2006/relationships" id="256" r:id="R55d77887c8de43e5"/>
    <p:sldId xmlns:r="http://schemas.openxmlformats.org/officeDocument/2006/relationships" id="257" r:id="Re8d826f985384e63"/>
    <p:sldId xmlns:r="http://schemas.openxmlformats.org/officeDocument/2006/relationships" id="258" r:id="Rd5c8e0e281084160"/>
    <p:sldId xmlns:r="http://schemas.openxmlformats.org/officeDocument/2006/relationships" id="259" r:id="R3222f6a185a244c8"/>
    <p:sldId xmlns:r="http://schemas.openxmlformats.org/officeDocument/2006/relationships" id="260" r:id="R741194b552584646"/>
    <p:sldId xmlns:r="http://schemas.openxmlformats.org/officeDocument/2006/relationships" id="261" r:id="R439ac02e71664e87"/>
    <p:sldId xmlns:r="http://schemas.openxmlformats.org/officeDocument/2006/relationships" id="262" r:id="R46484d96df954f35"/>
    <p:sldId xmlns:r="http://schemas.openxmlformats.org/officeDocument/2006/relationships" id="263" r:id="R33108d6fd93845c8"/>
    <p:sldId xmlns:r="http://schemas.openxmlformats.org/officeDocument/2006/relationships" id="264" r:id="R325d5d2e39a64c28"/>
    <p:sldId xmlns:r="http://schemas.openxmlformats.org/officeDocument/2006/relationships" id="265" r:id="Re74c81da2362404e"/>
    <p:sldId xmlns:r="http://schemas.openxmlformats.org/officeDocument/2006/relationships" id="266" r:id="R971117f9cbb14be2"/>
    <p:sldId xmlns:r="http://schemas.openxmlformats.org/officeDocument/2006/relationships" id="267" r:id="Rc5bfb92f6bac4ff6"/>
    <p:sldId xmlns:r="http://schemas.openxmlformats.org/officeDocument/2006/relationships" id="268" r:id="R702626d1558f4f33"/>
    <p:sldId xmlns:r="http://schemas.openxmlformats.org/officeDocument/2006/relationships" id="269" r:id="Rb60fcd31cb9e4b2c"/>
    <p:sldId xmlns:r="http://schemas.openxmlformats.org/officeDocument/2006/relationships" id="270" r:id="R0bf6fea1d2434877"/>
    <p:sldId xmlns:r="http://schemas.openxmlformats.org/officeDocument/2006/relationships" id="271" r:id="R79c7414facbc4854"/>
    <p:sldId xmlns:r="http://schemas.openxmlformats.org/officeDocument/2006/relationships" id="272" r:id="Rbd95430f593f41ce"/>
    <p:sldId xmlns:r="http://schemas.openxmlformats.org/officeDocument/2006/relationships" id="273" r:id="R686db071362243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a4cc0a2334431" /><Relationship Type="http://schemas.openxmlformats.org/officeDocument/2006/relationships/slideMaster" Target="/ppt/slideMasters/slideMaster1.xml" Id="R44017c3e973a4221" /><Relationship Type="http://schemas.openxmlformats.org/officeDocument/2006/relationships/notesMaster" Target="/ppt/notesMasters/notesMaster1.xml" Id="Rd56c6bc47a9b4584" /><Relationship Type="http://schemas.openxmlformats.org/officeDocument/2006/relationships/presProps" Target="/ppt/presProps.xml" Id="R4f9118710b7f4ce8" /><Relationship Type="http://schemas.openxmlformats.org/officeDocument/2006/relationships/tableStyles" Target="/ppt/tableStyles.xml" Id="R6e352826b7e34fa4" /><Relationship Type="http://schemas.openxmlformats.org/officeDocument/2006/relationships/slide" Target="/ppt/slides/slide1.xml" Id="R55d77887c8de43e5" /><Relationship Type="http://schemas.openxmlformats.org/officeDocument/2006/relationships/slide" Target="/ppt/slides/slide2.xml" Id="Re8d826f985384e63" /><Relationship Type="http://schemas.openxmlformats.org/officeDocument/2006/relationships/slide" Target="/ppt/slides/slide3.xml" Id="Rd5c8e0e281084160" /><Relationship Type="http://schemas.openxmlformats.org/officeDocument/2006/relationships/slide" Target="/ppt/slides/slide4.xml" Id="R3222f6a185a244c8" /><Relationship Type="http://schemas.openxmlformats.org/officeDocument/2006/relationships/slide" Target="/ppt/slides/slide5.xml" Id="R741194b552584646" /><Relationship Type="http://schemas.openxmlformats.org/officeDocument/2006/relationships/slide" Target="/ppt/slides/slide6.xml" Id="R439ac02e71664e87" /><Relationship Type="http://schemas.openxmlformats.org/officeDocument/2006/relationships/slide" Target="/ppt/slides/slide7.xml" Id="R46484d96df954f35" /><Relationship Type="http://schemas.openxmlformats.org/officeDocument/2006/relationships/slide" Target="/ppt/slides/slide8.xml" Id="R33108d6fd93845c8" /><Relationship Type="http://schemas.openxmlformats.org/officeDocument/2006/relationships/slide" Target="/ppt/slides/slide9.xml" Id="R325d5d2e39a64c28" /><Relationship Type="http://schemas.openxmlformats.org/officeDocument/2006/relationships/slide" Target="/ppt/slides/slide10.xml" Id="Re74c81da2362404e" /><Relationship Type="http://schemas.openxmlformats.org/officeDocument/2006/relationships/slide" Target="/ppt/slides/slide11.xml" Id="R971117f9cbb14be2" /><Relationship Type="http://schemas.openxmlformats.org/officeDocument/2006/relationships/slide" Target="/ppt/slides/slide12.xml" Id="Rc5bfb92f6bac4ff6" /><Relationship Type="http://schemas.openxmlformats.org/officeDocument/2006/relationships/slide" Target="/ppt/slides/slide13.xml" Id="R702626d1558f4f33" /><Relationship Type="http://schemas.openxmlformats.org/officeDocument/2006/relationships/slide" Target="/ppt/slides/slide14.xml" Id="Rb60fcd31cb9e4b2c" /><Relationship Type="http://schemas.openxmlformats.org/officeDocument/2006/relationships/slide" Target="/ppt/slides/slide15.xml" Id="R0bf6fea1d2434877" /><Relationship Type="http://schemas.openxmlformats.org/officeDocument/2006/relationships/slide" Target="/ppt/slides/slide16.xml" Id="R79c7414facbc4854" /><Relationship Type="http://schemas.openxmlformats.org/officeDocument/2006/relationships/slide" Target="/ppt/slides/slide17.xml" Id="Rbd95430f593f41ce" /><Relationship Type="http://schemas.openxmlformats.org/officeDocument/2006/relationships/slide" Target="/ppt/slides/slide18.xml" Id="R686db071362243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307a004ea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1b23e47c684f5e" /><Relationship Type="http://schemas.openxmlformats.org/officeDocument/2006/relationships/notesMaster" Target="/ppt/notesMasters/notesMaster1.xml" Id="Rf0bdd375840b40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7e3a521c834397" /><Relationship Type="http://schemas.openxmlformats.org/officeDocument/2006/relationships/notesMaster" Target="/ppt/notesMasters/notesMaster1.xml" Id="R40fc736ff085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2592562d6f44df" /><Relationship Type="http://schemas.openxmlformats.org/officeDocument/2006/relationships/notesMaster" Target="/ppt/notesMasters/notesMaster1.xml" Id="Rb3017ee62999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e19ad0edfa4e17" /><Relationship Type="http://schemas.openxmlformats.org/officeDocument/2006/relationships/notesMaster" Target="/ppt/notesMasters/notesMaster1.xml" Id="Ra3039a3a036741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5518e7827c4375" /><Relationship Type="http://schemas.openxmlformats.org/officeDocument/2006/relationships/notesMaster" Target="/ppt/notesMasters/notesMaster1.xml" Id="R2a8d260547fb48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f80d762caf4ce6" /><Relationship Type="http://schemas.openxmlformats.org/officeDocument/2006/relationships/notesMaster" Target="/ppt/notesMasters/notesMaster1.xml" Id="R8edd17c4e3e148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a837ae07b24ad9" /><Relationship Type="http://schemas.openxmlformats.org/officeDocument/2006/relationships/notesMaster" Target="/ppt/notesMasters/notesMaster1.xml" Id="Ra4de5cea725647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273890de984e48" /><Relationship Type="http://schemas.openxmlformats.org/officeDocument/2006/relationships/notesMaster" Target="/ppt/notesMasters/notesMaster1.xml" Id="R360f2933366246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b2c278c4144846" /><Relationship Type="http://schemas.openxmlformats.org/officeDocument/2006/relationships/notesMaster" Target="/ppt/notesMasters/notesMaster1.xml" Id="Rc5d4e733ecec4f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93159b83974b08" /><Relationship Type="http://schemas.openxmlformats.org/officeDocument/2006/relationships/notesMaster" Target="/ppt/notesMasters/notesMaster1.xml" Id="R63a5eef7114e4e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0c75af4eaa4708" /><Relationship Type="http://schemas.openxmlformats.org/officeDocument/2006/relationships/notesMaster" Target="/ppt/notesMasters/notesMaster1.xml" Id="R774fd21fefd44a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d11f5a8e7f4ffb" /><Relationship Type="http://schemas.openxmlformats.org/officeDocument/2006/relationships/notesMaster" Target="/ppt/notesMasters/notesMaster1.xml" Id="Rf6583260868849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02bef6e133484f" /><Relationship Type="http://schemas.openxmlformats.org/officeDocument/2006/relationships/notesMaster" Target="/ppt/notesMasters/notesMaster1.xml" Id="R4b9bd373a9e74b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b56aed77c54d99" /><Relationship Type="http://schemas.openxmlformats.org/officeDocument/2006/relationships/notesMaster" Target="/ppt/notesMasters/notesMaster1.xml" Id="Red5f100e1c6548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25cb5a8e304124" /><Relationship Type="http://schemas.openxmlformats.org/officeDocument/2006/relationships/notesMaster" Target="/ppt/notesMasters/notesMaster1.xml" Id="R5db89aebe49046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8f9f2733f645a1" /><Relationship Type="http://schemas.openxmlformats.org/officeDocument/2006/relationships/notesMaster" Target="/ppt/notesMasters/notesMaster1.xml" Id="R428503e228f346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e003523e6c46b5" /><Relationship Type="http://schemas.openxmlformats.org/officeDocument/2006/relationships/notesMaster" Target="/ppt/notesMasters/notesMaster1.xml" Id="Rd1fd5e0b0a1b43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208e8f66bd4ce9" /><Relationship Type="http://schemas.openxmlformats.org/officeDocument/2006/relationships/notesMaster" Target="/ppt/notesMasters/notesMaster1.xml" Id="Ra97007b355a8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presentation revisits the complete robot four times. Pass 1 introduces the physical robot and operator controls. Pass 2 maps that robot to RobotContainer, commands, subsystems, and Trigger bindings. Pass 3 explains the TimedRobot loop and CommandScheduler behavior. Pass 4 traces real inputs through the checked-in code to physical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C:/Users/dmona/2020FrcRobotCode/2020v2/2020/docs/final-implementation-presentation-architecture.md</a:t>
            </a:r>
          </a:p>
          <a:p xmlns:a="http://schemas.openxmlformats.org/drawingml/2006/main">
            <a:r>
              <a:t>- C:/Users/dmona/.codex/attachments/9b367a0a-b3b8-45c0-a3fa-dc3de4f5d67b/pasted-text.txt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subsystems are DriveSubsystem, BeltSubsystem, RollerSubsystem, and ClimberSubsystem. Each encapsulates its hardware objects and exposes methods used by commands.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roboRIO sends PWM signals directly to the Talon motor controllers. It communicates with CTRE PCM module 0 over the CAN bus; the two DoubleSolenoid objects use PCM channel pairs 0/1 and 2/3. The right drivetrain motor pair is inverted once inside DriveSubsystem.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C:/Users/dmona/2020FrcRobotCode/2020v2/2020/src/main/java/frc/robot/subsystems/DriveSubsystem.java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- https://docs.wpilib.org/en/2020/docs/getting-started/getting-started-frc-control-system/control-system-hardware.html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CommandXboxController is on USB 0 and supplies both tank-drive Y axes plus the right-bumper slow mode. The operator CommandXboxController is on USB 1: A runs the belt inward, B runs it outward, X runs the roller, and Y schedules the climber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RobotContainer creates the Xbox controllers, subsystems, default drive command, and controller bindings.</a:t>
            </a:r>
          </a:p>
          <a:p xmlns:a="http://schemas.openxmlformats.org/drawingml/2006/main">
            <a:r>
              <a:t>- The controllers provide driver axes and button states. RobotContainer connects those inputs to commands.</a:t>
            </a:r>
          </a:p>
          <a:p xmlns:a="http://schemas.openxmlformats.org/drawingml/2006/main">
            <a:r>
              <a:t>- CommandScheduler polls the Trigger bindings, schedules or cancels commands, and enforces subsystem requirements.</a:t>
            </a:r>
          </a:p>
          <a:p xmlns:a="http://schemas.openxmlformats.org/drawingml/2006/main">
            <a:r>
              <a:t>- Commands define when an action runs. They call methods on the subsystem they require.</a:t>
            </a:r>
          </a:p>
          <a:p xmlns:a="http://schemas.openxmlformats.org/drawingml/2006/main">
            <a:r>
              <a:t>- Subsystems encapsulate the robot hardware and define how each mechanism operates.</a:t>
            </a:r>
          </a:p>
          <a:p xmlns:a="http://schemas.openxmlformats.org/drawingml/2006/main">
            <a:r>
              <a:t>- WPILib hardware classes produce the final outputs: Talon objects use roboRIO PWM channels, while DoubleSolenoid objects communicate through the CAN-connected PCM.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- C:/Users/dmona/2020FrcRobotCode/2020v2/2020/src/main/java/frc/robot/subsystems/</a:t>
            </a:r>
          </a:p>
          <a:p xmlns:a="http://schemas.openxmlformats.org/drawingml/2006/main">
            <a:r>
              <a:t>- https://github.wpilib.org/allwpilib/docs/release/java/edu/wpi/first/wpilibj2/command/CommandScheduler.html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robotInit() runs once when the robot program starts and creates the single RobotContainer.</a:t>
            </a:r>
          </a:p>
          <a:p xmlns:a="http://schemas.openxmlformats.org/drawingml/2006/main">
            <a:r>
              <a:t>- RobotContainer creates the two CommandXboxController objects, four subsystem objects, drive-speed state, and camera connection.</a:t>
            </a:r>
          </a:p>
          <a:p xmlns:a="http://schemas.openxmlformats.org/drawingml/2006/main">
            <a:r>
              <a:t>- Each subsystem constructor creates the WPILib objects that represent the physical hardware, using the PWM channels, PCM module, and solenoid channels defined in Constants.</a:t>
            </a:r>
          </a:p>
          <a:p xmlns:a="http://schemas.openxmlformats.org/drawingml/2006/main">
            <a:r>
              <a:t>- The subsystem keeps those hardware objects private. Commands operate the robot by calling subsystem methods rather than accessing motors or solenoids directly.</a:t>
            </a:r>
          </a:p>
          <a:p xmlns:a="http://schemas.openxmlformats.org/drawingml/2006/main">
            <a:r>
              <a:t>- configureDefaultCommands() creates the continuous drive command and connects it to the driver-controller axis suppliers.</a:t>
            </a:r>
          </a:p>
          <a:p xmlns:a="http://schemas.openxmlformats.org/drawingml/2006/main">
            <a:r>
              <a:t>- configureBindings() creates the remaining command objects and connects them to the appropriate Xbox controller Trigger bindings.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C:/Users/dmona/2020FrcRobotCode/2020v2/2020/src/main/java/frc/robot/subsystems/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Slide 5 established that each subsystem encapsulates hardware and provides methods for operating one mechanism.</a:t>
            </a:r>
          </a:p>
          <a:p xmlns:a="http://schemas.openxmlformats.org/drawingml/2006/main">
            <a:r>
              <a:t>- A command packages calls to those subsystem methods into a schedulable robot action.</a:t>
            </a:r>
          </a:p>
          <a:p xmlns:a="http://schemas.openxmlformats.org/drawingml/2006/main">
            <a:r>
              <a:t>- This project creates commands for driving, moving the belt, running the roller, toggling the climber, and selecting slow-drive mode.</a:t>
            </a:r>
          </a:p>
          <a:p xmlns:a="http://schemas.openxmlformats.org/drawingml/2006/main">
            <a:r>
              <a:t>- Commands keep controller bindings separate from hardware-control details.</a:t>
            </a:r>
          </a:p>
          <a:p xmlns:a="http://schemas.openxmlformats.org/drawingml/2006/main">
            <a:r>
              <a:t>- Each command declares the subsystem it requires, allowing CommandScheduler to prevent conflicting actions.</a:t>
            </a:r>
          </a:p>
          <a:p xmlns:a="http://schemas.openxmlformats.org/drawingml/2006/main">
            <a:r>
              <a:t>- The same command can be scheduled by a controller Trigger or used later as part of an autonomous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- C:/Users/dmona/2020FrcRobotCode/2020v2/2020/src/main/java/frc/robot/subsystems/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CommandXboxController button methods return Trigger objects. RobotContainer binds operator A, B, X, and Y and driver rightBumper() directly to commands with Trigger.whileTrue or Trigger.onTrue.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project follows the standard WPILib Java structure: Robot extends TimedRobot, which provides the robot's periodic execution loop.</a:t>
            </a:r>
          </a:p>
          <a:p xmlns:a="http://schemas.openxmlformats.org/drawingml/2006/main">
            <a:r>
              <a:t>- By default, the WPILib robot library calls robotPeriodic() every 20 milliseconds, or about 50 times per second.</a:t>
            </a:r>
          </a:p>
          <a:p xmlns:a="http://schemas.openxmlformats.org/drawingml/2006/main">
            <a:r>
              <a:t>- Each call to robotPeriodic() calls CommandScheduler.run(), producing one scheduler iteration.</a:t>
            </a:r>
          </a:p>
          <a:p xmlns:a="http://schemas.openxmlformats.org/drawingml/2006/main">
            <a:r>
              <a:t>- During an iteration, the scheduler runs subsystem periodic methods, polls Trigger bindings, and schedules or cancels commands.</a:t>
            </a:r>
          </a:p>
          <a:p xmlns:a="http://schemas.openxmlformats.org/drawingml/2006/main">
            <a:r>
              <a:t>- It then executes scheduled commands, ends commands that have finished or were canceled, and schedules default commands for available subsystems.</a:t>
            </a:r>
          </a:p>
          <a:p xmlns:a="http://schemas.openxmlformats.org/drawingml/2006/main">
            <a:r>
              <a:t>- Command methods must return promptly. A blocking method prevents the scheduler from completing that robot-loop iteration.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https://github.wpilib.org/allwpilib/docs/release/java/edu/wpi/first/wpilibj/TimedRobot.html</a:t>
            </a:r>
          </a:p>
          <a:p xmlns:a="http://schemas.openxmlformats.org/drawingml/2006/main">
            <a:r>
              <a:t>- https://github.wpilib.org/allwpilib/docs/release/java/edu/wpi/first/wpilibj2/command/CommandScheduler.html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initialize() runs once when the scheduler starts the command.</a:t>
            </a:r>
          </a:p>
          <a:p xmlns:a="http://schemas.openxmlformats.org/drawingml/2006/main">
            <a:r>
              <a:t>- execute() runs once during each scheduler iteration and calls the required subsystem methods.</a:t>
            </a:r>
          </a:p>
          <a:p xmlns:a="http://schemas.openxmlformats.org/drawingml/2006/main">
            <a:r>
              <a:t>- isFinished() tells the scheduler whether the command has completed.</a:t>
            </a:r>
          </a:p>
          <a:p xmlns:a="http://schemas.openxmlformats.org/drawingml/2006/main">
            <a:r>
              <a:t>- If isFinished() returns false, the command remains scheduled and executes again during the next iteration.</a:t>
            </a:r>
          </a:p>
          <a:p xmlns:a="http://schemas.openxmlformats.org/drawingml/2006/main">
            <a:r>
              <a:t>- end(false) runs after normal completion, while end(true) runs after cancellation or interruption.</a:t>
            </a:r>
          </a:p>
          <a:p xmlns:a="http://schemas.openxmlformats.org/drawingml/2006/main">
            <a:r>
              <a:t>- Cleanup belongs in end(). The belt and roller commands stop their motors there.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 commands require BeltSubsystem. RollerCommand requires RollerSubsystem, so the scheduler may run a belt command and RollerCommand concurrently. It will not schedule two commands that require BeltSubsystem at the same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DriveTeleopCommand requires DriveSubsystem and does not finish on its own. CommandScheduler schedules it as the subsystem's default command whenever no other scheduled command requires DriveSubsystem.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- C:/Users/dmona/2020FrcRobotCode/2020v2/2020/src/main/java/frc/robot/commands/DriveTeleopCommand.java</a:t>
            </a:r>
          </a:p>
          <a:p xmlns:a="http://schemas.openxmlformats.org/drawingml/2006/main">
            <a:r>
              <a:t>- C:/Users/dmona/2020FrcRobotCode/2020v2/2020/src/main/java/frc/robot/commands/SlowDriveCommand.java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BeltInCommand and BeltOutCommand compete for BeltSubsystem. RollerCommand uses RollerSubsystem, so it can run with either belt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C:/Users/dmona/2020FrcRobotCode/2020v2/2020/src/main/java/frc/robot/commands/BeltOutCommand.java</a:t>
            </a:r>
          </a:p>
          <a:p xmlns:a="http://schemas.openxmlformats.org/drawingml/2006/main">
            <a:r>
              <a:t>- C:/Users/dmona/2020FrcRobotCode/2020v2/2020/src/main/java/frc/robot/commands/RollerCommand.java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controller's Y method returns a Trigger. Trigger.onTrue schedules ToggleClimberArmsCommand when the condition changes from false to true, so holding Y does not repeatedly schedule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C:/Users/dmona/2020FrcRobotCode/2020v2/2020/src/main/java/frc/robot/commands/ToggleClimberArmsCommand.java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driver Xbox controller supplies the left-stick and right-stick Y-axis values.</a:t>
            </a:r>
          </a:p>
          <a:p xmlns:a="http://schemas.openxmlformats.org/drawingml/2006/main">
            <a:r>
              <a:t>- DriveTeleopCommand is the default command for DriveSubsystem, so CommandScheduler schedules it whenever the subsystem is available.</a:t>
            </a:r>
          </a:p>
          <a:p xmlns:a="http://schemas.openxmlformats.org/drawingml/2006/main">
            <a:r>
              <a:t>- On each scheduler iteration, execute() reads both axis suppliers and applies the active normal or slow scale.</a:t>
            </a:r>
          </a:p>
          <a:p xmlns:a="http://schemas.openxmlformats.org/drawingml/2006/main">
            <a:r>
              <a:t>- DriveTeleopCommand calls DriveSubsystem.drive(left, right).</a:t>
            </a:r>
          </a:p>
          <a:p xmlns:a="http://schemas.openxmlformats.org/drawingml/2006/main">
            <a:r>
              <a:t>- DriveSubsystem sends the two values to four Talon objects on PWM channels 0 through 3.</a:t>
            </a:r>
          </a:p>
          <a:p xmlns:a="http://schemas.openxmlformats.org/drawingml/2006/main">
            <a:r>
              <a:t>- The right motor pair is inverted once inside DriveSubsystem so positive input drives both sides forward.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C:/Users/dmona/2020FrcRobotCode/2020v2/2020/src/main/java/frc/robot/commands/DriveTeleopCommand.java</a:t>
            </a:r>
          </a:p>
          <a:p xmlns:a="http://schemas.openxmlformats.org/drawingml/2006/main">
            <a:r>
              <a:t>- C:/Users/dmona/2020FrcRobotCode/2020v2/2020/src/main/java/frc/robot/subsystems/DriveSubsystem.java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A Trigger schedules BeltInCommand through whileTrue. BeltInCommand remains scheduled because isFinished() returns false. When A becomes false, the Trigger cancels the command and CommandScheduler calls end(true), which stops BeltSubsystem.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C:/Users/dmona/2020FrcRobotCode/2020v2/2020/src/main/java/frc/robot/subsystems/BeltSubsystem.java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Operator Y becomes active on the operator Xbox controller.</a:t>
            </a:r>
          </a:p>
          <a:p xmlns:a="http://schemas.openxmlformats.org/drawingml/2006/main">
            <a:r>
              <a:t>- The onTrue binding schedules ToggleClimberArmsCommand once on the false-to-true transition.</a:t>
            </a:r>
          </a:p>
          <a:p xmlns:a="http://schemas.openxmlformats.org/drawingml/2006/main">
            <a:r>
              <a:t>- CommandScheduler checks the ClimberSubsystem requirement before scheduling the command.</a:t>
            </a:r>
          </a:p>
          <a:p xmlns:a="http://schemas.openxmlformats.org/drawingml/2006/main">
            <a:r>
              <a:t>- initialize() calls ClimberSubsystem.toggleArms() once.</a:t>
            </a:r>
          </a:p>
          <a:p xmlns:a="http://schemas.openxmlformats.org/drawingml/2006/main">
            <a:r>
              <a:t>- ClimberSubsystem changes both DoubleSolenoid objects between forward and reverse states.</a:t>
            </a:r>
          </a:p>
          <a:p xmlns:a="http://schemas.openxmlformats.org/drawingml/2006/main">
            <a:r>
              <a:t>- The DoubleSolenoid objects address CTRE PCM module 0 on channel pairs 0/1 and 2/3; the PCM communicates with the roboRIO over 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C:/Users/dmona/2020FrcRobotCode/2020v2/2020/src/main/java/frc/robot/commands/ToggleClimberArmsCommand.java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concrete reading path rather than summarizing the development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c89e5828946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2948071074a38" /><Relationship Type="http://schemas.openxmlformats.org/officeDocument/2006/relationships/slideLayout" Target="/ppt/slideLayouts/slideLayout1.xml" Id="R70518f39340b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18f39340b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57b6dda48466b" /><Relationship Type="http://schemas.openxmlformats.org/officeDocument/2006/relationships/notesSlide" Target="/ppt/notesSlides/notesSlide1.xml" Id="Re776bc64b8e149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33b8dcc6c41a1" /><Relationship Type="http://schemas.openxmlformats.org/officeDocument/2006/relationships/notesSlide" Target="/ppt/notesSlides/notesSlide2.xml" Id="R058a90d2cdae47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ec01a804a426a" /><Relationship Type="http://schemas.openxmlformats.org/officeDocument/2006/relationships/image" Target="/ppt/media/image.png" Id="R7a14cd34327340d2" /><Relationship Type="http://schemas.openxmlformats.org/officeDocument/2006/relationships/notesSlide" Target="/ppt/notesSlides/notesSlide3.xml" Id="R9a86088d4c984b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06de4bdf24e57" /><Relationship Type="http://schemas.openxmlformats.org/officeDocument/2006/relationships/notesSlide" Target="/ppt/notesSlides/notesSlide4.xml" Id="R8e9ed7252b5b49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192a00669452b" /><Relationship Type="http://schemas.openxmlformats.org/officeDocument/2006/relationships/notesSlide" Target="/ppt/notesSlides/notesSlide5.xml" Id="R2806997b715142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ab40b619349b3" /><Relationship Type="http://schemas.openxmlformats.org/officeDocument/2006/relationships/notesSlide" Target="/ppt/notesSlides/notesSlide6.xml" Id="R07bb729a758d40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99262ac5a44c7" /><Relationship Type="http://schemas.openxmlformats.org/officeDocument/2006/relationships/notesSlide" Target="/ppt/notesSlides/notesSlide7.xml" Id="R37bf4101900a46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3e06ec8dc41d8" /><Relationship Type="http://schemas.openxmlformats.org/officeDocument/2006/relationships/notesSlide" Target="/ppt/notesSlides/notesSlide8.xml" Id="Rc93fcdc3c1f6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5df224bc244f7" /><Relationship Type="http://schemas.openxmlformats.org/officeDocument/2006/relationships/notesSlide" Target="/ppt/notesSlides/notesSlide9.xml" Id="Rb964380784144c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9f1f444d4130" /><Relationship Type="http://schemas.openxmlformats.org/officeDocument/2006/relationships/notesSlide" Target="/ppt/notesSlides/notesSlide10.xml" Id="R55a53880f90a4c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8ccac88464ded" /><Relationship Type="http://schemas.openxmlformats.org/officeDocument/2006/relationships/notesSlide" Target="/ppt/notesSlides/notesSlide11.xml" Id="R99a88034ba6c43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f1024eedd4616" /><Relationship Type="http://schemas.openxmlformats.org/officeDocument/2006/relationships/notesSlide" Target="/ppt/notesSlides/notesSlide12.xml" Id="R39974608198a44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bc23c1f8049bd" /><Relationship Type="http://schemas.openxmlformats.org/officeDocument/2006/relationships/notesSlide" Target="/ppt/notesSlides/notesSlide13.xml" Id="R2a0e6b2b52b740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7ae3c695e4a9a" /><Relationship Type="http://schemas.openxmlformats.org/officeDocument/2006/relationships/notesSlide" Target="/ppt/notesSlides/notesSlide14.xml" Id="R579a19151b9244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e10fc2bf4538" /><Relationship Type="http://schemas.openxmlformats.org/officeDocument/2006/relationships/notesSlide" Target="/ppt/notesSlides/notesSlide15.xml" Id="R60bdb9336c9344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b42719c084c56" /><Relationship Type="http://schemas.openxmlformats.org/officeDocument/2006/relationships/notesSlide" Target="/ppt/notesSlides/notesSlide16.xml" Id="R8a38f494e05547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0dd8891b14e72" /><Relationship Type="http://schemas.openxmlformats.org/officeDocument/2006/relationships/notesSlide" Target="/ppt/notesSlides/notesSlide17.xml" Id="R12ac9f8949c146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fd01561cb4540" /><Relationship Type="http://schemas.openxmlformats.org/officeDocument/2006/relationships/notesSlide" Target="/ppt/notesSlides/notesSlide18.xml" Id="R1b1231770ed341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A124-D1EA-4DE7-A661-E5756A5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FRC ROBOT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6DE1D-E2E0-4270-8D35-B58DE85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finished command-based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F32E-A4DF-4A94-8E76-A906034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Four passes: physical robot, software structure, runtime behavior, and code traces</a:t>
            </a:r>
          </a:p>
        </p:txBody>
      </p:sp>
      <p:sp>
        <p:nvSpPr>
          <p:cNvPr id="4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7183396E-3FF3-4395-8840-D2A05F5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52750" cy="40005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06FD-D4F0-4A99-B450-31B0079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PASS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85A6-3032-4401-B6CD-B2EFB96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53BB-68E3-4475-B2E1-44FC686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D31C3-E416-49C0-97F2-A951056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B3FD6-1BB9-43CF-BA99-92AD8A0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PASS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171E-1B60-4124-87AB-A5A8B7B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472FD-713A-4C23-8316-9844D67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PASS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08C96-3D5E-4836-BD01-634782C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WPILib 2026.2.1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0E9125-7A65-4727-9BFE-4D45A12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1E125B-081A-4A64-95F0-82D8AE1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93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20366A-E87B-4EE0-9356-6CBC407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1: PHYSICAL ROBOT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923DF-0FEC-4EEC-A188-6111374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Four subsystems share the CommandScheduler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FE2078-C5DF-4DD3-9467-723396B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subsystem encapsulates separate hardware, so commands for different subsystems can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D85D80-AE19-45D8-8B3A-55BA2AD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main-0">
            <a:extLst xmlns:a="http://schemas.openxmlformats.org/drawingml/2006/main">
              <a:ext uri="{FF2B5EF4-FFF2-40B4-BE49-F238E27FC236}">
                <a16:creationId xmlns:a16="http://schemas.microsoft.com/office/drawing/2014/main" id="{9E6DD2E8-DF25-415B-9AFD-86725B1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B387F-8D24-4CBB-A29C-B833B1B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18474-D259-44EE-9715-94197C6F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 Talon motor controllers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241D-340E-4DDE-8AF9-AECFFC9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Default command</a:t>
            </a:r>
          </a:p>
        </p:txBody>
      </p:sp>
      <p:sp>
        <p:nvSpPr>
          <p:cNvPr id="9" name="domain-1">
            <a:extLst xmlns:a="http://schemas.openxmlformats.org/drawingml/2006/main">
              <a:ext uri="{FF2B5EF4-FFF2-40B4-BE49-F238E27FC236}">
                <a16:creationId xmlns:a16="http://schemas.microsoft.com/office/drawing/2014/main" id="{48FA02EF-F5E9-4E1A-8C21-E5403B4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CFB05-27B0-4030-B138-50E1D8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620C2-346C-4676-BDE9-8D3CFE6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912F1-6850-4B91-A49B-3381464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3DFF3078-97FB-4122-A512-3D3B664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C537E-191D-429B-82E6-EE0F30E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39AC-21B0-41B6-81A3-F188D6A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DAE41-8C58-4DE0-8A68-2785CFE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</a:t>
            </a:r>
          </a:p>
        </p:txBody>
      </p:sp>
      <p:sp>
        <p:nvSpPr>
          <p:cNvPr id="17" name="domain-3">
            <a:extLst xmlns:a="http://schemas.openxmlformats.org/drawingml/2006/main">
              <a:ext uri="{FF2B5EF4-FFF2-40B4-BE49-F238E27FC236}">
                <a16:creationId xmlns:a16="http://schemas.microsoft.com/office/drawing/2014/main" id="{F127421D-DD7B-4160-BC18-9E57ED1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5E0B-4AAC-4D98-B33C-B5B38EA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C76EB-9132-4548-BCD2-D1203F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 solenoids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E9AAD-F899-47AD-ACBA-54E9190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Trigger.onTrue binding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7A41E-F3AF-4289-88C8-1E1E339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82296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436F-5E24-489F-9173-AFE398BE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constructs the subsystems. CommandScheduler schedules their commands.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17E4CA-9F57-4189-BAA8-8714306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2E5D3D-D9D0-46D4-964E-46A3B71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51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20D447-86AE-4008-99FF-64CF9A9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1: PHYSICAL ROBOT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CB98C-3708-48EB-B1DE-07F79B89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software map follows the robot's actuator wiring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052F71-2B50-4B69-9E15-E65119E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connects the motor controllers. The roboRIO communicates with CTRE PCM 0 over CAN.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3538AE-2D8B-4D57-9D05-2F085FD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ware-table-cell-0-0">
            <a:extLst xmlns:a="http://schemas.openxmlformats.org/drawingml/2006/main">
              <a:ext uri="{FF2B5EF4-FFF2-40B4-BE49-F238E27FC236}">
                <a16:creationId xmlns:a16="http://schemas.microsoft.com/office/drawing/2014/main" id="{7BAA3EE5-76E4-4ABF-84DB-11361DF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ardware-table-text-0-0">
            <a:extLst xmlns:a="http://schemas.openxmlformats.org/drawingml/2006/main">
              <a:ext uri="{FF2B5EF4-FFF2-40B4-BE49-F238E27FC236}">
                <a16:creationId xmlns:a16="http://schemas.microsoft.com/office/drawing/2014/main" id="{06D55707-6D09-4BF5-BA4E-7C08219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7" name="hardware-table-cell-0-1">
            <a:extLst xmlns:a="http://schemas.openxmlformats.org/drawingml/2006/main">
              <a:ext uri="{FF2B5EF4-FFF2-40B4-BE49-F238E27FC236}">
                <a16:creationId xmlns:a16="http://schemas.microsoft.com/office/drawing/2014/main" id="{D5A06C51-9865-4126-9C7C-D8A81AF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ardware-table-text-0-1">
            <a:extLst xmlns:a="http://schemas.openxmlformats.org/drawingml/2006/main">
              <a:ext uri="{FF2B5EF4-FFF2-40B4-BE49-F238E27FC236}">
                <a16:creationId xmlns:a16="http://schemas.microsoft.com/office/drawing/2014/main" id="{F4E261B0-E0E4-4309-9FC1-8F2CF87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9" name="hardware-table-cell-0-2">
            <a:extLst xmlns:a="http://schemas.openxmlformats.org/drawingml/2006/main">
              <a:ext uri="{FF2B5EF4-FFF2-40B4-BE49-F238E27FC236}">
                <a16:creationId xmlns:a16="http://schemas.microsoft.com/office/drawing/2014/main" id="{2C54FB0E-4F68-49AE-9186-9A9ADF6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90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ardware-table-text-0-2">
            <a:extLst xmlns:a="http://schemas.openxmlformats.org/drawingml/2006/main">
              <a:ext uri="{FF2B5EF4-FFF2-40B4-BE49-F238E27FC236}">
                <a16:creationId xmlns:a16="http://schemas.microsoft.com/office/drawing/2014/main" id="{3E94B4B7-3879-49A9-BC98-1A2BB66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Connection / channel</a:t>
            </a:r>
          </a:p>
        </p:txBody>
      </p:sp>
      <p:sp>
        <p:nvSpPr>
          <p:cNvPr id="13" name="hardware-table-cell-1-0">
            <a:extLst xmlns:a="http://schemas.openxmlformats.org/drawingml/2006/main">
              <a:ext uri="{FF2B5EF4-FFF2-40B4-BE49-F238E27FC236}">
                <a16:creationId xmlns:a16="http://schemas.microsoft.com/office/drawing/2014/main" id="{99D8FA02-60DE-4BFE-97DD-E6B615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ardware-table-text-1-0">
            <a:extLst xmlns:a="http://schemas.openxmlformats.org/drawingml/2006/main">
              <a:ext uri="{FF2B5EF4-FFF2-40B4-BE49-F238E27FC236}">
                <a16:creationId xmlns:a16="http://schemas.microsoft.com/office/drawing/2014/main" id="{0545CC51-D78A-4B5C-9F00-4B1D03C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drivetrain</a:t>
            </a:r>
          </a:p>
        </p:txBody>
      </p:sp>
      <p:sp>
        <p:nvSpPr>
          <p:cNvPr id="15" name="hardware-table-cell-1-1">
            <a:extLst xmlns:a="http://schemas.openxmlformats.org/drawingml/2006/main">
              <a:ext uri="{FF2B5EF4-FFF2-40B4-BE49-F238E27FC236}">
                <a16:creationId xmlns:a16="http://schemas.microsoft.com/office/drawing/2014/main" id="{C424B944-56B6-4F99-A187-702E405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ardware-table-text-1-1">
            <a:extLst xmlns:a="http://schemas.openxmlformats.org/drawingml/2006/main">
              <a:ext uri="{FF2B5EF4-FFF2-40B4-BE49-F238E27FC236}">
                <a16:creationId xmlns:a16="http://schemas.microsoft.com/office/drawing/2014/main" id="{D1B796CB-4039-4862-A14A-4F1A53E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17" name="hardware-table-cell-1-2">
            <a:extLst xmlns:a="http://schemas.openxmlformats.org/drawingml/2006/main">
              <a:ext uri="{FF2B5EF4-FFF2-40B4-BE49-F238E27FC236}">
                <a16:creationId xmlns:a16="http://schemas.microsoft.com/office/drawing/2014/main" id="{E8ADBBB4-8720-4CDB-A566-F5D9655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ardware-table-text-1-2">
            <a:extLst xmlns:a="http://schemas.openxmlformats.org/drawingml/2006/main">
              <a:ext uri="{FF2B5EF4-FFF2-40B4-BE49-F238E27FC236}">
                <a16:creationId xmlns:a16="http://schemas.microsoft.com/office/drawing/2014/main" id="{1A16BF7A-1949-44DA-ACD3-9DBC35B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0 and 1</a:t>
            </a:r>
          </a:p>
        </p:txBody>
      </p:sp>
      <p:sp>
        <p:nvSpPr>
          <p:cNvPr id="21" name="hardware-table-cell-2-0">
            <a:extLst xmlns:a="http://schemas.openxmlformats.org/drawingml/2006/main">
              <a:ext uri="{FF2B5EF4-FFF2-40B4-BE49-F238E27FC236}">
                <a16:creationId xmlns:a16="http://schemas.microsoft.com/office/drawing/2014/main" id="{74BE3E48-3070-409E-8A40-5437408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ardware-table-text-2-0">
            <a:extLst xmlns:a="http://schemas.openxmlformats.org/drawingml/2006/main">
              <a:ext uri="{FF2B5EF4-FFF2-40B4-BE49-F238E27FC236}">
                <a16:creationId xmlns:a16="http://schemas.microsoft.com/office/drawing/2014/main" id="{428E62EE-153F-4780-B861-57F6AD4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drivetrain</a:t>
            </a:r>
          </a:p>
        </p:txBody>
      </p:sp>
      <p:sp>
        <p:nvSpPr>
          <p:cNvPr id="23" name="hardware-table-cell-2-1">
            <a:extLst xmlns:a="http://schemas.openxmlformats.org/drawingml/2006/main">
              <a:ext uri="{FF2B5EF4-FFF2-40B4-BE49-F238E27FC236}">
                <a16:creationId xmlns:a16="http://schemas.microsoft.com/office/drawing/2014/main" id="{D2872D21-CC3F-4725-BA6A-0FDAE9F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ardware-table-text-2-1">
            <a:extLst xmlns:a="http://schemas.openxmlformats.org/drawingml/2006/main">
              <a:ext uri="{FF2B5EF4-FFF2-40B4-BE49-F238E27FC236}">
                <a16:creationId xmlns:a16="http://schemas.microsoft.com/office/drawing/2014/main" id="{1BD5C605-0A45-41A4-87E2-6EB3596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25" name="hardware-table-cell-2-2">
            <a:extLst xmlns:a="http://schemas.openxmlformats.org/drawingml/2006/main">
              <a:ext uri="{FF2B5EF4-FFF2-40B4-BE49-F238E27FC236}">
                <a16:creationId xmlns:a16="http://schemas.microsoft.com/office/drawing/2014/main" id="{05C53C54-BB41-4810-85FB-C1296C7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ardware-table-text-2-2">
            <a:extLst xmlns:a="http://schemas.openxmlformats.org/drawingml/2006/main">
              <a:ext uri="{FF2B5EF4-FFF2-40B4-BE49-F238E27FC236}">
                <a16:creationId xmlns:a16="http://schemas.microsoft.com/office/drawing/2014/main" id="{B4AB9608-8FF4-42C4-B717-05811B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3 and 2</a:t>
            </a:r>
          </a:p>
        </p:txBody>
      </p:sp>
      <p:sp>
        <p:nvSpPr>
          <p:cNvPr id="29" name="hardware-table-cell-3-0">
            <a:extLst xmlns:a="http://schemas.openxmlformats.org/drawingml/2006/main">
              <a:ext uri="{FF2B5EF4-FFF2-40B4-BE49-F238E27FC236}">
                <a16:creationId xmlns:a16="http://schemas.microsoft.com/office/drawing/2014/main" id="{EB938E54-A612-4ED0-8FC0-A7949DC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ardware-table-text-3-0">
            <a:extLst xmlns:a="http://schemas.openxmlformats.org/drawingml/2006/main">
              <a:ext uri="{FF2B5EF4-FFF2-40B4-BE49-F238E27FC236}">
                <a16:creationId xmlns:a16="http://schemas.microsoft.com/office/drawing/2014/main" id="{DE2B1139-8024-40F7-A0F1-F512313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31" name="hardware-table-cell-3-1">
            <a:extLst xmlns:a="http://schemas.openxmlformats.org/drawingml/2006/main">
              <a:ext uri="{FF2B5EF4-FFF2-40B4-BE49-F238E27FC236}">
                <a16:creationId xmlns:a16="http://schemas.microsoft.com/office/drawing/2014/main" id="{5495E842-27D4-46C9-A3AF-28A36EB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ardware-table-text-3-1">
            <a:extLst xmlns:a="http://schemas.openxmlformats.org/drawingml/2006/main">
              <a:ext uri="{FF2B5EF4-FFF2-40B4-BE49-F238E27FC236}">
                <a16:creationId xmlns:a16="http://schemas.microsoft.com/office/drawing/2014/main" id="{2F18A062-608A-41C9-9C9F-B428E60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33" name="hardware-table-cell-3-2">
            <a:extLst xmlns:a="http://schemas.openxmlformats.org/drawingml/2006/main">
              <a:ext uri="{FF2B5EF4-FFF2-40B4-BE49-F238E27FC236}">
                <a16:creationId xmlns:a16="http://schemas.microsoft.com/office/drawing/2014/main" id="{ED4B427D-7087-4898-BB97-1E59AF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ardware-table-text-3-2">
            <a:extLst xmlns:a="http://schemas.openxmlformats.org/drawingml/2006/main">
              <a:ext uri="{FF2B5EF4-FFF2-40B4-BE49-F238E27FC236}">
                <a16:creationId xmlns:a16="http://schemas.microsoft.com/office/drawing/2014/main" id="{A654D651-884A-4B98-A4E4-7282444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5</a:t>
            </a:r>
          </a:p>
        </p:txBody>
      </p:sp>
      <p:sp>
        <p:nvSpPr>
          <p:cNvPr id="37" name="hardware-table-cell-4-0">
            <a:extLst xmlns:a="http://schemas.openxmlformats.org/drawingml/2006/main">
              <a:ext uri="{FF2B5EF4-FFF2-40B4-BE49-F238E27FC236}">
                <a16:creationId xmlns:a16="http://schemas.microsoft.com/office/drawing/2014/main" id="{09E9F3E1-592F-43AD-BF31-DADFFCE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ardware-table-text-4-0">
            <a:extLst xmlns:a="http://schemas.openxmlformats.org/drawingml/2006/main">
              <a:ext uri="{FF2B5EF4-FFF2-40B4-BE49-F238E27FC236}">
                <a16:creationId xmlns:a16="http://schemas.microsoft.com/office/drawing/2014/main" id="{CEB804B6-EF5F-4C25-8838-FFCD235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39" name="hardware-table-cell-4-1">
            <a:extLst xmlns:a="http://schemas.openxmlformats.org/drawingml/2006/main">
              <a:ext uri="{FF2B5EF4-FFF2-40B4-BE49-F238E27FC236}">
                <a16:creationId xmlns:a16="http://schemas.microsoft.com/office/drawing/2014/main" id="{EDFB9A88-A1C7-4727-952C-D072E63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0" name="hardware-table-text-4-1">
            <a:extLst xmlns:a="http://schemas.openxmlformats.org/drawingml/2006/main">
              <a:ext uri="{FF2B5EF4-FFF2-40B4-BE49-F238E27FC236}">
                <a16:creationId xmlns:a16="http://schemas.microsoft.com/office/drawing/2014/main" id="{2303308D-9807-42CE-B7B4-4109584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41" name="hardware-table-cell-4-2">
            <a:extLst xmlns:a="http://schemas.openxmlformats.org/drawingml/2006/main">
              <a:ext uri="{FF2B5EF4-FFF2-40B4-BE49-F238E27FC236}">
                <a16:creationId xmlns:a16="http://schemas.microsoft.com/office/drawing/2014/main" id="{A2B7564F-58BC-4266-8EBF-68C75D4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2" name="hardware-table-text-4-2">
            <a:extLst xmlns:a="http://schemas.openxmlformats.org/drawingml/2006/main">
              <a:ext uri="{FF2B5EF4-FFF2-40B4-BE49-F238E27FC236}">
                <a16:creationId xmlns:a16="http://schemas.microsoft.com/office/drawing/2014/main" id="{2C935CBD-8249-40E4-B177-1CBF52D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4</a:t>
            </a:r>
          </a:p>
        </p:txBody>
      </p:sp>
      <p:sp>
        <p:nvSpPr>
          <p:cNvPr id="45" name="hardware-table-cell-5-0">
            <a:extLst xmlns:a="http://schemas.openxmlformats.org/drawingml/2006/main">
              <a:ext uri="{FF2B5EF4-FFF2-40B4-BE49-F238E27FC236}">
                <a16:creationId xmlns:a16="http://schemas.microsoft.com/office/drawing/2014/main" id="{19E6A5FA-6300-4DA3-9016-EF8C49F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6" name="hardware-table-text-5-0">
            <a:extLst xmlns:a="http://schemas.openxmlformats.org/drawingml/2006/main">
              <a:ext uri="{FF2B5EF4-FFF2-40B4-BE49-F238E27FC236}">
                <a16:creationId xmlns:a16="http://schemas.microsoft.com/office/drawing/2014/main" id="{80477EB4-8832-4FD6-B7B4-42C7540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47" name="hardware-table-cell-5-1">
            <a:extLst xmlns:a="http://schemas.openxmlformats.org/drawingml/2006/main">
              <a:ext uri="{FF2B5EF4-FFF2-40B4-BE49-F238E27FC236}">
                <a16:creationId xmlns:a16="http://schemas.microsoft.com/office/drawing/2014/main" id="{84D09468-D468-4832-9E20-8DA3B79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8" name="hardware-table-text-5-1">
            <a:extLst xmlns:a="http://schemas.openxmlformats.org/drawingml/2006/main">
              <a:ext uri="{FF2B5EF4-FFF2-40B4-BE49-F238E27FC236}">
                <a16:creationId xmlns:a16="http://schemas.microsoft.com/office/drawing/2014/main" id="{CBE5D07E-F41B-4453-BE23-7C782C0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DoubleSolenoid objects</a:t>
            </a:r>
          </a:p>
        </p:txBody>
      </p:sp>
      <p:sp>
        <p:nvSpPr>
          <p:cNvPr id="49" name="hardware-table-cell-5-2">
            <a:extLst xmlns:a="http://schemas.openxmlformats.org/drawingml/2006/main">
              <a:ext uri="{FF2B5EF4-FFF2-40B4-BE49-F238E27FC236}">
                <a16:creationId xmlns:a16="http://schemas.microsoft.com/office/drawing/2014/main" id="{3EAB05C8-E4AA-4E21-922B-8A3FD3E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0" name="hardware-table-text-5-2">
            <a:extLst xmlns:a="http://schemas.openxmlformats.org/drawingml/2006/main">
              <a:ext uri="{FF2B5EF4-FFF2-40B4-BE49-F238E27FC236}">
                <a16:creationId xmlns:a16="http://schemas.microsoft.com/office/drawing/2014/main" id="{4ED71D25-0619-4138-828C-D357447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768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 ID 0; solenoid channels 0/1 and 2/3</a:t>
            </a:r>
          </a:p>
        </p:txBody>
      </p:sp>
      <p:sp>
        <p:nvSpPr>
          <p:cNvPr id="5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4FD0F5-181B-452F-BAF0-4BEF9CE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5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761F37-6636-4C42-AC49-A7B8695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4cd34327340d2"/>
          <a:stretch xmlns:a="http://schemas.openxmlformats.org/drawingml/2006/main"/>
        </p:blipFill>
        <p:spPr>
          <a:xfrm xmlns:a="http://schemas.openxmlformats.org/drawingml/2006/main">
            <a:off x="8096250" y="1986803"/>
            <a:ext cx="3143250" cy="2884394"/>
          </a:xfrm>
          <a:prstGeom xmlns:a="http://schemas.openxmlformats.org/drawingml/2006/main" prst="rect">
            <a:avLst/>
          </a:prstGeom>
        </p:spPr>
      </p:pic>
      <p:sp>
        <p:nvSpPr>
          <p:cNvPr id="57" name="pwm-header-highlight">
            <a:extLst xmlns:a="http://schemas.openxmlformats.org/drawingml/2006/main">
              <a:ext uri="{FF2B5EF4-FFF2-40B4-BE49-F238E27FC236}">
                <a16:creationId xmlns:a16="http://schemas.microsoft.com/office/drawing/2014/main" id="{B6E82571-C1FD-4B43-A119-174CB89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38425"/>
            <a:ext cx="3143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BE3D"/>
            </a:solidFill>
            <a:prstDash val="solid"/>
          </a:ln>
        </p:spPr>
      </p:sp>
      <p:sp>
        <p:nvSpPr>
          <p:cNvPr id="58" name="pwm-header-label">
            <a:extLst xmlns:a="http://schemas.openxmlformats.org/drawingml/2006/main">
              <a:ext uri="{FF2B5EF4-FFF2-40B4-BE49-F238E27FC236}">
                <a16:creationId xmlns:a16="http://schemas.microsoft.com/office/drawing/2014/main" id="{A0FA9A56-C417-4E54-B23D-398ADF0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91050"/>
            <a:ext cx="1857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14288">
            <a:solidFill>
              <a:srgbClr val="FFBE3D"/>
            </a:solidFill>
            <a:prstDash val="solid"/>
          </a:ln>
        </p:spPr>
        <p:txBody>
          <a:bodyPr xmlns:a="http://schemas.openxmlformats.org/drawingml/2006/main" lIns="38100" tIns="0" rIns="381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outputs 0-9</a:t>
            </a:r>
          </a:p>
        </p:txBody>
      </p:sp>
      <p:sp>
        <p:nvSpPr>
          <p:cNvPr id="59" name="roboRIO-image-credit">
            <a:extLst xmlns:a="http://schemas.openxmlformats.org/drawingml/2006/main">
              <a:ext uri="{FF2B5EF4-FFF2-40B4-BE49-F238E27FC236}">
                <a16:creationId xmlns:a16="http://schemas.microsoft.com/office/drawing/2014/main" id="{E71E8314-6DC0-40C4-B376-8156D2C8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E7188"/>
                </a:solidFill>
                <a:latin typeface="Aptos"/>
                <a:ea typeface="Aptos"/>
                <a:cs typeface="Aptos"/>
              </a:rPr>
              <a:t>NI roboRIO | WPILib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92645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181964-3E45-474D-BE42-948B7E3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1: PHYSICAL ROBOT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4E52D-6971-42F7-BC5F-56AE520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Two Xbox controllers separate driving from mechanism control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B3037E-20E3-451C-9B2D-3E4EEE6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driver owns tank drive; the operator owns the belt, roller, and climber.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D9933A-AE42-4682-88BE-99B4D2F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roller-0">
            <a:extLst xmlns:a="http://schemas.openxmlformats.org/drawingml/2006/main">
              <a:ext uri="{FF2B5EF4-FFF2-40B4-BE49-F238E27FC236}">
                <a16:creationId xmlns:a16="http://schemas.microsoft.com/office/drawing/2014/main" id="{BDDA0BB5-C205-4A06-BF92-374502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E05B-D352-450F-B294-C8A7FE7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USB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192F-D7D4-48FC-9DC1-25ABE4D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Xbox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5923-DFBD-46BA-9A84-60069B0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stick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0A51C-08EF-4F51-9AB8-50849F4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B469C-1C02-4A21-A62E-67A24B5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stick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6596-231B-4D9B-B9DE-D402916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 output</a:t>
            </a:r>
          </a:p>
        </p:txBody>
      </p:sp>
      <p:sp>
        <p:nvSpPr>
          <p:cNvPr id="12" name="controller-1">
            <a:extLst xmlns:a="http://schemas.openxmlformats.org/drawingml/2006/main">
              <a:ext uri="{FF2B5EF4-FFF2-40B4-BE49-F238E27FC236}">
                <a16:creationId xmlns:a16="http://schemas.microsoft.com/office/drawing/2014/main" id="{6781C98F-FB9E-42A2-B83C-D79856A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4BAC-5A3C-41C1-8D55-3FC779B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C287-92F7-4149-9F3B-3ED7B25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Slow drive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074D2-B2E5-417C-AA60-98A25E9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3BBA4-F2F6-4710-9889-E45412A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Hold for 0.4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77BD-3880-4554-AD02-DC15FC5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Release for 0.8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79E3-1DBC-4EC5-89B7-9FD3D31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control only</a:t>
            </a:r>
          </a:p>
        </p:txBody>
      </p:sp>
      <p:sp>
        <p:nvSpPr>
          <p:cNvPr id="19" name="controller-2">
            <a:extLst xmlns:a="http://schemas.openxmlformats.org/drawingml/2006/main">
              <a:ext uri="{FF2B5EF4-FFF2-40B4-BE49-F238E27FC236}">
                <a16:creationId xmlns:a16="http://schemas.microsoft.com/office/drawing/2014/main" id="{732220BA-CD98-431D-953C-825CB8E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F343E-B5C4-4975-8516-3194B51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BC0E1-953A-4FDC-A7B6-75ECB5C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8B75-D61C-4159-AAC2-E7F4C94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  Belt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C420-D430-4464-BBC5-CE9AF7C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   Belt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A6295-11C2-44A4-BEA4-7E4F14B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X   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E3896-0184-46C2-96ED-75074A0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Y   Climber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64C6-A955-4D08-9F50-67AF910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Two CommandXboxController instances keep driver and operator bindings distinct.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D3B33E-5BD9-4BA3-8494-A6A40C7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FDC2AC1-D5CE-4190-914F-172FFAB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771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2: SOFTWARE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 define how; commands define when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RobotContainer connects operator input to commands, and the scheduler controls when those commands run.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2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Axes and buttons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Objects and bindings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Scheduled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 ownership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WPILib hardware classes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Talon and DoubleSolenoid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polls triggers, runs scheduled commands, and enforces subsystem requirements.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C6D8DB-FA3C-4E56-AAD5-5C23722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2: SOFTWARE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F82E-5F59-4444-BF94-999C948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assembles the live robot once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E56417-A938-4757-B75C-33797AC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robotInit() constructs the container, which creates controllers, subsystems, camera capture, default commands, and Trigger bindings.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7BEB88-6838-49B3-8546-0934150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rtup-code-panel">
            <a:extLst xmlns:a="http://schemas.openxmlformats.org/drawingml/2006/main">
              <a:ext uri="{FF2B5EF4-FFF2-40B4-BE49-F238E27FC236}">
                <a16:creationId xmlns:a16="http://schemas.microsoft.com/office/drawing/2014/main" id="{97488220-CE1C-4B8C-841F-51D9968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tartup-code-accent">
            <a:extLst xmlns:a="http://schemas.openxmlformats.org/drawingml/2006/main">
              <a:ext uri="{FF2B5EF4-FFF2-40B4-BE49-F238E27FC236}">
                <a16:creationId xmlns:a16="http://schemas.microsoft.com/office/drawing/2014/main" id="{7AA02527-D4CF-48A7-BF64-2E35FAA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" cy="434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rtup-code-title">
            <a:extLst xmlns:a="http://schemas.openxmlformats.org/drawingml/2006/main">
              <a:ext uri="{FF2B5EF4-FFF2-40B4-BE49-F238E27FC236}">
                <a16:creationId xmlns:a16="http://schemas.microsoft.com/office/drawing/2014/main" id="{D8FB77EF-27CA-4269-9FA6-797B3D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STARTUP PATH</a:t>
            </a:r>
          </a:p>
        </p:txBody>
      </p:sp>
      <p:sp>
        <p:nvSpPr>
          <p:cNvPr id="8" name="startup-code-text">
            <a:extLst xmlns:a="http://schemas.openxmlformats.org/drawingml/2006/main">
              <a:ext uri="{FF2B5EF4-FFF2-40B4-BE49-F238E27FC236}">
                <a16:creationId xmlns:a16="http://schemas.microsoft.com/office/drawing/2014/main" id="{D4D5D7BE-FF62-4011-8C15-20F2A20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6959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robotInit()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robotContainer = new RobotContainer();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RobotContainer()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Constants.Operator.DRIVER_CONTROLLER);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operatorController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Constants.Operator.OPERATOR_CONTROLLER);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 = new DriveSubsystem();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 = new ClimberSubsystem();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beltSubsystem = new BeltSubsystem();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rollerSubsystem = new RollerSubsystem();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CameraServer.startAutomaticCapture(0);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configureDefaultCommands();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configureBindings();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3E44-A434-4BEC-835F-21EF0F88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After construction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DF1B579D-7541-4A53-85A3-FE76240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493AEF60-9BAC-471B-9AB2-19BDD99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hardware object is encapsulated by one subsystem.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0CDC4D25-84A8-41AD-9BFB-3F4007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C88A7CBF-A562-4116-B733-A39FE8D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drive default command is ready.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306980A9-2F16-4A39-BBC7-B5E76E1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E3AD8519-D25F-444D-B799-D6FB5D6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 bindings are configured.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3DEBDA4E-BE39-4184-AFF4-783C61C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EDB4BF54-5826-420F-B931-33F3362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USB camera is streaming.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5919B9-3FDA-4EC5-8A38-08BDFEE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BC99321-7EB7-4FA0-91F5-11D0569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469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2: SOFTWARE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turn subsystem capabilities into robot actions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Subsystems define how hardware operates; commands define when each action runs.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2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Defines a capability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Packages one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Declare subsystem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 or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Schedules the command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CommandScheduler runs 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command calls subsystem methods; it does not access motors or solenoids directly.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B54514-A799-4817-B075-E7ED158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2: SOFTWARE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51818-DD80-4FD5-8D68-D53D698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states the operator interface in one place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EF3E47-731F-488A-A095-4544951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Trigger binding method matches the behavior: whileTrue for held actions and onTrue for one-time actions.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DF2E6C-6A6A-4FD5-8710-35D3BA0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indings-code-panel">
            <a:extLst xmlns:a="http://schemas.openxmlformats.org/drawingml/2006/main">
              <a:ext uri="{FF2B5EF4-FFF2-40B4-BE49-F238E27FC236}">
                <a16:creationId xmlns:a16="http://schemas.microsoft.com/office/drawing/2014/main" id="{607E770A-F445-4C41-BC92-7F4BBF4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54380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bindings-code-accent">
            <a:extLst xmlns:a="http://schemas.openxmlformats.org/drawingml/2006/main">
              <a:ext uri="{FF2B5EF4-FFF2-40B4-BE49-F238E27FC236}">
                <a16:creationId xmlns:a16="http://schemas.microsoft.com/office/drawing/2014/main" id="{297170B0-4D88-4702-81A2-10E07A8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445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indings-code-title">
            <a:extLst xmlns:a="http://schemas.openxmlformats.org/drawingml/2006/main">
              <a:ext uri="{FF2B5EF4-FFF2-40B4-BE49-F238E27FC236}">
                <a16:creationId xmlns:a16="http://schemas.microsoft.com/office/drawing/2014/main" id="{588A010C-5B8B-4B1F-87BD-37E10AB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RobotContainer.configureBindings()</a:t>
            </a:r>
          </a:p>
        </p:txBody>
      </p:sp>
      <p:sp>
        <p:nvSpPr>
          <p:cNvPr id="8" name="bindings-code-text">
            <a:extLst xmlns:a="http://schemas.openxmlformats.org/drawingml/2006/main">
              <a:ext uri="{FF2B5EF4-FFF2-40B4-BE49-F238E27FC236}">
                <a16:creationId xmlns:a16="http://schemas.microsoft.com/office/drawing/2014/main" id="{EF00A080-A30C-4173-B0D1-7DD3367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71437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operatorController.y()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.onTrue(new ToggleClimberArmsCommand(climberSubsystem));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operatorController.a()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BeltInCommand(beltSubsystem));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operatorController.b()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BeltOutCommand(beltSubsystem));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operatorController.x()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RollerCommand(rollerSubsystem));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driverController.rightBumper()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SlowDriveCommand(driveSpeedMode));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68B0-6AED-4F27-AFD8-07D5D189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a binding as a sentence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31F340F6-C4AD-48C5-A73D-D3A45FA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A8F1F9BF-1E87-44E5-8D18-2040E49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controller?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C8434011-AD61-43AB-9F99-05A7E2BE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3AC8DECD-3536-49AF-860E-585DE15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button?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F153759E-68D7-4B8A-82A3-1AA5319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12573C50-FA7F-4223-8714-297BDFD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Trigger binding method?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AF5647DA-E1E1-4BA4-A335-54DB13E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FCFE8678-7B5A-44B6-BF3D-3F1B3E8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command?</a:t>
            </a:r>
          </a:p>
        </p:txBody>
      </p:sp>
      <p:sp>
        <p:nvSpPr>
          <p:cNvPr id="18" name="bullets-dot-4">
            <a:extLst xmlns:a="http://schemas.openxmlformats.org/drawingml/2006/main">
              <a:ext uri="{FF2B5EF4-FFF2-40B4-BE49-F238E27FC236}">
                <a16:creationId xmlns:a16="http://schemas.microsoft.com/office/drawing/2014/main" id="{E7F7AFD8-85B4-4674-ACFF-441ACF7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s-4">
            <a:extLst xmlns:a="http://schemas.openxmlformats.org/drawingml/2006/main">
              <a:ext uri="{FF2B5EF4-FFF2-40B4-BE49-F238E27FC236}">
                <a16:creationId xmlns:a16="http://schemas.microsoft.com/office/drawing/2014/main" id="{EB914C49-B3DF-4726-A19D-0225103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subsystem does it require?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90A991-5C70-46F3-8694-6B238E0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09CA46F-78FB-4B67-B062-AB9DFB4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2859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6CA672-3E18-400E-8C44-275ADD1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3: RUNTIME BEHAVIOR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B59BF-3F15-4996-B3B0-CBA25E2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robotPeriodic() calls CommandScheduler.run() once per robot loop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441B6C-72B5-4AAF-85C4-1AFACC5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default TimedRobot period is 20 ms, producing about 50 scheduler iterations per second.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636830-9B53-4B1B-857D-BC9EDA2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heduler-code-panel">
            <a:extLst xmlns:a="http://schemas.openxmlformats.org/drawingml/2006/main">
              <a:ext uri="{FF2B5EF4-FFF2-40B4-BE49-F238E27FC236}">
                <a16:creationId xmlns:a16="http://schemas.microsoft.com/office/drawing/2014/main" id="{8C4FF6E5-0EE2-497A-93E8-687E7C60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381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cheduler-code-accent">
            <a:extLst xmlns:a="http://schemas.openxmlformats.org/drawingml/2006/main">
              <a:ext uri="{FF2B5EF4-FFF2-40B4-BE49-F238E27FC236}">
                <a16:creationId xmlns:a16="http://schemas.microsoft.com/office/drawing/2014/main" id="{A9C63144-90C0-42D9-9500-63B788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heduler-code-title">
            <a:extLst xmlns:a="http://schemas.openxmlformats.org/drawingml/2006/main">
              <a:ext uri="{FF2B5EF4-FFF2-40B4-BE49-F238E27FC236}">
                <a16:creationId xmlns:a16="http://schemas.microsoft.com/office/drawing/2014/main" id="{2AE696D0-D50D-42DF-AFCB-0BB2BFF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Robot.java</a:t>
            </a:r>
          </a:p>
        </p:txBody>
      </p:sp>
      <p:sp>
        <p:nvSpPr>
          <p:cNvPr id="8" name="scheduler-code-text">
            <a:extLst xmlns:a="http://schemas.openxmlformats.org/drawingml/2006/main">
              <a:ext uri="{FF2B5EF4-FFF2-40B4-BE49-F238E27FC236}">
                <a16:creationId xmlns:a16="http://schemas.microsoft.com/office/drawing/2014/main" id="{F7DE9472-004B-486E-9934-20C4954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81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robotPeriodic()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CommandScheduler.getInstance().run();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C8115-3A77-4D0A-BF48-4B952F1A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032AA-B71D-4511-B332-06B596F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Run subsystem periodic 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3DBC-AAF8-4B1C-9E94-18046FB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9CD3-24E9-4D27-B8F2-1F1ECEB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Poll Trigger bindings; schedule or cancel 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9D4E6-5B0F-4C97-8437-CC488ED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78100-FB58-4A8D-B823-29D68C3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 scheduled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17761-05C2-4D3E-B4AD-8EF0EB2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DFB60-4A7F-4B44-A725-A8F2A4C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 completion and call end(...)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25BDD-CEF4-45AF-808D-FA681AC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8EBEA-C83F-4BEE-A4A9-FC3BE70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 default commands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1B893-B570-487F-B426-6C8D0F7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C5E99-E644-4EF2-A4FA-0AFCC0D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Commands must return promptly so CommandScheduler.run() can finish each iteration.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C17B1F-140B-4DD7-ACF8-21EF37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D28AF44-E9D4-4434-A61E-3E10AAF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24930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BE5B55-5AD8-4040-B6D4-9FCF0B1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3: RUNTIME BEHAVIOR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F8DC2-C8AD-44CE-9CF1-126E107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run one step per scheduler iteration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8113A1-37AC-491B-9236-0C26A63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lifecycle separates setup, repeated work, completion, and cleanup.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88F431-AE58-4BD7-A253-2CB7458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fecycle-0">
            <a:extLst xmlns:a="http://schemas.openxmlformats.org/drawingml/2006/main">
              <a:ext uri="{FF2B5EF4-FFF2-40B4-BE49-F238E27FC236}">
                <a16:creationId xmlns:a16="http://schemas.microsoft.com/office/drawing/2014/main" id="{DB41D1DC-0214-4F94-93F9-5794893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8CA02-4DEE-43B7-A844-536C449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initialize()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0BBC-4DDE-47D0-B149-CECF687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when 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DAC0-8885-45C0-9BE1-1C9ED84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lifecycle-1">
            <a:extLst xmlns:a="http://schemas.openxmlformats.org/drawingml/2006/main">
              <a:ext uri="{FF2B5EF4-FFF2-40B4-BE49-F238E27FC236}">
                <a16:creationId xmlns:a16="http://schemas.microsoft.com/office/drawing/2014/main" id="{1C22FF74-69FE-4513-85E4-E7C2013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1B98C-311D-4049-A710-85CEAD4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CE4A3-0929-4E48-BEC0-906EC9D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per scheduler iteration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A14AE-E845-497C-B095-3035D10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lifecycle-2">
            <a:extLst xmlns:a="http://schemas.openxmlformats.org/drawingml/2006/main">
              <a:ext uri="{FF2B5EF4-FFF2-40B4-BE49-F238E27FC236}">
                <a16:creationId xmlns:a16="http://schemas.microsoft.com/office/drawing/2014/main" id="{BAE93C62-2D62-435F-946F-B2ACA9E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3A5A1-6E43-46FF-A40A-E3132EF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isFinished()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3D53-A06F-4C29-9CA7-7769260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Checked after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A347-69BB-4B6B-91C9-6F78B5A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lifecycle-3">
            <a:extLst xmlns:a="http://schemas.openxmlformats.org/drawingml/2006/main">
              <a:ext uri="{FF2B5EF4-FFF2-40B4-BE49-F238E27FC236}">
                <a16:creationId xmlns:a16="http://schemas.microsoft.com/office/drawing/2014/main" id="{0476A1ED-E625-414C-BACF-4F4C2CC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44EC6-5ACA-401C-9EEB-2A80AD4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end(interrupted)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9021E-FE0E-41AF-BF22-6FD2FBF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on finish or cancellation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3787C-381C-4F45-9F44-3FEE97F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BBAF-37E0-4710-B732-F4AAF43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C01D7-4477-4941-9B40-668BF42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Remain scheduled; execute again.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0CFB-8E50-450B-97B6-7905363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6972-E41E-4280-AC95-4F70143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finished or canceled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AAF75-A61C-4AE4-9568-7868E63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Call end(false) or end(true).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DA5CD-99F7-4546-9824-C829B12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36004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057AE-0150-437F-A304-7860774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 loop that never returns blocks CommandScheduler.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9CDDE7-E0F7-4665-BBB7-E0EF0A2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561E7E-4C35-47EB-8397-FF58838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1820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28C5C8-4509-4B7A-9B7A-60015F9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3: RUNTIME BEHAVIOR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FB856-49F8-4288-ABCD-559EC9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 keep competing commands off the same hardware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BBB983-BCE5-420B-8C58-AC3283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 requiring different subsystems may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B3D766-6A9E-4297-8D2A-76AC0CD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quirements-table-cell-0-0">
            <a:extLst xmlns:a="http://schemas.openxmlformats.org/drawingml/2006/main">
              <a:ext uri="{FF2B5EF4-FFF2-40B4-BE49-F238E27FC236}">
                <a16:creationId xmlns:a16="http://schemas.microsoft.com/office/drawing/2014/main" id="{7D7CCBCB-5C40-4C88-94F3-C84CFC0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requirements-table-text-0-0">
            <a:extLst xmlns:a="http://schemas.openxmlformats.org/drawingml/2006/main">
              <a:ext uri="{FF2B5EF4-FFF2-40B4-BE49-F238E27FC236}">
                <a16:creationId xmlns:a16="http://schemas.microsoft.com/office/drawing/2014/main" id="{DB4E4978-FB94-4BC3-BEFE-473402C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7" name="requirements-table-cell-0-1">
            <a:extLst xmlns:a="http://schemas.openxmlformats.org/drawingml/2006/main">
              <a:ext uri="{FF2B5EF4-FFF2-40B4-BE49-F238E27FC236}">
                <a16:creationId xmlns:a16="http://schemas.microsoft.com/office/drawing/2014/main" id="{4EA9EBB5-F1B5-40CA-898E-D25FF89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requirements-table-text-0-1">
            <a:extLst xmlns:a="http://schemas.openxmlformats.org/drawingml/2006/main">
              <a:ext uri="{FF2B5EF4-FFF2-40B4-BE49-F238E27FC236}">
                <a16:creationId xmlns:a16="http://schemas.microsoft.com/office/drawing/2014/main" id="{6AC12618-FEFB-4FF7-95D1-2025AB4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 that require it</a:t>
            </a:r>
          </a:p>
        </p:txBody>
      </p:sp>
      <p:sp>
        <p:nvSpPr>
          <p:cNvPr id="9" name="requirements-table-cell-0-2">
            <a:extLst xmlns:a="http://schemas.openxmlformats.org/drawingml/2006/main">
              <a:ext uri="{FF2B5EF4-FFF2-40B4-BE49-F238E27FC236}">
                <a16:creationId xmlns:a16="http://schemas.microsoft.com/office/drawing/2014/main" id="{A9D30643-F72A-4B7C-891F-BE3A37F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requirements-table-text-0-2">
            <a:extLst xmlns:a="http://schemas.openxmlformats.org/drawingml/2006/main">
              <a:ext uri="{FF2B5EF4-FFF2-40B4-BE49-F238E27FC236}">
                <a16:creationId xmlns:a16="http://schemas.microsoft.com/office/drawing/2014/main" id="{BA584B76-C1F6-423A-9E89-0C8D345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 result</a:t>
            </a:r>
          </a:p>
        </p:txBody>
      </p:sp>
      <p:sp>
        <p:nvSpPr>
          <p:cNvPr id="11" name="requirements-table-cell-1-0">
            <a:extLst xmlns:a="http://schemas.openxmlformats.org/drawingml/2006/main">
              <a:ext uri="{FF2B5EF4-FFF2-40B4-BE49-F238E27FC236}">
                <a16:creationId xmlns:a16="http://schemas.microsoft.com/office/drawing/2014/main" id="{C31A64CF-A83F-4230-9358-54A9920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requirements-table-text-1-0">
            <a:extLst xmlns:a="http://schemas.openxmlformats.org/drawingml/2006/main">
              <a:ext uri="{FF2B5EF4-FFF2-40B4-BE49-F238E27FC236}">
                <a16:creationId xmlns:a16="http://schemas.microsoft.com/office/drawing/2014/main" id="{F6894ED5-A61D-433D-8732-EDA0D6CE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DriveSubsystem</a:t>
            </a:r>
          </a:p>
        </p:txBody>
      </p:sp>
      <p:sp>
        <p:nvSpPr>
          <p:cNvPr id="13" name="requirements-table-cell-1-1">
            <a:extLst xmlns:a="http://schemas.openxmlformats.org/drawingml/2006/main">
              <a:ext uri="{FF2B5EF4-FFF2-40B4-BE49-F238E27FC236}">
                <a16:creationId xmlns:a16="http://schemas.microsoft.com/office/drawing/2014/main" id="{53309AED-5C53-4C88-9A43-20E10BF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requirements-table-text-1-1">
            <a:extLst xmlns:a="http://schemas.openxmlformats.org/drawingml/2006/main">
              <a:ext uri="{FF2B5EF4-FFF2-40B4-BE49-F238E27FC236}">
                <a16:creationId xmlns:a16="http://schemas.microsoft.com/office/drawing/2014/main" id="{7BF42DD1-B4A7-4CBB-B97B-B79B884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DriveTeleopCommand</a:t>
            </a:r>
          </a:p>
        </p:txBody>
      </p:sp>
      <p:sp>
        <p:nvSpPr>
          <p:cNvPr id="15" name="requirements-table-cell-1-2">
            <a:extLst xmlns:a="http://schemas.openxmlformats.org/drawingml/2006/main">
              <a:ext uri="{FF2B5EF4-FFF2-40B4-BE49-F238E27FC236}">
                <a16:creationId xmlns:a16="http://schemas.microsoft.com/office/drawing/2014/main" id="{F9293554-3C9C-4259-822D-FA7E33E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requirements-table-text-1-2">
            <a:extLst xmlns:a="http://schemas.openxmlformats.org/drawingml/2006/main">
              <a:ext uri="{FF2B5EF4-FFF2-40B4-BE49-F238E27FC236}">
                <a16:creationId xmlns:a16="http://schemas.microsoft.com/office/drawing/2014/main" id="{BA100EBF-21CA-465A-B161-B46752F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Scheduled by default when DriveSubsystem is available</a:t>
            </a:r>
          </a:p>
        </p:txBody>
      </p:sp>
      <p:sp>
        <p:nvSpPr>
          <p:cNvPr id="17" name="requirements-table-cell-2-0">
            <a:extLst xmlns:a="http://schemas.openxmlformats.org/drawingml/2006/main">
              <a:ext uri="{FF2B5EF4-FFF2-40B4-BE49-F238E27FC236}">
                <a16:creationId xmlns:a16="http://schemas.microsoft.com/office/drawing/2014/main" id="{362945F9-A213-450B-AF63-902279B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requirements-table-text-2-0">
            <a:extLst xmlns:a="http://schemas.openxmlformats.org/drawingml/2006/main">
              <a:ext uri="{FF2B5EF4-FFF2-40B4-BE49-F238E27FC236}">
                <a16:creationId xmlns:a16="http://schemas.microsoft.com/office/drawing/2014/main" id="{D7688C8C-F8A3-4EC2-90DE-24BD400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</a:t>
            </a:r>
          </a:p>
        </p:txBody>
      </p:sp>
      <p:sp>
        <p:nvSpPr>
          <p:cNvPr id="19" name="requirements-table-cell-2-1">
            <a:extLst xmlns:a="http://schemas.openxmlformats.org/drawingml/2006/main">
              <a:ext uri="{FF2B5EF4-FFF2-40B4-BE49-F238E27FC236}">
                <a16:creationId xmlns:a16="http://schemas.microsoft.com/office/drawing/2014/main" id="{9C48E87F-9112-4649-8127-7648036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requirements-table-text-2-1">
            <a:extLst xmlns:a="http://schemas.openxmlformats.org/drawingml/2006/main">
              <a:ext uri="{FF2B5EF4-FFF2-40B4-BE49-F238E27FC236}">
                <a16:creationId xmlns:a16="http://schemas.microsoft.com/office/drawing/2014/main" id="{049F3DCD-13B7-4FB9-8345-4AF28B3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BeltInCommand, BeltOutCommand</a:t>
            </a:r>
          </a:p>
        </p:txBody>
      </p:sp>
      <p:sp>
        <p:nvSpPr>
          <p:cNvPr id="21" name="requirements-table-cell-2-2">
            <a:extLst xmlns:a="http://schemas.openxmlformats.org/drawingml/2006/main">
              <a:ext uri="{FF2B5EF4-FFF2-40B4-BE49-F238E27FC236}">
                <a16:creationId xmlns:a16="http://schemas.microsoft.com/office/drawing/2014/main" id="{5AE81665-81D9-410D-9F15-4F4AC55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requirements-table-text-2-2">
            <a:extLst xmlns:a="http://schemas.openxmlformats.org/drawingml/2006/main">
              <a:ext uri="{FF2B5EF4-FFF2-40B4-BE49-F238E27FC236}">
                <a16:creationId xmlns:a16="http://schemas.microsoft.com/office/drawing/2014/main" id="{8F05F6F4-6762-4398-A258-5556C56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Only one command requiring BeltSubsystem can be scheduled</a:t>
            </a:r>
          </a:p>
        </p:txBody>
      </p:sp>
      <p:sp>
        <p:nvSpPr>
          <p:cNvPr id="23" name="requirements-table-cell-3-0">
            <a:extLst xmlns:a="http://schemas.openxmlformats.org/drawingml/2006/main">
              <a:ext uri="{FF2B5EF4-FFF2-40B4-BE49-F238E27FC236}">
                <a16:creationId xmlns:a16="http://schemas.microsoft.com/office/drawing/2014/main" id="{4879FB25-CFC7-4D16-BC3B-77DD609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requirements-table-text-3-0">
            <a:extLst xmlns:a="http://schemas.openxmlformats.org/drawingml/2006/main">
              <a:ext uri="{FF2B5EF4-FFF2-40B4-BE49-F238E27FC236}">
                <a16:creationId xmlns:a16="http://schemas.microsoft.com/office/drawing/2014/main" id="{D1B64BD8-5760-4867-A239-67D6375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</a:t>
            </a:r>
          </a:p>
        </p:txBody>
      </p:sp>
      <p:sp>
        <p:nvSpPr>
          <p:cNvPr id="25" name="requirements-table-cell-3-1">
            <a:extLst xmlns:a="http://schemas.openxmlformats.org/drawingml/2006/main">
              <a:ext uri="{FF2B5EF4-FFF2-40B4-BE49-F238E27FC236}">
                <a16:creationId xmlns:a16="http://schemas.microsoft.com/office/drawing/2014/main" id="{C1C25BDF-8EED-4DF9-8EBB-C74EE48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671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requirements-table-text-3-1">
            <a:extLst xmlns:a="http://schemas.openxmlformats.org/drawingml/2006/main">
              <a:ext uri="{FF2B5EF4-FFF2-40B4-BE49-F238E27FC236}">
                <a16:creationId xmlns:a16="http://schemas.microsoft.com/office/drawing/2014/main" id="{BA80EA7E-6497-42A5-810F-39FBCCD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27" name="requirements-table-cell-3-2">
            <a:extLst xmlns:a="http://schemas.openxmlformats.org/drawingml/2006/main">
              <a:ext uri="{FF2B5EF4-FFF2-40B4-BE49-F238E27FC236}">
                <a16:creationId xmlns:a16="http://schemas.microsoft.com/office/drawing/2014/main" id="{3D9AA109-5617-4566-AC62-183FEF4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requirements-table-text-3-2">
            <a:extLst xmlns:a="http://schemas.openxmlformats.org/drawingml/2006/main">
              <a:ext uri="{FF2B5EF4-FFF2-40B4-BE49-F238E27FC236}">
                <a16:creationId xmlns:a16="http://schemas.microsoft.com/office/drawing/2014/main" id="{3850F517-AAF6-43B5-B62A-9142540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 run concurrently with belt commands</a:t>
            </a:r>
          </a:p>
        </p:txBody>
      </p:sp>
      <p:sp>
        <p:nvSpPr>
          <p:cNvPr id="29" name="requirements-table-cell-4-0">
            <a:extLst xmlns:a="http://schemas.openxmlformats.org/drawingml/2006/main">
              <a:ext uri="{FF2B5EF4-FFF2-40B4-BE49-F238E27FC236}">
                <a16:creationId xmlns:a16="http://schemas.microsoft.com/office/drawing/2014/main" id="{7A4F42D8-CFBF-40DA-B330-CBB9FB3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requirements-table-text-4-0">
            <a:extLst xmlns:a="http://schemas.openxmlformats.org/drawingml/2006/main">
              <a:ext uri="{FF2B5EF4-FFF2-40B4-BE49-F238E27FC236}">
                <a16:creationId xmlns:a16="http://schemas.microsoft.com/office/drawing/2014/main" id="{499182B3-3D22-4FC7-ABB9-067058B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ClimberSubsystem</a:t>
            </a:r>
          </a:p>
        </p:txBody>
      </p:sp>
      <p:sp>
        <p:nvSpPr>
          <p:cNvPr id="31" name="requirements-table-cell-4-1">
            <a:extLst xmlns:a="http://schemas.openxmlformats.org/drawingml/2006/main">
              <a:ext uri="{FF2B5EF4-FFF2-40B4-BE49-F238E27FC236}">
                <a16:creationId xmlns:a16="http://schemas.microsoft.com/office/drawing/2014/main" id="{6BFC1AC2-1FE0-4124-A4CA-D006005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requirements-table-text-4-1">
            <a:extLst xmlns:a="http://schemas.openxmlformats.org/drawingml/2006/main">
              <a:ext uri="{FF2B5EF4-FFF2-40B4-BE49-F238E27FC236}">
                <a16:creationId xmlns:a16="http://schemas.microsoft.com/office/drawing/2014/main" id="{C8391D65-7295-4108-8EA9-A281EF3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ToggleClimberArmsCommand</a:t>
            </a:r>
          </a:p>
        </p:txBody>
      </p:sp>
      <p:sp>
        <p:nvSpPr>
          <p:cNvPr id="33" name="requirements-table-cell-4-2">
            <a:extLst xmlns:a="http://schemas.openxmlformats.org/drawingml/2006/main">
              <a:ext uri="{FF2B5EF4-FFF2-40B4-BE49-F238E27FC236}">
                <a16:creationId xmlns:a16="http://schemas.microsoft.com/office/drawing/2014/main" id="{2E4F7549-00D3-4EEF-9DCF-D744795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requirements-table-text-4-2">
            <a:extLst xmlns:a="http://schemas.openxmlformats.org/drawingml/2006/main">
              <a:ext uri="{FF2B5EF4-FFF2-40B4-BE49-F238E27FC236}">
                <a16:creationId xmlns:a16="http://schemas.microsoft.com/office/drawing/2014/main" id="{386782FC-3FC9-4E22-9A9F-4B4388F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No other command requiring ClimberSubsystem can run concurrently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94FD3-362D-4274-8054-1E8E059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8BB89-1014-46D1-A397-6A3971B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addRequirements(subsystem) adds a subsystem requirement. A field reference does not add that requirement.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6987EA-5E8D-42BC-B7C0-B0E8237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DE3CE8-E4F5-477A-B604-9063EC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42067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26F70C-8AC6-4193-BA4B-1A78C1F5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3: RUNTIME BEHAVIOR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75548-2E7F-4EEA-A787-8CFD10C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default command turns two Xbox stick axes into tank-drive outputs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9FA1B1-C0D7-4D9E-A8E8-7298876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0.08 deadband filters stick drift; holding the right bumper changes the scale from 0.8 to 0.4.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8A7261-2132-4565-BDCA-6B5FC9F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ive-code-panel">
            <a:extLst xmlns:a="http://schemas.openxmlformats.org/drawingml/2006/main">
              <a:ext uri="{FF2B5EF4-FFF2-40B4-BE49-F238E27FC236}">
                <a16:creationId xmlns:a16="http://schemas.microsoft.com/office/drawing/2014/main" id="{2B715ACE-5F0B-4411-9391-9178163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0960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drive-code-accent">
            <a:extLst xmlns:a="http://schemas.openxmlformats.org/drawingml/2006/main">
              <a:ext uri="{FF2B5EF4-FFF2-40B4-BE49-F238E27FC236}">
                <a16:creationId xmlns:a16="http://schemas.microsoft.com/office/drawing/2014/main" id="{C109C886-F043-441F-B6C6-2B4B0A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407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rive-code-title">
            <a:extLst xmlns:a="http://schemas.openxmlformats.org/drawingml/2006/main">
              <a:ext uri="{FF2B5EF4-FFF2-40B4-BE49-F238E27FC236}">
                <a16:creationId xmlns:a16="http://schemas.microsoft.com/office/drawing/2014/main" id="{8834B537-1098-4BC1-9187-06D1D76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DriveTeleopCommand.java</a:t>
            </a:r>
          </a:p>
        </p:txBody>
      </p:sp>
      <p:sp>
        <p:nvSpPr>
          <p:cNvPr id="8" name="drive-code-text">
            <a:extLst xmlns:a="http://schemas.openxmlformats.org/drawingml/2006/main">
              <a:ext uri="{FF2B5EF4-FFF2-40B4-BE49-F238E27FC236}">
                <a16:creationId xmlns:a16="http://schemas.microsoft.com/office/drawing/2014/main" id="{522324BF-7F22-42BB-BDD9-9EF278F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6959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execute()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driveSubsystem.drive(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scale(leftDriveSupplier.getAsDouble()),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scale(rightDriveSupplier.getAsDouble()));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private double scale(double joystickValue)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double driveScale = driveSpeedMode.isSlow()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? Constants.Tuning.SLOW_DRIVE_SCALE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: Constants.Tuning.NORMAL_DRIVE_SCALE;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joystickValue * driveScale;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9D3CB-5FEC-4EBB-9A3D-617ABFA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left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71874-7161-4789-81CF-F07F3EB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06CD-A2C0-47C0-89A0-DA94B11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right 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7D24-22C1-4F50-AC1B-2DE4C0F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31822-DD05-4C7B-BA7D-2299AE5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647B-43DF-46E5-8132-AC9713D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0.4 scale while held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CD2178-227F-4C9C-B511-7FBB18D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B51E0B-89E8-4042-B443-14C5B03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05648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FCE25D-270C-411A-B6F8-08CB061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3: RUNTIME BEHAVIOR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55D7D-7F6E-4D72-A489-7363520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Trigger.whileTrue starts a command on true and cancels it on false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47BEC5-9E2D-436C-800A-4E5794E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command continues because isFinished() returns false; cancellation calls end(true).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5D6A07-9204-41CD-B8B3-AC891FE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ld-table-cell-0-0">
            <a:extLst xmlns:a="http://schemas.openxmlformats.org/drawingml/2006/main">
              <a:ext uri="{FF2B5EF4-FFF2-40B4-BE49-F238E27FC236}">
                <a16:creationId xmlns:a16="http://schemas.microsoft.com/office/drawing/2014/main" id="{612B6E6D-B4FC-4B7C-B4C0-72D0729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eld-table-text-0-0">
            <a:extLst xmlns:a="http://schemas.openxmlformats.org/drawingml/2006/main">
              <a:ext uri="{FF2B5EF4-FFF2-40B4-BE49-F238E27FC236}">
                <a16:creationId xmlns:a16="http://schemas.microsoft.com/office/drawing/2014/main" id="{4D1112F2-30E1-4E20-8490-5D1B625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7" name="held-table-cell-0-1">
            <a:extLst xmlns:a="http://schemas.openxmlformats.org/drawingml/2006/main">
              <a:ext uri="{FF2B5EF4-FFF2-40B4-BE49-F238E27FC236}">
                <a16:creationId xmlns:a16="http://schemas.microsoft.com/office/drawing/2014/main" id="{4377ED71-D4E9-4A7A-B3C0-57D4D7F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eld-table-text-0-1">
            <a:extLst xmlns:a="http://schemas.openxmlformats.org/drawingml/2006/main">
              <a:ext uri="{FF2B5EF4-FFF2-40B4-BE49-F238E27FC236}">
                <a16:creationId xmlns:a16="http://schemas.microsoft.com/office/drawing/2014/main" id="{217C789D-1139-4BD8-901A-A40E0E3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62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held-table-cell-0-2">
            <a:extLst xmlns:a="http://schemas.openxmlformats.org/drawingml/2006/main">
              <a:ext uri="{FF2B5EF4-FFF2-40B4-BE49-F238E27FC236}">
                <a16:creationId xmlns:a16="http://schemas.microsoft.com/office/drawing/2014/main" id="{6D5ACBB7-19E1-4408-BB1C-B228D89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eld-table-text-0-2">
            <a:extLst xmlns:a="http://schemas.openxmlformats.org/drawingml/2006/main">
              <a:ext uri="{FF2B5EF4-FFF2-40B4-BE49-F238E27FC236}">
                <a16:creationId xmlns:a16="http://schemas.microsoft.com/office/drawing/2014/main" id="{E20C907C-6DC6-4956-A0FA-6D14132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Output while held</a:t>
            </a:r>
          </a:p>
        </p:txBody>
      </p:sp>
      <p:sp>
        <p:nvSpPr>
          <p:cNvPr id="11" name="held-table-cell-0-3">
            <a:extLst xmlns:a="http://schemas.openxmlformats.org/drawingml/2006/main">
              <a:ext uri="{FF2B5EF4-FFF2-40B4-BE49-F238E27FC236}">
                <a16:creationId xmlns:a16="http://schemas.microsoft.com/office/drawing/2014/main" id="{4C74E0B0-BC5B-4998-9FF9-7AFD432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eld-table-text-0-3">
            <a:extLst xmlns:a="http://schemas.openxmlformats.org/drawingml/2006/main">
              <a:ext uri="{FF2B5EF4-FFF2-40B4-BE49-F238E27FC236}">
                <a16:creationId xmlns:a16="http://schemas.microsoft.com/office/drawing/2014/main" id="{BF8F735E-F4C5-49D8-976C-20D3B50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Release behavior</a:t>
            </a:r>
          </a:p>
        </p:txBody>
      </p:sp>
      <p:sp>
        <p:nvSpPr>
          <p:cNvPr id="13" name="held-table-cell-1-0">
            <a:extLst xmlns:a="http://schemas.openxmlformats.org/drawingml/2006/main">
              <a:ext uri="{FF2B5EF4-FFF2-40B4-BE49-F238E27FC236}">
                <a16:creationId xmlns:a16="http://schemas.microsoft.com/office/drawing/2014/main" id="{3D4B2E9B-9347-44B3-93F8-4279896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eld-table-text-1-0">
            <a:extLst xmlns:a="http://schemas.openxmlformats.org/drawingml/2006/main">
              <a:ext uri="{FF2B5EF4-FFF2-40B4-BE49-F238E27FC236}">
                <a16:creationId xmlns:a16="http://schemas.microsoft.com/office/drawing/2014/main" id="{E7DFC77D-7374-43C3-94B6-8B28B25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</a:t>
            </a:r>
          </a:p>
        </p:txBody>
      </p:sp>
      <p:sp>
        <p:nvSpPr>
          <p:cNvPr id="15" name="held-table-cell-1-1">
            <a:extLst xmlns:a="http://schemas.openxmlformats.org/drawingml/2006/main">
              <a:ext uri="{FF2B5EF4-FFF2-40B4-BE49-F238E27FC236}">
                <a16:creationId xmlns:a16="http://schemas.microsoft.com/office/drawing/2014/main" id="{AA41A189-3228-4C5D-AF0F-5F9D598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eld-table-text-1-1">
            <a:extLst xmlns:a="http://schemas.openxmlformats.org/drawingml/2006/main">
              <a:ext uri="{FF2B5EF4-FFF2-40B4-BE49-F238E27FC236}">
                <a16:creationId xmlns:a16="http://schemas.microsoft.com/office/drawing/2014/main" id="{FE866565-58C8-4DAE-9DBE-FDD39AA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</a:t>
            </a:r>
          </a:p>
        </p:txBody>
      </p:sp>
      <p:sp>
        <p:nvSpPr>
          <p:cNvPr id="17" name="held-table-cell-1-2">
            <a:extLst xmlns:a="http://schemas.openxmlformats.org/drawingml/2006/main">
              <a:ext uri="{FF2B5EF4-FFF2-40B4-BE49-F238E27FC236}">
                <a16:creationId xmlns:a16="http://schemas.microsoft.com/office/drawing/2014/main" id="{D3D5C92D-74BB-4AE9-BF5A-E6F7AA5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eld-table-text-1-2">
            <a:extLst xmlns:a="http://schemas.openxmlformats.org/drawingml/2006/main">
              <a:ext uri="{FF2B5EF4-FFF2-40B4-BE49-F238E27FC236}">
                <a16:creationId xmlns:a16="http://schemas.microsoft.com/office/drawing/2014/main" id="{FA9B8AD7-ACF0-4861-BD01-DC5807D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BeltSubsystem.run(+1.0)</a:t>
            </a:r>
          </a:p>
        </p:txBody>
      </p:sp>
      <p:sp>
        <p:nvSpPr>
          <p:cNvPr id="19" name="held-table-cell-1-3">
            <a:extLst xmlns:a="http://schemas.openxmlformats.org/drawingml/2006/main">
              <a:ext uri="{FF2B5EF4-FFF2-40B4-BE49-F238E27FC236}">
                <a16:creationId xmlns:a16="http://schemas.microsoft.com/office/drawing/2014/main" id="{1067A8A4-963A-4B35-B252-FBC1318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eld-table-text-1-3">
            <a:extLst xmlns:a="http://schemas.openxmlformats.org/drawingml/2006/main">
              <a:ext uri="{FF2B5EF4-FFF2-40B4-BE49-F238E27FC236}">
                <a16:creationId xmlns:a16="http://schemas.microsoft.com/office/drawing/2014/main" id="{D446120D-B8C2-493E-9093-67078B2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1" name="held-table-cell-2-0">
            <a:extLst xmlns:a="http://schemas.openxmlformats.org/drawingml/2006/main">
              <a:ext uri="{FF2B5EF4-FFF2-40B4-BE49-F238E27FC236}">
                <a16:creationId xmlns:a16="http://schemas.microsoft.com/office/drawing/2014/main" id="{9BA8C3EE-CF28-4043-BF1F-67CC2E4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eld-table-text-2-0">
            <a:extLst xmlns:a="http://schemas.openxmlformats.org/drawingml/2006/main">
              <a:ext uri="{FF2B5EF4-FFF2-40B4-BE49-F238E27FC236}">
                <a16:creationId xmlns:a16="http://schemas.microsoft.com/office/drawing/2014/main" id="{B6603208-9F55-47B6-B649-807EC6A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B</a:t>
            </a:r>
          </a:p>
        </p:txBody>
      </p:sp>
      <p:sp>
        <p:nvSpPr>
          <p:cNvPr id="23" name="held-table-cell-2-1">
            <a:extLst xmlns:a="http://schemas.openxmlformats.org/drawingml/2006/main">
              <a:ext uri="{FF2B5EF4-FFF2-40B4-BE49-F238E27FC236}">
                <a16:creationId xmlns:a16="http://schemas.microsoft.com/office/drawing/2014/main" id="{778F21E1-DA33-4277-A219-04B2070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eld-table-text-2-1">
            <a:extLst xmlns:a="http://schemas.openxmlformats.org/drawingml/2006/main">
              <a:ext uri="{FF2B5EF4-FFF2-40B4-BE49-F238E27FC236}">
                <a16:creationId xmlns:a16="http://schemas.microsoft.com/office/drawing/2014/main" id="{172202B7-F623-4FA0-8399-3249845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BeltOutCommand</a:t>
            </a:r>
          </a:p>
        </p:txBody>
      </p:sp>
      <p:sp>
        <p:nvSpPr>
          <p:cNvPr id="25" name="held-table-cell-2-2">
            <a:extLst xmlns:a="http://schemas.openxmlformats.org/drawingml/2006/main">
              <a:ext uri="{FF2B5EF4-FFF2-40B4-BE49-F238E27FC236}">
                <a16:creationId xmlns:a16="http://schemas.microsoft.com/office/drawing/2014/main" id="{FD4B0990-DDC9-4B45-A4CC-A211A37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eld-table-text-2-2">
            <a:extLst xmlns:a="http://schemas.openxmlformats.org/drawingml/2006/main">
              <a:ext uri="{FF2B5EF4-FFF2-40B4-BE49-F238E27FC236}">
                <a16:creationId xmlns:a16="http://schemas.microsoft.com/office/drawing/2014/main" id="{B69DF735-F0B2-45C0-9E84-1A5E627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BeltSubsystem.run(-1.0)</a:t>
            </a:r>
          </a:p>
        </p:txBody>
      </p:sp>
      <p:sp>
        <p:nvSpPr>
          <p:cNvPr id="27" name="held-table-cell-2-3">
            <a:extLst xmlns:a="http://schemas.openxmlformats.org/drawingml/2006/main">
              <a:ext uri="{FF2B5EF4-FFF2-40B4-BE49-F238E27FC236}">
                <a16:creationId xmlns:a16="http://schemas.microsoft.com/office/drawing/2014/main" id="{37B70818-25B0-4069-950B-21D3DA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eld-table-text-2-3">
            <a:extLst xmlns:a="http://schemas.openxmlformats.org/drawingml/2006/main">
              <a:ext uri="{FF2B5EF4-FFF2-40B4-BE49-F238E27FC236}">
                <a16:creationId xmlns:a16="http://schemas.microsoft.com/office/drawing/2014/main" id="{7599E073-135B-4819-9EE5-F493CDB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9" name="held-table-cell-3-0">
            <a:extLst xmlns:a="http://schemas.openxmlformats.org/drawingml/2006/main">
              <a:ext uri="{FF2B5EF4-FFF2-40B4-BE49-F238E27FC236}">
                <a16:creationId xmlns:a16="http://schemas.microsoft.com/office/drawing/2014/main" id="{C7768ABE-4DF8-4203-B296-2B0FA8C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eld-table-text-3-0">
            <a:extLst xmlns:a="http://schemas.openxmlformats.org/drawingml/2006/main">
              <a:ext uri="{FF2B5EF4-FFF2-40B4-BE49-F238E27FC236}">
                <a16:creationId xmlns:a16="http://schemas.microsoft.com/office/drawing/2014/main" id="{8C8900C2-8F30-414C-A1FB-B804ABD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</a:t>
            </a:r>
          </a:p>
        </p:txBody>
      </p:sp>
      <p:sp>
        <p:nvSpPr>
          <p:cNvPr id="31" name="held-table-cell-3-1">
            <a:extLst xmlns:a="http://schemas.openxmlformats.org/drawingml/2006/main">
              <a:ext uri="{FF2B5EF4-FFF2-40B4-BE49-F238E27FC236}">
                <a16:creationId xmlns:a16="http://schemas.microsoft.com/office/drawing/2014/main" id="{AFAD78BA-A2B1-438C-AF2D-9CC476B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eld-table-text-3-1">
            <a:extLst xmlns:a="http://schemas.openxmlformats.org/drawingml/2006/main">
              <a:ext uri="{FF2B5EF4-FFF2-40B4-BE49-F238E27FC236}">
                <a16:creationId xmlns:a16="http://schemas.microsoft.com/office/drawing/2014/main" id="{3683C9FC-E1DD-4531-9D10-03597BB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33" name="held-table-cell-3-2">
            <a:extLst xmlns:a="http://schemas.openxmlformats.org/drawingml/2006/main">
              <a:ext uri="{FF2B5EF4-FFF2-40B4-BE49-F238E27FC236}">
                <a16:creationId xmlns:a16="http://schemas.microsoft.com/office/drawing/2014/main" id="{BDA31B48-68DE-4FCC-A181-55704FD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eld-table-text-3-2">
            <a:extLst xmlns:a="http://schemas.openxmlformats.org/drawingml/2006/main">
              <a:ext uri="{FF2B5EF4-FFF2-40B4-BE49-F238E27FC236}">
                <a16:creationId xmlns:a16="http://schemas.microsoft.com/office/drawing/2014/main" id="{408E3A11-CBAC-4D6E-B665-091AFC3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RollerSubsystem.run(+1.0)</a:t>
            </a:r>
          </a:p>
        </p:txBody>
      </p:sp>
      <p:sp>
        <p:nvSpPr>
          <p:cNvPr id="35" name="held-table-cell-3-3">
            <a:extLst xmlns:a="http://schemas.openxmlformats.org/drawingml/2006/main">
              <a:ext uri="{FF2B5EF4-FFF2-40B4-BE49-F238E27FC236}">
                <a16:creationId xmlns:a16="http://schemas.microsoft.com/office/drawing/2014/main" id="{5D18C96D-184C-4A20-94D6-AD77210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eld-table-text-3-3">
            <a:extLst xmlns:a="http://schemas.openxmlformats.org/drawingml/2006/main">
              <a:ext uri="{FF2B5EF4-FFF2-40B4-BE49-F238E27FC236}">
                <a16:creationId xmlns:a16="http://schemas.microsoft.com/office/drawing/2014/main" id="{6E47D6AF-3A1D-4AEC-8257-5E724D7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4</a:t>
            </a:r>
          </a:p>
        </p:txBody>
      </p:sp>
      <p:sp>
        <p:nvSpPr>
          <p:cNvPr id="37" name="held-pattern-panel">
            <a:extLst xmlns:a="http://schemas.openxmlformats.org/drawingml/2006/main">
              <a:ext uri="{FF2B5EF4-FFF2-40B4-BE49-F238E27FC236}">
                <a16:creationId xmlns:a16="http://schemas.microsoft.com/office/drawing/2014/main" id="{ABF20861-0D03-40C1-9DB3-9D8026D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7505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eld-pattern-accent">
            <a:extLst xmlns:a="http://schemas.openxmlformats.org/drawingml/2006/main">
              <a:ext uri="{FF2B5EF4-FFF2-40B4-BE49-F238E27FC236}">
                <a16:creationId xmlns:a16="http://schemas.microsoft.com/office/drawing/2014/main" id="{8CF8DAA8-3B64-4B09-8FD2-4DC9E8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ld-pattern-title">
            <a:extLst xmlns:a="http://schemas.openxmlformats.org/drawingml/2006/main">
              <a:ext uri="{FF2B5EF4-FFF2-40B4-BE49-F238E27FC236}">
                <a16:creationId xmlns:a16="http://schemas.microsoft.com/office/drawing/2014/main" id="{995348AA-9DD5-4CC7-AAB0-E60C74F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SHARED COMMAND PATTERN</a:t>
            </a:r>
          </a:p>
        </p:txBody>
      </p:sp>
      <p:sp>
        <p:nvSpPr>
          <p:cNvPr id="40" name="held-pattern-text">
            <a:extLst xmlns:a="http://schemas.openxmlformats.org/drawingml/2006/main">
              <a:ext uri="{FF2B5EF4-FFF2-40B4-BE49-F238E27FC236}">
                <a16:creationId xmlns:a16="http://schemas.microsoft.com/office/drawing/2014/main" id="{D8CC0642-8DD0-42F5-BF5D-54480F4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710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execute()     -&gt; subsystem.run(speed)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isFinished()  -&gt;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end(true)     -&gt; subsystem.stop()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115B8A-D5A0-4429-AF4E-A754C50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4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05A034F-0958-41D6-9E0B-291304A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99146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804CE4-0C2E-4711-BEED-6B96ACC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3: RUNTIME BEHAVIOR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6D136-C7F6-4B8A-9010-E3F1D89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Trigger.onTrue schedules once when Y becomes active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42098-7923-4B53-A5B5-9E41601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initialize() toggles both DoubleSolenoid objects; isFinished() then returns true.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A6F104-FE71-4F12-8113-4C36AF6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imber-command-panel">
            <a:extLst xmlns:a="http://schemas.openxmlformats.org/drawingml/2006/main">
              <a:ext uri="{FF2B5EF4-FFF2-40B4-BE49-F238E27FC236}">
                <a16:creationId xmlns:a16="http://schemas.microsoft.com/office/drawing/2014/main" id="{2E405B21-EE5F-4C28-82CE-1B50DA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climber-command-accent">
            <a:extLst xmlns:a="http://schemas.openxmlformats.org/drawingml/2006/main">
              <a:ext uri="{FF2B5EF4-FFF2-40B4-BE49-F238E27FC236}">
                <a16:creationId xmlns:a16="http://schemas.microsoft.com/office/drawing/2014/main" id="{DE33761D-0E14-49AE-900B-E1C061D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715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mber-command-title">
            <a:extLst xmlns:a="http://schemas.openxmlformats.org/drawingml/2006/main">
              <a:ext uri="{FF2B5EF4-FFF2-40B4-BE49-F238E27FC236}">
                <a16:creationId xmlns:a16="http://schemas.microsoft.com/office/drawing/2014/main" id="{FB9F4AC4-B3CB-45D4-AEDC-F074089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ToggleClimberArmsCommand.java</a:t>
            </a:r>
          </a:p>
        </p:txBody>
      </p:sp>
      <p:sp>
        <p:nvSpPr>
          <p:cNvPr id="8" name="climber-command-text">
            <a:extLst xmlns:a="http://schemas.openxmlformats.org/drawingml/2006/main">
              <a:ext uri="{FF2B5EF4-FFF2-40B4-BE49-F238E27FC236}">
                <a16:creationId xmlns:a16="http://schemas.microsoft.com/office/drawing/2014/main" id="{B3AEF23D-1673-4D9A-B5BF-1DAB408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5529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initialize()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climberSubsystem.toggleArms();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boolean isFinished()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E702E-50AA-4E66-97C5-940F3AD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State transition</a:t>
            </a:r>
          </a:p>
        </p:txBody>
      </p:sp>
      <p:sp>
        <p:nvSpPr>
          <p:cNvPr id="10" name="retracted">
            <a:extLst xmlns:a="http://schemas.openxmlformats.org/drawingml/2006/main">
              <a:ext uri="{FF2B5EF4-FFF2-40B4-BE49-F238E27FC236}">
                <a16:creationId xmlns:a16="http://schemas.microsoft.com/office/drawing/2014/main" id="{06725329-7245-4CEF-9779-5B966EE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4A34-7EA3-4DAF-A8E0-F200D34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Retracted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17DB-A950-476A-A3AB-0858B90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⇄</a:t>
            </a:r>
          </a:p>
        </p:txBody>
      </p:sp>
      <p:sp>
        <p:nvSpPr>
          <p:cNvPr id="13" name="extended">
            <a:extLst xmlns:a="http://schemas.openxmlformats.org/drawingml/2006/main">
              <a:ext uri="{FF2B5EF4-FFF2-40B4-BE49-F238E27FC236}">
                <a16:creationId xmlns:a16="http://schemas.microsoft.com/office/drawing/2014/main" id="{FA3A52C7-9E53-4B16-834D-9812268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7C917-04E5-49C2-96AC-7D4C58F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Extended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895A1-41EF-4C75-9541-CF2827C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1F09B-AD18-4CAD-AD7D-3AAD885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Startup assumption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B721-C61A-449D-9859-BD90F0B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code starts with armsExtended = false. The physical arms must begin retracted.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6F9F98-B1A5-453A-8C60-9B09058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552D68-DC7B-4359-ACDD-8488FF4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030911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4: CODE TRACES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stick input reaches the drivetrain through six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default command repeats this path on every scheduler iteration.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1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Xbox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Y and right 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Default command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Scheduled when drive is free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Executes every iteration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 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Reads axes and scales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 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drive(left, right)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Four Talons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0-3 drive motors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Continuous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No requirement conflict -&gt; default command stays scheduled -&gt; execute() repeats next iteration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4: CODE TRACES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 reaches the belt motor through six explicit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Every step can be located in the checked-in Java 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1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becomes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whileTrue schedules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Checks 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execute()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run(+1.0)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Talon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5 drives belt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false -&gt; cancel -&gt; end(true) -&gt; beltSubsystem.stop() -&gt; PWM 5 output becomes zero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4: CODE TRACES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Y reaches both climber solenoids through six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command completes after one state change.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1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Y becomes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onTrue schedules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Checks 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initialize() toggles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 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toggleArms()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Solenoids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PCM channels 0/1 and 2/3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isFinished() returns true -&gt; end(false) -&gt; command is removed; the PCM holds the selected state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E905C3-6A65-483A-8FDC-E5D9FF2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PASS 4: CODE TRACES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DE5D7-B9CB-48DA-8785-45EDEDA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responsibility has one clear home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8D871E-690D-4CAF-BE31-729AC1C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same path when reading, testing, or debugging any robot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6BAAE3-9D18-4287-800D-2B53BC4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090B-1475-4C3B-8615-11BB01A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ading-step-0">
            <a:extLst xmlns:a="http://schemas.openxmlformats.org/drawingml/2006/main">
              <a:ext uri="{FF2B5EF4-FFF2-40B4-BE49-F238E27FC236}">
                <a16:creationId xmlns:a16="http://schemas.microsoft.com/office/drawing/2014/main" id="{A570236A-B06A-4B8C-84E0-2731C11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93EAB-5C6A-4F55-8103-194A4C0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with the 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A51B8-EC3F-4738-961E-0A0BAAA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Identify the hardware object and the subsystem that encapsulates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ADFD-895A-44EA-A65B-93F4C6E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ading-step-1">
            <a:extLst xmlns:a="http://schemas.openxmlformats.org/drawingml/2006/main">
              <a:ext uri="{FF2B5EF4-FFF2-40B4-BE49-F238E27FC236}">
                <a16:creationId xmlns:a16="http://schemas.microsoft.com/office/drawing/2014/main" id="{289831E4-91F7-49F7-9B4F-9325705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3625-95CB-4006-AC10-1808045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the binding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18444-7946-4E1A-BBD9-907BA67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Locate the controller input and Trigger binding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FCA8-3FC0-4881-9A87-D25A9E4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ading-step-2">
            <a:extLst xmlns:a="http://schemas.openxmlformats.org/drawingml/2006/main">
              <a:ext uri="{FF2B5EF4-FFF2-40B4-BE49-F238E27FC236}">
                <a16:creationId xmlns:a16="http://schemas.microsoft.com/office/drawing/2014/main" id="{F6F99C5C-9579-40DE-9E6C-7F4CC8A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59C9E-7E8C-4C33-A720-82D8DA9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the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857BA-9DAD-4354-B164-D5DD66F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 requirements, lifecycle methods, and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082A3-2AE3-4907-9E03-76F786C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ading-step-3">
            <a:extLst xmlns:a="http://schemas.openxmlformats.org/drawingml/2006/main">
              <a:ext uri="{FF2B5EF4-FFF2-40B4-BE49-F238E27FC236}">
                <a16:creationId xmlns:a16="http://schemas.microsoft.com/office/drawing/2014/main" id="{C17373F7-7279-4FA6-A55A-2332821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17DAD-487A-4992-B302-AE433DB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Trace the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895D6-6530-4285-B834-3853644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339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subsystem method to the WPILib hardware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86076-4ED3-4936-8B4F-82B0CC7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525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ED18F-0687-481B-B352-44FA347A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62650"/>
            <a:ext cx="912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coordinates commands; each subsystem encapsulates its own hardware.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879ACD-A1CF-4029-8075-BF35C27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6317ED2-F3E0-4C6D-9156-81D5FA2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6911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2026-09-18T22:32:44.8800000Z</dcterms:created>
  <dcterms:modified xsi:type="dcterms:W3CDTF">2026-09-18T22:32:44.8800000Z</dcterms:modified>
</coreProperties>
</file>